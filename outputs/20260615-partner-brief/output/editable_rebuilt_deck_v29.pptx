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507206be1a4503" /><Relationship Type="http://schemas.openxmlformats.org/officeDocument/2006/relationships/extended-properties" Target="/docProps/app.xml" Id="Rbd01f1ed2e754b18" /><Relationship Type="http://schemas.openxmlformats.org/officeDocument/2006/relationships/officeDocument" Target="/ppt/presentation.xml" Id="R3bff01b72796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1321f2c204c96"/>
  </p:sldMasterIdLst>
  <p:notesMasterIdLst>
    <p:notesMasterId xmlns:r="http://schemas.openxmlformats.org/officeDocument/2006/relationships" r:id="R2762334be3f84edc"/>
  </p:notesMasterIdLst>
  <p:sldIdLst>
    <p:sldId xmlns:r="http://schemas.openxmlformats.org/officeDocument/2006/relationships" id="256" r:id="R0813731708a94d99"/>
    <p:sldId xmlns:r="http://schemas.openxmlformats.org/officeDocument/2006/relationships" id="257" r:id="R4ebdbcead80449f8"/>
    <p:sldId xmlns:r="http://schemas.openxmlformats.org/officeDocument/2006/relationships" id="258" r:id="R8a006c6f57324785"/>
    <p:sldId xmlns:r="http://schemas.openxmlformats.org/officeDocument/2006/relationships" id="259" r:id="R77c6f11d210d4304"/>
    <p:sldId xmlns:r="http://schemas.openxmlformats.org/officeDocument/2006/relationships" id="260" r:id="R9245ac4ef13540b8"/>
    <p:sldId xmlns:r="http://schemas.openxmlformats.org/officeDocument/2006/relationships" id="261" r:id="R42262abebe134115"/>
    <p:sldId xmlns:r="http://schemas.openxmlformats.org/officeDocument/2006/relationships" id="262" r:id="R6af1dc8e88bb4adf"/>
    <p:sldId xmlns:r="http://schemas.openxmlformats.org/officeDocument/2006/relationships" id="263" r:id="R687d24bcd2aa4598"/>
    <p:sldId xmlns:r="http://schemas.openxmlformats.org/officeDocument/2006/relationships" id="264" r:id="Rdf33c29d599649ce"/>
    <p:sldId xmlns:r="http://schemas.openxmlformats.org/officeDocument/2006/relationships" id="265" r:id="R1b1b9bd738d94667"/>
    <p:sldId xmlns:r="http://schemas.openxmlformats.org/officeDocument/2006/relationships" id="266" r:id="Rd6c6b481f2974ab5"/>
    <p:sldId xmlns:r="http://schemas.openxmlformats.org/officeDocument/2006/relationships" id="267" r:id="R91ab43e0794942a2"/>
    <p:sldId xmlns:r="http://schemas.openxmlformats.org/officeDocument/2006/relationships" id="268" r:id="Refbbb185f3824fa7"/>
    <p:sldId xmlns:r="http://schemas.openxmlformats.org/officeDocument/2006/relationships" id="269" r:id="R3e3d3989417d4f6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76740fbd3441b7" /><Relationship Type="http://schemas.openxmlformats.org/officeDocument/2006/relationships/slideMaster" Target="/ppt/slideMasters/slideMaster1.xml" Id="R51c1321f2c204c96" /><Relationship Type="http://schemas.openxmlformats.org/officeDocument/2006/relationships/notesMaster" Target="/ppt/notesMasters/notesMaster1.xml" Id="R2762334be3f84edc" /><Relationship Type="http://schemas.openxmlformats.org/officeDocument/2006/relationships/presProps" Target="/ppt/presProps.xml" Id="R0ba5f97535cb4dcb" /><Relationship Type="http://schemas.openxmlformats.org/officeDocument/2006/relationships/tableStyles" Target="/ppt/tableStyles.xml" Id="Rebe96135122b45e2" /><Relationship Type="http://schemas.openxmlformats.org/officeDocument/2006/relationships/slide" Target="/ppt/slides/slide1.xml" Id="R0813731708a94d99" /><Relationship Type="http://schemas.openxmlformats.org/officeDocument/2006/relationships/slide" Target="/ppt/slides/slide2.xml" Id="R4ebdbcead80449f8" /><Relationship Type="http://schemas.openxmlformats.org/officeDocument/2006/relationships/slide" Target="/ppt/slides/slide3.xml" Id="R8a006c6f57324785" /><Relationship Type="http://schemas.openxmlformats.org/officeDocument/2006/relationships/slide" Target="/ppt/slides/slide4.xml" Id="R77c6f11d210d4304" /><Relationship Type="http://schemas.openxmlformats.org/officeDocument/2006/relationships/slide" Target="/ppt/slides/slide5.xml" Id="R9245ac4ef13540b8" /><Relationship Type="http://schemas.openxmlformats.org/officeDocument/2006/relationships/slide" Target="/ppt/slides/slide6.xml" Id="R42262abebe134115" /><Relationship Type="http://schemas.openxmlformats.org/officeDocument/2006/relationships/slide" Target="/ppt/slides/slide7.xml" Id="R6af1dc8e88bb4adf" /><Relationship Type="http://schemas.openxmlformats.org/officeDocument/2006/relationships/slide" Target="/ppt/slides/slide8.xml" Id="R687d24bcd2aa4598" /><Relationship Type="http://schemas.openxmlformats.org/officeDocument/2006/relationships/slide" Target="/ppt/slides/slide9.xml" Id="Rdf33c29d599649ce" /><Relationship Type="http://schemas.openxmlformats.org/officeDocument/2006/relationships/slide" Target="/ppt/slides/slide10.xml" Id="R1b1b9bd738d94667" /><Relationship Type="http://schemas.openxmlformats.org/officeDocument/2006/relationships/slide" Target="/ppt/slides/slide11.xml" Id="Rd6c6b481f2974ab5" /><Relationship Type="http://schemas.openxmlformats.org/officeDocument/2006/relationships/slide" Target="/ppt/slides/slide12.xml" Id="R91ab43e0794942a2" /><Relationship Type="http://schemas.openxmlformats.org/officeDocument/2006/relationships/slide" Target="/ppt/slides/slide13.xml" Id="Refbbb185f3824fa7" /><Relationship Type="http://schemas.openxmlformats.org/officeDocument/2006/relationships/slide" Target="/ppt/slides/slide14.xml" Id="R3e3d3989417d4f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0aea9ba73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54baef6a14a68" /><Relationship Type="http://schemas.openxmlformats.org/officeDocument/2006/relationships/notesMaster" Target="/ppt/notesMasters/notesMaster1.xml" Id="R11563b527f1841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eb77b58ec843e0" /><Relationship Type="http://schemas.openxmlformats.org/officeDocument/2006/relationships/notesMaster" Target="/ppt/notesMasters/notesMaster1.xml" Id="R436fee887658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0a7e47b4734230" /><Relationship Type="http://schemas.openxmlformats.org/officeDocument/2006/relationships/notesMaster" Target="/ppt/notesMasters/notesMaster1.xml" Id="R326b54d1cc8147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022b6172ee4557" /><Relationship Type="http://schemas.openxmlformats.org/officeDocument/2006/relationships/notesMaster" Target="/ppt/notesMasters/notesMaster1.xml" Id="Rdd52657a647a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530f58cdc242df" /><Relationship Type="http://schemas.openxmlformats.org/officeDocument/2006/relationships/notesMaster" Target="/ppt/notesMasters/notesMaster1.xml" Id="R976e5c83a0ca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c2e7482c1648e3" /><Relationship Type="http://schemas.openxmlformats.org/officeDocument/2006/relationships/notesMaster" Target="/ppt/notesMasters/notesMaster1.xml" Id="Rc83ca1c3dad742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e754fee7e2442c" /><Relationship Type="http://schemas.openxmlformats.org/officeDocument/2006/relationships/notesMaster" Target="/ppt/notesMasters/notesMaster1.xml" Id="R4152e2f882d04b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2b45a54e246a7" /><Relationship Type="http://schemas.openxmlformats.org/officeDocument/2006/relationships/notesMaster" Target="/ppt/notesMasters/notesMaster1.xml" Id="R87b69be523494f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f58a44b6ed42bc" /><Relationship Type="http://schemas.openxmlformats.org/officeDocument/2006/relationships/notesMaster" Target="/ppt/notesMasters/notesMaster1.xml" Id="R739a97acb3bd4a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03c2f7ae1541fc" /><Relationship Type="http://schemas.openxmlformats.org/officeDocument/2006/relationships/notesMaster" Target="/ppt/notesMasters/notesMaster1.xml" Id="R1c8841fd227641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1f8809da6f4c9e" /><Relationship Type="http://schemas.openxmlformats.org/officeDocument/2006/relationships/notesMaster" Target="/ppt/notesMasters/notesMaster1.xml" Id="Rd64fb3a5860c4e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281641c7ea4b4e" /><Relationship Type="http://schemas.openxmlformats.org/officeDocument/2006/relationships/notesMaster" Target="/ppt/notesMasters/notesMaster1.xml" Id="R4186af3d555e44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5be333d678413f" /><Relationship Type="http://schemas.openxmlformats.org/officeDocument/2006/relationships/notesMaster" Target="/ppt/notesMasters/notesMaster1.xml" Id="Rba4c3d25a75a4a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bb4d3ba39a47ad" /><Relationship Type="http://schemas.openxmlformats.org/officeDocument/2006/relationships/notesMaster" Target="/ppt/notesMasters/notesMaster1.xml" Id="R34773f539df6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61dacb4754c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8be2966b3454a" /><Relationship Type="http://schemas.openxmlformats.org/officeDocument/2006/relationships/slideLayout" Target="/ppt/slideLayouts/slideLayout1.xml" Id="R0af7dfd268c9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7dfd268c9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0e76d294c4c32" /><Relationship Type="http://schemas.openxmlformats.org/officeDocument/2006/relationships/notesSlide" Target="/ppt/notesSlides/notesSlide1.xml" Id="R85b4fd811ebd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4731490964ca1" /><Relationship Type="http://schemas.openxmlformats.org/officeDocument/2006/relationships/notesSlide" Target="/ppt/notesSlides/notesSlide2.xml" Id="R205693886fe2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90620b2e43f0" /><Relationship Type="http://schemas.openxmlformats.org/officeDocument/2006/relationships/notesSlide" Target="/ppt/notesSlides/notesSlide3.xml" Id="Rfba45d5ce30546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73978fdf84a00" /><Relationship Type="http://schemas.openxmlformats.org/officeDocument/2006/relationships/notesSlide" Target="/ppt/notesSlides/notesSlide4.xml" Id="R0679e88a8e1941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e42565ca24011" /><Relationship Type="http://schemas.openxmlformats.org/officeDocument/2006/relationships/notesSlide" Target="/ppt/notesSlides/notesSlide5.xml" Id="Rad4260aa22f043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98dbb9bc446a9" /><Relationship Type="http://schemas.openxmlformats.org/officeDocument/2006/relationships/notesSlide" Target="/ppt/notesSlides/notesSlide6.xml" Id="Rfd6ced71630448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cd2738de649b4" /><Relationship Type="http://schemas.openxmlformats.org/officeDocument/2006/relationships/notesSlide" Target="/ppt/notesSlides/notesSlide7.xml" Id="R45e7ca2390974d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89241d499453f" /><Relationship Type="http://schemas.openxmlformats.org/officeDocument/2006/relationships/notesSlide" Target="/ppt/notesSlides/notesSlide8.xml" Id="Re97bf923bfd448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baa8df41347d0" /><Relationship Type="http://schemas.openxmlformats.org/officeDocument/2006/relationships/notesSlide" Target="/ppt/notesSlides/notesSlide9.xml" Id="R0029f70281b049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14232df2846ec" /><Relationship Type="http://schemas.openxmlformats.org/officeDocument/2006/relationships/notesSlide" Target="/ppt/notesSlides/notesSlide10.xml" Id="Rd16684aef8d340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eb17dfef14446" /><Relationship Type="http://schemas.openxmlformats.org/officeDocument/2006/relationships/notesSlide" Target="/ppt/notesSlides/notesSlide11.xml" Id="R66bbfa4b16ba49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a81243df4923" /><Relationship Type="http://schemas.openxmlformats.org/officeDocument/2006/relationships/notesSlide" Target="/ppt/notesSlides/notesSlide12.xml" Id="Rd0d5d2f5ac5549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f46fcb1a44f51" /><Relationship Type="http://schemas.openxmlformats.org/officeDocument/2006/relationships/notesSlide" Target="/ppt/notesSlides/notesSlide13.xml" Id="Re16ea84d8cae44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45e436dd428d" /><Relationship Type="http://schemas.openxmlformats.org/officeDocument/2006/relationships/notesSlide" Target="/ppt/notesSlides/notesSlide14.xml" Id="R236c6f96f2d24d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61C47-BC9F-498F-8562-F2A8194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84AC8-8DE9-4D02-AA54-23A7F24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29DFB-30F3-4A94-AA54-F68B480E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75CA8-1D93-43E0-8F94-4E01F5AD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925D6-77FB-4289-AA4F-6B7247C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CA7CD-54C3-48D4-A615-CFC4737E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087F5-E384-4580-9FB8-53D7C2E4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56C87-6A4F-4DE8-8A46-AEBA66D0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E6383-FE08-4678-9160-EFC6113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22BC8-061E-47D9-A410-CA77D976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AFBE5-8CF7-4339-B1CB-9D921294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C6B58-A907-4EE8-A105-D3EC1D52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05522-B5DB-40F5-BCC7-7B3FEBF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405A6-D19E-4E41-8D90-45648579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0A46118-9D33-4628-91B3-DFCC5402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CDCAE-5D09-4221-8229-B042FB0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987C4-AFB2-4921-8538-3B7F292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8B5AB-0922-43EB-9682-3190B973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82AC2-1A7F-4EB0-AF93-A299258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35085-C472-4574-8B9F-98395190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9105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41635-8B11-4F40-89C1-8962F4E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5E0A5-D5A7-4F86-8875-D0E7D6B0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31670-A311-4051-BFFB-E2779A3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A16FF-1FCD-401A-ACCA-BEBAFBC7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7A7CF-4444-4BF1-8E8E-5903D15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F1D54-D428-4E04-9084-0CB25A70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5330E-0977-4D06-BD26-C6A5D21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F0223-8291-4D18-913F-953DAD03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4B1A7-0DC2-424D-AD3A-8B24986D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66688-9489-45B0-8501-0D95BB7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52AFE-CA6D-4AAF-8012-28980C9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5B661-0F81-4D1C-B2B3-9B1B48E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AFC79-555E-4879-AF83-CF12469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4571F-806E-4AFD-9229-0260CC5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51513-883B-4F2A-A6A5-3499B454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341F8-D31F-46CC-AFF2-3CE15972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1FB2B-17D6-4791-8859-82BA53A4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36746-2071-419B-B8BD-7892BB8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C6773-3C67-4269-BC7A-2ACCFC2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9D999-EBDC-4476-A68C-597F6F7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BA508-BB2D-4573-A6A0-C00F05C8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C137D-6EA9-4840-ADC0-258CC678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D13527E2-C7DD-4BAA-88AF-4284F454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8413D-2F3B-4585-AABC-FB7FEEA8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9E057-FEC0-4CD6-992B-05DA47F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102DC-97BC-4298-BE0C-C62E8E32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75AA1-422D-4044-B6C4-BB145C5C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EE01F-91CE-4F10-9AEF-157DC52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10341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F55F5-B0A8-40BF-B7A2-5748DDC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0D23F-718C-454A-B488-9DBF6349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121D1-A6DE-4476-B107-E269BF3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F8276-8DE1-4C38-90AE-4234E24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E1235-4E8D-46B7-844B-190EE422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E69BD-F8E0-405D-82D9-5408269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EA9E6-12B9-420F-99D6-D01A64B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27322-0F93-44BD-9643-689B53B4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1D911-4282-44B4-804D-BEA266C2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53051-D494-4437-838B-2C1E049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ED38C-BBA0-4839-8AD9-F41BA66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CB8B6-90E9-42E0-BFDB-09E7DF5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25D9A-A762-4215-9618-60AE3E90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24D86-E0BA-4C9C-949F-3BEF15C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7D505-AD47-4D2B-BB1D-216EED3C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CDBB7-3674-459B-82E6-B39E3F2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12535-AB35-45D1-9C1F-F9CCD00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21A62-2EF1-42A2-8CF9-898AB3C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7569A-B4FE-4CA7-B6B7-CA51990E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1CB48-B70C-42EA-AD64-54411F1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DC231-1E29-47E7-8746-5B70D9C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1D70B-892B-4B87-860C-C15E6EC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A2065-55F2-425E-A466-4574C6D5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16AA0-B46B-40DD-B753-87FF6368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75C71-C726-4848-8461-9AC2F37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C0BEC-1A2A-47D4-A3DE-5D8E956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35D06-8FEB-4061-B66E-0D1E9BC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C9027-0713-412A-8BDE-9C199DB9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B5E585-82F9-4D1B-A379-63DCBA8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2A5DE-313B-4E64-BB0F-77C33403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B9FF21-B2E3-4095-93AD-26EA353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7822B-5E77-475A-8B13-864A606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FE997-6574-40E4-9E00-452D94A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56B9C-9989-4182-A0D5-C1F76ED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28757F7F-9A31-4019-BAE6-409E224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6D084D-149B-4EB5-9859-BBCA4EA9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788842-5063-4DAE-A28D-5D33135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4503E4-FA76-4ABC-AF25-BB1F2865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D98011-2A47-4DD8-A963-D6BD0486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56BF58-1241-431D-B82E-24EB6C2B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26436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6D83C-1242-454C-8DA9-6F16BF56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28FCB-6403-4FB0-B3A1-29256AF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60E99-5AD3-4212-BBEF-28D61796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28627-75D0-47A1-AE54-A1C23C1F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52318-21E8-42E9-A6C2-33C1AD4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2B39-71B0-4BF9-9956-9087679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5E05B-D25D-4A4F-9922-E413E4A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4CB8-79CE-4A82-8EE2-B80C756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A47EE-6080-4E1B-BBEC-CA92377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69A32-2C06-425A-A57D-6443EDF3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D072C-E569-41CA-8469-9E344BF8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936E6-1BF4-4646-8F7E-847E9E5D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57FC5-22FB-4032-A0F3-00A5668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59EC7-BFC6-411B-932B-77599A97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6DAF7-85B6-4606-AFC2-EB80C4A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5C8D0-BAFD-42D7-AFEC-59721CD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CFEA3-1CEF-4A2D-BCEA-9731A69D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6C69F-9A4F-4413-AEB2-2B4D714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09ABB-AB21-47F3-BDCB-D18CC72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B18E3-0AFD-4182-B2F7-3950CC3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B98B2-C863-4D29-BCA4-748AD5D4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6A1E8-50E6-437E-B565-DC039F24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26D74-92FD-44C0-ADD1-9296FEA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54DF8-6B9D-4287-8ADF-86445790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CF296-62B5-4CD1-84A3-5B6F3D10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BA05FC-9FE2-485B-A46C-7F1C917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21169-5C70-406A-A3B7-D68D4CB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7C26CFC-DBA3-4263-B837-667E86BE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EABFB-9F33-4FB7-8749-A07084C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333DA-F11F-4178-AD55-978F2E9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B8AB6-3C99-4A07-BCAE-9FCA045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01CDC-1A19-492D-A625-AD192A6E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977F1-E703-4E56-971A-7E6651BB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87788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40DB55-EE8E-4A49-A3FB-9B54941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9EAB-E10E-42EA-BD75-7125694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F2335-6C85-4EF5-B5DC-B9E1DCD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8D28E-912A-4C3A-9BE3-A6D3210E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7E22C-85AA-41D4-8140-D6DB97C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E992B-A704-46F0-AD7E-6AD0404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B774F-83A4-48BF-AE76-53D1471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D1723-E51B-42E9-8CFA-093C0DC8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43BBC-2BE3-46BF-949D-F1C20CA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42809-E475-4A89-A17B-83011C4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85B0F-8083-4847-9E5F-2C336E0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31DAC-5805-4980-B64A-EEA91EE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12B40-6BCC-4D52-9D70-76FABE56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E3ED3-6CEB-4317-806E-43C60E4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40F2C-BE2C-4D03-937F-EC3D33C9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90A1D-1115-492F-A70D-D391BC2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F2F0C-AFA9-4C15-9AFB-1127211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B3B18-C395-4EB9-8D89-61DFAF5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D54C9-D967-4F44-B00A-0725F13F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54D54-5507-444F-B899-0F87069A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5CF44-8A86-4090-AA43-350FA787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423FF-2198-40AC-92BC-72DF878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8A5E4-FC41-4D2C-B821-BF0108C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ADA0D-3986-4856-B619-5686364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D77BA-DBCA-4712-BA53-D5BA958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A0A84-C744-4FAC-B2E7-E53E0C1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1057F-9750-4CE1-AA6E-36F65E0D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7F497-123F-4598-B365-EAE3C1CA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26639E-CDE5-4EB0-A0D4-9DBE09B8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C42103-FEEE-4582-904C-A063B2EA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4FBBA-3589-43BB-BA26-DBF5EEC8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A33DA-1706-4F71-80EF-EA622059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A77210-D15F-4434-B756-1A641F5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F52DF-2F9C-4CF2-88B8-4F7D80C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549D9-8156-4647-8CB7-511E8E8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B0983F-7AE6-418F-9D8B-E58271B3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5E6D73-7839-4B9B-91B5-EE8D979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D8CDE42-CEBC-437A-A14E-40A99DB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39F04D-3CFE-462A-8D79-F562F51E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E3A73C-2AE0-4CC8-8653-05F836F4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F55E8-D4F7-44B6-B4D2-D59E8220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D2D576-1579-4F55-A5CE-320F4A6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4781B-A666-4A43-BD3E-80041E2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9881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0C88D-6298-4561-A3F4-290DD21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D67AE-6255-4FEB-AEC2-3DC78A90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2CF5C-DC82-4BD7-9E12-D9CACA2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72D9F-587D-4EE0-99A0-FAC968FC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F015B-CEF9-4891-9D1C-361A3747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D578B-16E2-4A53-B11F-DBFFAF69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7F5FF-3D09-47EA-A87E-C39B038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E0A6A-E357-4D8E-8DDB-5CFD690D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8C508-487A-49D4-95D2-0146A92B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F635B-4600-4BD8-9D29-5934D3E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D091B-B667-4014-B73E-DFCEFB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58AE5-8C1D-4B35-BAD0-DEFEE472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3AC97-2F8B-46F3-B656-4D86655B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FB467-D30D-4122-B197-AD0B271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B7A13-E008-4802-BB6A-D7B30220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AC3E8-E4BC-43C9-B662-E0F08FDA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46B65-091E-421C-9E47-9D77AC4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8CB8B-B027-48DC-933D-2BEAFED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A2AA1-1BBF-418A-94E2-EFF6FC0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65F49-8DD2-42EA-A7D2-761AC5E9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1D0D7-6463-40CC-AECF-3689623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FC920-EDF4-4A8E-9F44-E214C964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F0E51-639F-4789-AD70-9700637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741C0-EB31-4D19-99E4-087F681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A67AD-3A70-4EB4-AFF2-F30ED0BF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292B1-47BF-4563-A2DD-46BD41B8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slide helps identify recurring leadership questions around uncertainty, prioritization, trust, and knowledge.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BD451BCE-883F-4831-9A49-DF83E24B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0798C-1A09-42B9-8076-2370606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995E0-A9B1-4ADA-8DC4-BA528BF4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3D946-3D92-44A3-AAFB-BFADF4E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81B3B-DA58-414F-B51D-A2B654FA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079D77-5279-4B63-861C-F6AD010F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74894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4FCCD-2AB2-4F09-9B2A-FA5A7F8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F33F-4A25-43B4-8814-70AD2F7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7A8F5-3D63-49DB-B724-E718B165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4F5B9-26DF-441A-9BC7-2221759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7EAC2-46AC-4A8C-A672-6E6BE42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4AAF1-EC52-4D93-9CD8-C4A61A6C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82413-7DED-4665-8929-5C624E46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49924-1489-486A-9C5E-BFD370F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026D5-015F-4F80-A93A-D390A02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C91EA-810B-431B-829B-D55F69CD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7D9AD-19EC-4D1F-8921-40237B2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4EC2-D80F-4835-B8CE-1BDA0159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FB1B-3EFD-4BA2-B786-57C31E82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074AC-E291-407F-805A-0F502126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2687D-D1FC-4A29-BD09-F719B74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30CEC-1782-4A78-A12E-1A609407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BA0D3-F299-449B-93EF-B826CF19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1B0D-306C-4C8C-9CEC-7657DA21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72D0E-5B0B-4ED2-8AD8-F2EB62F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88D17-6D28-4376-B760-8EA120A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BCF81-A69B-41A9-898E-5FFFE84B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F2A5C-1114-4EDF-8FFE-B6876C83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8DA71-9339-4802-8D35-F6C0E8A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123FA2-49ED-467D-8395-36FC49E5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202DF-ABA1-4C3A-B80D-DDA377B5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11248-33ED-4500-B130-347A3A2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F7749-52DB-4EBA-B2FD-31B9B969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DE83C-F394-477F-9409-412B700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269F7-1CE5-46D0-A03A-B42A8EE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readiness signals to the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789F0533-2DBE-49C0-8C5E-0F6DAD7B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CCE07-25CC-469E-9417-481E3530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E2C953-2663-4077-99CB-1D5C069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BB927-BC98-431A-8C05-B8F6C94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6DC98E-2CA3-46D8-A494-57FC3AD5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0F4272-09BE-4382-808F-1B690B96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82591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236A8-16A3-4AB4-A85D-D341D2BC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8C75D-6731-4A9F-A08B-AD606FE2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DCE68-89EB-4F71-BF71-C1DDB668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D0E03-D561-49A5-B88A-195150B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14BF4-7490-44B0-9837-7BA6E5C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87E06-B6B7-413E-B816-85D1E03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181EC-5CDB-4B27-B409-A64E943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3A64E-E7F6-4959-8464-AE0FEF03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FE1D8-ED38-4D0E-9FE5-FCA11648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9DCF2-2AEB-40D4-8720-0A4A509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9F1EE-7464-4D04-96F9-E842929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26AC1-0874-4ACB-9A31-621CB88A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AEFA4-D799-4D14-8AD7-FF08C02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6C8E1-4306-4A37-9333-82EA5E8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A384A-0ED2-4537-9C77-E1AE1999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8AF57-763F-4469-B7BA-61FF9EF0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8E3C2-797E-43FC-8059-3B48EB81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BB01E-917A-4101-8378-750E3EE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1D2F3-B406-4AFD-8EC9-BF7E49E0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EBB43-EF5C-4572-BCB6-6E15836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28AF1-9E5A-48EB-9E35-63A32030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C5D3A-BA5F-4FA7-B725-71037E58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24451-484C-4807-AB4E-D097C70A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8AB76-57D8-4110-B2FA-72C66A7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8141F-6C89-4B84-9F61-AA04238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691A7-AD54-4D46-89D4-F8AF2D51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E87D2644-9A67-4284-A8F0-510E14CC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F9C18-1818-4764-B9F8-5C467EA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D3ACE-9860-40FD-A745-8F4D57D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47DCAF-7050-4A4D-A0F0-342747B5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B6FEA-09BB-4CFF-8225-A1538695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8BC23-4681-4BF3-82C7-CCFDF81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99040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F0EC8-5FAB-435C-A87C-94F9DF35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DC957-7E2D-491B-A6C7-C6B48A94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CEE34-B329-4024-BA79-EBD811C7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9807F-BD54-42AF-8BEB-1CF5158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EC1E8-43FF-4A18-9909-C9C35D4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16FB5-A160-4623-9DEE-372FDA1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E5437-F2A7-4B61-92E0-E487F7A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03AB5-2F25-434D-87A4-91433F70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93A1-1A05-49BB-A1DA-E526F506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E3BCE-1F1C-46D1-A41F-A7AC1D1F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A18B-E4FF-4F54-A46F-17D91D9E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9B8F5-6396-4905-B3A4-5E78D7CD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348B4-B7E1-488A-BDCE-7D4AB75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70742-A32A-4A88-A6C4-A0FA49A8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5A3DD-715D-4F8E-8AD5-66E55A0D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7A76A-84A5-4833-8750-59A93C34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FDB99-98AF-4F96-80A3-42725B9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84781-B022-435B-93C6-0B252DD8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346C6-50DF-4850-B9D1-9D307F4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F6E5A-67D4-4200-99D5-CEA99C37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493BF-A20A-4293-9065-1226A0D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55EFA-CF1C-4960-82AA-D1DD3A5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9BE55-73B8-42A9-949A-A4AE232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2BA58-C000-4BE5-AB91-F4E687AF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81564-3E46-4B5C-A388-2031599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ED5F4-4A56-46DC-97A5-3EED910A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2BEDF-D3E8-4E7D-BEAC-001FA74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CA62F-95C4-4950-916E-42C2AF81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E096F-D323-487E-98D3-8868E677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EC80A-7AD3-4801-8C4E-D435242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420487-1002-4179-9B3B-8F355E7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717F4-6817-46F3-9107-0A8F9E4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DA512-3BDB-4E44-B5DE-CD897614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08FE2-829A-4067-B30F-96B5482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0765F-2C0D-47CE-951B-25333986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domain.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3F59BF3F-85F8-4C66-B306-D097AD1D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E0D9EE-6B89-4E09-93E6-538715A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C5235E-FDE6-476A-BAD3-F459D8D7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3CE586-53F7-4B7C-B86E-353EE046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1525DF-D46B-40A9-B314-583F01D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ACAE8D-7C2D-4C8C-8C7E-63E095A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73811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A696D-BECA-4FA5-A916-B0AD82B4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84C1B-4D11-4E80-AAD0-C02F8B6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38FF3-5257-476A-A856-D735E3E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DD031-7D04-4960-90F3-A5B9283D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953B3-312E-48F9-8C95-F1EE84B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7B82D-CD06-4008-B35A-FA9D585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3AE10-5412-4BA8-A000-FF65E3FB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4DAAD-AD35-40F7-876E-22118A1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48AB1-3CBC-4691-99C1-43D2A1A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9F6C4-34A1-418F-9D5C-8FE1A634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33C79-1C7F-47D1-8060-3E39F61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53811-EB30-44A8-B730-3DC5A39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B7005-5C72-4445-8672-753E340B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79BBB-48A2-48E6-B31E-74482C1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42653-98A6-4F35-BF6B-ADA4297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1CDA8-9DBF-40E7-84E6-1108A88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15B2A-7DBC-4EE5-BF5C-2E6373F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AF3DD-C5B8-4D01-B470-8AFAB54E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D70EA-62F9-4FB7-BECB-39472EDE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1FF5E-6CD6-4042-8A7B-BD8F327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E2D1E-1998-4CFD-9691-895269D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4ECC4-0FE2-4ACE-A9D4-300CEA5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D57C5-21C6-4E66-AD3F-4DA03161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EB928-D438-4DDA-A516-C1AC169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CF74E-0C4A-405F-937B-A6E6E55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708F8-FF12-4734-9043-3F4498A9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DEFC7-62AF-4212-B3D9-06A7281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operations domain.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459A7BC-EC70-4757-8939-6A91CCCA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4923E-0F80-4608-9D92-1AB9E9F3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4C71F-4DEB-4B7B-9279-89F852F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2DD12-8094-4263-9132-B582DA09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43E4C-3A53-4CFE-B278-FDF7A1A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9D462A-7287-4EAB-B2A5-78D8DFBF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81739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4C55F-1F77-48B3-AAAD-68DB3414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2C1E-8CE6-4272-8AF9-787009C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5D6E9-26BD-4A4F-AE49-FF2EE5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1D4F4-0716-45C3-A689-7C556485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4494A-BF59-4BBD-AD3B-B39B10F8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651E0-4902-4A3C-A172-F1002F19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ADD9-1322-452F-9387-3CD5A2ED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C1603-AC7E-47D0-8771-7157F1B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8FFC4-2E01-4CE5-9932-52CA0F8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EBDAD-5889-4EC3-99F3-78AD1F1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16070-B3FD-4A98-8BAD-5FA48ED2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1C9FE-1FBD-469C-9E7B-DAB0B5F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D52F3-0D37-46F9-A82B-FBBE0DE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B63C2-198F-417A-B99D-C80ADB2C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BDA22-5224-4A6B-9EB4-4B547D5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7B12D-A30D-421A-B1F8-0C55A55A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4B10E-AB26-4083-A734-B7ED47F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AC0E32A-DFF3-4DFC-9D5B-193AD29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A185F-2808-4B67-8544-E209AACC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388459-05A8-41F8-8971-DDF9818A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D723C-8518-4A71-9C2F-049DA02C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CC91A-ADD1-4B00-87C9-C9F1F46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42237-C018-41CD-A2FE-D32A110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57689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A94C3-2AA9-42DB-8F26-36B8853B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349E3-3D00-4B17-AB8A-F79D6B37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2E7C9-6276-4236-8578-BA465B9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3CEFF-F9A8-4B25-B51A-F2A56A71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80338-AD25-432E-8983-594CB6DC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4CA7C-B49E-4A45-BEB3-F06B842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EEA29-AEB9-4E19-907D-630F1F8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33A21-01F4-460F-B222-A3AD6F8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BDBA1-D905-44F7-97D2-1ADEAF6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E4AA1-ADE1-402F-94AF-181DFDFE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8E660-A197-4571-BE66-07530E26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35AF7-F3FD-4CA0-BDB1-8F74850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C2970-4693-4AB7-AC63-8241330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51652-4914-4F30-8F22-3E68293C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7F29E-640B-451A-8CDE-351DC67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23C70-3FB2-49AE-B250-DDA72A1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B4B8D-21C8-4186-B18F-D1BAE68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02B02-B41D-4125-9521-5787786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293E7-4B12-4574-9952-5E42976D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9F2FE-2886-40FA-8581-07D6CC7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EC8D8-824A-4FD2-B9AA-26B48103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08436-C691-446A-B7E1-BC4EA366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F4EF5-251B-4FE0-AF5C-CC9929BE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016B387C-CCD7-4608-B6D4-2115C22A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D3B38-3490-4F39-8E8F-EAE4D407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6EB83-7450-46CE-9F30-AED03F2C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4EAC2-FCA9-431C-93F6-25E0EA00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F4EF7-55E1-49FA-B5CE-8830D1EB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48A316-A79C-46C2-BAD5-136C8E09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381538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9238D-E52E-4AD7-8909-F9936123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131DD-47F6-4F28-B9DB-94B7BCB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2E22B-35FF-493A-9161-73ADD5F9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206DC-3907-4355-AE65-3AB30BB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A4603-2C78-4CB3-9985-58B4C7B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C9E7E-5CDC-4236-859B-CC418F74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86A14-C4B0-4DCB-80A4-C3B8079D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43D56-83DE-40D6-8430-935B3438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CFD41-54B5-4B91-AC6D-F7497E5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4D975-3824-4D5A-A9BB-09E45C6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5E3A9-BC60-4E35-B582-CFB49DD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9C21F-68ED-49D6-A4C5-4D181A45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812B-4633-47C0-8D8A-E0951B1F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00893-E97E-44A7-8704-C03AE89D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BF057-719D-4C91-9EA7-52A53610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FFC0A-6FED-4EB5-914B-51BDD67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A328C-8032-40EE-B825-575276C9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F3A85-BAD3-4840-AD60-5C9D2E2E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CEF99-1FC4-4382-9A9C-D33E56A4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06907-02EA-4B02-BC3D-4A5DCA40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7258-C3AD-4056-AE9C-B3AB55E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DE36F-2F66-4258-867D-89672E5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FB844-4BB7-44E6-A172-BB36A06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7DEB5-7809-4EB3-926C-EF36036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5B551-EC6B-4A03-9A19-8F80FE9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DBCA3-9101-4904-AC86-5A0D8F9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AE63C-36CD-4005-AA82-FED91FA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C25A6-4541-4EAF-9576-2DB8AA5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32F74-3343-4BDA-85B3-942A9471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BD881FBC-1A99-4150-8C1F-F17AA54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3E7BCC-B93B-48B4-BA6A-01A1A52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7C441-D767-41A8-9E9A-AB0115B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563110-D2A2-4C58-ABF1-8B13A00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A6A30-5B68-4A2F-AE71-050DE996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4E357-1474-4884-82CF-19D182C8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797867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979D9-6D14-47AF-B878-3A1F02C5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E9ADD-A781-4311-B3CA-42188DF5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42636-B0D4-4B55-AF6B-D23637B8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6A8E8-09B0-4ACD-B2F3-92A5265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6611D-C68D-4633-9AB8-D10BD66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30A75-93E8-49AF-B6C7-9A1FE8E5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37423-EEAC-4E2B-B1FD-D42A8D2C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51BCD-E69F-4907-9E79-20B33AB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400B1-8080-457F-B3D1-C24DE5A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E3512-8C00-41AA-8F60-08A1E31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C8C2F-5655-4FB4-A551-D83F8054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D2363-B92E-49E0-B464-DBE094C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CBA37-9BE6-4F37-B24A-421750C0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3439-CAB1-4C36-AF48-348F2670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18FF9-CAD5-461E-8965-8ACB9FE0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F112A-EBFA-41C3-AE91-81909E71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88929-BC94-42C5-8B93-12617D9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2A01F-E42B-440E-9E6A-A8E93F31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C0375-7558-4C4E-9090-9AD45724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FD1E7-72F7-43AD-87F1-BD3ED30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C1B92-0876-4E74-BBE2-F933A8B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E896-AC28-4F01-8298-45268D7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85B15-856F-48B5-9BD8-CED9F331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7FD29D5-D49E-4C22-A6EB-43F26A9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62D31-A8F4-4EE4-80E4-32F75DF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7C104-4BD6-4C8D-9CFA-8A34B792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97C002-058E-4C65-9BB8-B8B51365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1457F-A977-4925-8240-09E027FF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2710B-3EE4-4424-BD7B-3F20031F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97173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2026-06-15T07:55:49.0040000Z</dcterms:created>
  <dcterms:modified xsi:type="dcterms:W3CDTF">2026-06-15T07:55:49.0040000Z</dcterms:modified>
</coreProperties>
</file>