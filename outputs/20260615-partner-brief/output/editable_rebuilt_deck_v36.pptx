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df2a962b5746f4" /><Relationship Type="http://schemas.openxmlformats.org/officeDocument/2006/relationships/extended-properties" Target="/docProps/app.xml" Id="R457d73b3a6e343bf" /><Relationship Type="http://schemas.openxmlformats.org/officeDocument/2006/relationships/officeDocument" Target="/ppt/presentation.xml" Id="Rcf55d3fa9be4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715a110de34150"/>
  </p:sldMasterIdLst>
  <p:notesMasterIdLst>
    <p:notesMasterId xmlns:r="http://schemas.openxmlformats.org/officeDocument/2006/relationships" r:id="Rfc11836f0d4c4bb0"/>
  </p:notesMasterIdLst>
  <p:sldIdLst>
    <p:sldId xmlns:r="http://schemas.openxmlformats.org/officeDocument/2006/relationships" id="256" r:id="R08e3a2dc01454b34"/>
    <p:sldId xmlns:r="http://schemas.openxmlformats.org/officeDocument/2006/relationships" id="257" r:id="Rf29819c7aba348dd"/>
    <p:sldId xmlns:r="http://schemas.openxmlformats.org/officeDocument/2006/relationships" id="258" r:id="Ree6fce02489b4bd3"/>
    <p:sldId xmlns:r="http://schemas.openxmlformats.org/officeDocument/2006/relationships" id="259" r:id="R77060fdc50dd48c1"/>
    <p:sldId xmlns:r="http://schemas.openxmlformats.org/officeDocument/2006/relationships" id="260" r:id="Rbd015e4a7b1b4231"/>
    <p:sldId xmlns:r="http://schemas.openxmlformats.org/officeDocument/2006/relationships" id="261" r:id="Re2600683126e4b29"/>
    <p:sldId xmlns:r="http://schemas.openxmlformats.org/officeDocument/2006/relationships" id="262" r:id="R527f1bcff0a64cc7"/>
    <p:sldId xmlns:r="http://schemas.openxmlformats.org/officeDocument/2006/relationships" id="263" r:id="R4c3c2f72e691401a"/>
    <p:sldId xmlns:r="http://schemas.openxmlformats.org/officeDocument/2006/relationships" id="264" r:id="R3c1fc41f890c4775"/>
    <p:sldId xmlns:r="http://schemas.openxmlformats.org/officeDocument/2006/relationships" id="265" r:id="R2dffab3957624571"/>
    <p:sldId xmlns:r="http://schemas.openxmlformats.org/officeDocument/2006/relationships" id="266" r:id="R58cd06e62f634e62"/>
    <p:sldId xmlns:r="http://schemas.openxmlformats.org/officeDocument/2006/relationships" id="267" r:id="Re752f41a98684b9e"/>
    <p:sldId xmlns:r="http://schemas.openxmlformats.org/officeDocument/2006/relationships" id="268" r:id="R3ffd9458b95c47ea"/>
    <p:sldId xmlns:r="http://schemas.openxmlformats.org/officeDocument/2006/relationships" id="269" r:id="R0b038b96cc24447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682f78e41459a" /><Relationship Type="http://schemas.openxmlformats.org/officeDocument/2006/relationships/slideMaster" Target="/ppt/slideMasters/slideMaster1.xml" Id="R10715a110de34150" /><Relationship Type="http://schemas.openxmlformats.org/officeDocument/2006/relationships/notesMaster" Target="/ppt/notesMasters/notesMaster1.xml" Id="Rfc11836f0d4c4bb0" /><Relationship Type="http://schemas.openxmlformats.org/officeDocument/2006/relationships/presProps" Target="/ppt/presProps.xml" Id="Rc64af0eb51744901" /><Relationship Type="http://schemas.openxmlformats.org/officeDocument/2006/relationships/tableStyles" Target="/ppt/tableStyles.xml" Id="Rfa96da4a8f3a40c1" /><Relationship Type="http://schemas.openxmlformats.org/officeDocument/2006/relationships/slide" Target="/ppt/slides/slide1.xml" Id="R08e3a2dc01454b34" /><Relationship Type="http://schemas.openxmlformats.org/officeDocument/2006/relationships/slide" Target="/ppt/slides/slide2.xml" Id="Rf29819c7aba348dd" /><Relationship Type="http://schemas.openxmlformats.org/officeDocument/2006/relationships/slide" Target="/ppt/slides/slide3.xml" Id="Ree6fce02489b4bd3" /><Relationship Type="http://schemas.openxmlformats.org/officeDocument/2006/relationships/slide" Target="/ppt/slides/slide4.xml" Id="R77060fdc50dd48c1" /><Relationship Type="http://schemas.openxmlformats.org/officeDocument/2006/relationships/slide" Target="/ppt/slides/slide5.xml" Id="Rbd015e4a7b1b4231" /><Relationship Type="http://schemas.openxmlformats.org/officeDocument/2006/relationships/slide" Target="/ppt/slides/slide6.xml" Id="Re2600683126e4b29" /><Relationship Type="http://schemas.openxmlformats.org/officeDocument/2006/relationships/slide" Target="/ppt/slides/slide7.xml" Id="R527f1bcff0a64cc7" /><Relationship Type="http://schemas.openxmlformats.org/officeDocument/2006/relationships/slide" Target="/ppt/slides/slide8.xml" Id="R4c3c2f72e691401a" /><Relationship Type="http://schemas.openxmlformats.org/officeDocument/2006/relationships/slide" Target="/ppt/slides/slide9.xml" Id="R3c1fc41f890c4775" /><Relationship Type="http://schemas.openxmlformats.org/officeDocument/2006/relationships/slide" Target="/ppt/slides/slide10.xml" Id="R2dffab3957624571" /><Relationship Type="http://schemas.openxmlformats.org/officeDocument/2006/relationships/slide" Target="/ppt/slides/slide11.xml" Id="R58cd06e62f634e62" /><Relationship Type="http://schemas.openxmlformats.org/officeDocument/2006/relationships/slide" Target="/ppt/slides/slide12.xml" Id="Re752f41a98684b9e" /><Relationship Type="http://schemas.openxmlformats.org/officeDocument/2006/relationships/slide" Target="/ppt/slides/slide13.xml" Id="R3ffd9458b95c47ea" /><Relationship Type="http://schemas.openxmlformats.org/officeDocument/2006/relationships/slide" Target="/ppt/slides/slide14.xml" Id="R0b038b96cc2444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5fdf9ed35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36327beb64c63" /><Relationship Type="http://schemas.openxmlformats.org/officeDocument/2006/relationships/notesMaster" Target="/ppt/notesMasters/notesMaster1.xml" Id="R66d62c32a379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194f77aad469e" /><Relationship Type="http://schemas.openxmlformats.org/officeDocument/2006/relationships/notesMaster" Target="/ppt/notesMasters/notesMaster1.xml" Id="R00cad4cf6c024f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92afcb21649b3" /><Relationship Type="http://schemas.openxmlformats.org/officeDocument/2006/relationships/notesMaster" Target="/ppt/notesMasters/notesMaster1.xml" Id="R9450074104f0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b7fc117ef744ae" /><Relationship Type="http://schemas.openxmlformats.org/officeDocument/2006/relationships/notesMaster" Target="/ppt/notesMasters/notesMaster1.xml" Id="R3bd7fdbb9a84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ee7e1599b4037" /><Relationship Type="http://schemas.openxmlformats.org/officeDocument/2006/relationships/notesMaster" Target="/ppt/notesMasters/notesMaster1.xml" Id="Rd05b7657d69b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3e5af091024dc5" /><Relationship Type="http://schemas.openxmlformats.org/officeDocument/2006/relationships/notesMaster" Target="/ppt/notesMasters/notesMaster1.xml" Id="R881c4ec2640748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1e0afbca4d4bd5" /><Relationship Type="http://schemas.openxmlformats.org/officeDocument/2006/relationships/notesMaster" Target="/ppt/notesMasters/notesMaster1.xml" Id="R5c1c9104cd254f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d9c2c862384d62" /><Relationship Type="http://schemas.openxmlformats.org/officeDocument/2006/relationships/notesMaster" Target="/ppt/notesMasters/notesMaster1.xml" Id="Rfa64541212ab41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13643554a54c19" /><Relationship Type="http://schemas.openxmlformats.org/officeDocument/2006/relationships/notesMaster" Target="/ppt/notesMasters/notesMaster1.xml" Id="Ra9bf04932f77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60ec7910a94eab" /><Relationship Type="http://schemas.openxmlformats.org/officeDocument/2006/relationships/notesMaster" Target="/ppt/notesMasters/notesMaster1.xml" Id="Rf1fc8d4bf1c749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cf97c4748140c7" /><Relationship Type="http://schemas.openxmlformats.org/officeDocument/2006/relationships/notesMaster" Target="/ppt/notesMasters/notesMaster1.xml" Id="R6a5700e0bc2945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3ba428c1c34910" /><Relationship Type="http://schemas.openxmlformats.org/officeDocument/2006/relationships/notesMaster" Target="/ppt/notesMasters/notesMaster1.xml" Id="R2a3a1796720b4d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aced44412f43e7" /><Relationship Type="http://schemas.openxmlformats.org/officeDocument/2006/relationships/notesMaster" Target="/ppt/notesMasters/notesMaster1.xml" Id="Raca76df7cf5e4d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128377653c4252" /><Relationship Type="http://schemas.openxmlformats.org/officeDocument/2006/relationships/notesMaster" Target="/ppt/notesMasters/notesMaster1.xml" Id="Rbbc899f2324c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7bb2a34da42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6386b89a543d0" /><Relationship Type="http://schemas.openxmlformats.org/officeDocument/2006/relationships/slideLayout" Target="/ppt/slideLayouts/slideLayout1.xml" Id="Re016ef1e3e1448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6ef1e3e14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a36bbf1b4b80" /><Relationship Type="http://schemas.openxmlformats.org/officeDocument/2006/relationships/image" Target="/ppt/media/image.png" Id="R6fe2a4e7eae542ac" /><Relationship Type="http://schemas.openxmlformats.org/officeDocument/2006/relationships/image" Target="/ppt/media/image2.png" Id="Rd5e052ccc45e4376" /><Relationship Type="http://schemas.openxmlformats.org/officeDocument/2006/relationships/notesSlide" Target="/ppt/notesSlides/notesSlide1.xml" Id="R396db1bd453547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e470dd87748a3" /><Relationship Type="http://schemas.openxmlformats.org/officeDocument/2006/relationships/image" Target="/ppt/media/image3.png" Id="R7a1666715d504168" /><Relationship Type="http://schemas.openxmlformats.org/officeDocument/2006/relationships/notesSlide" Target="/ppt/notesSlides/notesSlide2.xml" Id="R24a8dd21bb49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7877ccb4445a1" /><Relationship Type="http://schemas.openxmlformats.org/officeDocument/2006/relationships/image" Target="/ppt/media/image4.png" Id="Ra0dd7f08b06d4625" /><Relationship Type="http://schemas.openxmlformats.org/officeDocument/2006/relationships/notesSlide" Target="/ppt/notesSlides/notesSlide3.xml" Id="R7df5218074e4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615dd83fe4960" /><Relationship Type="http://schemas.openxmlformats.org/officeDocument/2006/relationships/image" Target="/ppt/media/image5.png" Id="Rfdb69ce2d4844e7c" /><Relationship Type="http://schemas.openxmlformats.org/officeDocument/2006/relationships/notesSlide" Target="/ppt/notesSlides/notesSlide4.xml" Id="Rfba5b07fa4b0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039c8ced24650" /><Relationship Type="http://schemas.openxmlformats.org/officeDocument/2006/relationships/image" Target="/ppt/media/image6.png" Id="Ra0e5c3cf7ff141a4" /><Relationship Type="http://schemas.openxmlformats.org/officeDocument/2006/relationships/notesSlide" Target="/ppt/notesSlides/notesSlide5.xml" Id="Rdff2fe73c4b249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d61e5e5464503" /><Relationship Type="http://schemas.openxmlformats.org/officeDocument/2006/relationships/image" Target="/ppt/media/image7.png" Id="Rd508e940a85143db" /><Relationship Type="http://schemas.openxmlformats.org/officeDocument/2006/relationships/notesSlide" Target="/ppt/notesSlides/notesSlide6.xml" Id="R5ee6e891092c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183771eec4c90" /><Relationship Type="http://schemas.openxmlformats.org/officeDocument/2006/relationships/image" Target="/ppt/media/image8.png" Id="R2fb9baf0f5b9436f" /><Relationship Type="http://schemas.openxmlformats.org/officeDocument/2006/relationships/image" Target="/ppt/media/image9.png" Id="Rc45fd52697844de8" /><Relationship Type="http://schemas.openxmlformats.org/officeDocument/2006/relationships/notesSlide" Target="/ppt/notesSlides/notesSlide7.xml" Id="Rdd9d4a74e48b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4bb93f314b3a" /><Relationship Type="http://schemas.openxmlformats.org/officeDocument/2006/relationships/image" Target="/ppt/media/image10.png" Id="R428cbe35d8734153" /><Relationship Type="http://schemas.openxmlformats.org/officeDocument/2006/relationships/image" Target="/ppt/media/image11.png" Id="Rafafa075c6a94eb6" /><Relationship Type="http://schemas.openxmlformats.org/officeDocument/2006/relationships/notesSlide" Target="/ppt/notesSlides/notesSlide8.xml" Id="R04d607cc2e0343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2f950bd36403b" /><Relationship Type="http://schemas.openxmlformats.org/officeDocument/2006/relationships/image" Target="/ppt/media/image12.png" Id="R7616f2c1d03c4d78" /><Relationship Type="http://schemas.openxmlformats.org/officeDocument/2006/relationships/image" Target="/ppt/media/image13.png" Id="R7bad3fd673e944eb" /><Relationship Type="http://schemas.openxmlformats.org/officeDocument/2006/relationships/notesSlide" Target="/ppt/notesSlides/notesSlide9.xml" Id="R376c144430554e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31bce61594c0e" /><Relationship Type="http://schemas.openxmlformats.org/officeDocument/2006/relationships/image" Target="/ppt/media/image14.png" Id="Rcb8befbc18174dc0" /><Relationship Type="http://schemas.openxmlformats.org/officeDocument/2006/relationships/image" Target="/ppt/media/image15.png" Id="Rcccff75a871f457c" /><Relationship Type="http://schemas.openxmlformats.org/officeDocument/2006/relationships/notesSlide" Target="/ppt/notesSlides/notesSlide10.xml" Id="R1ee7c1fd6b4a49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af3714bba40a2" /><Relationship Type="http://schemas.openxmlformats.org/officeDocument/2006/relationships/image" Target="/ppt/media/image16.png" Id="R80fdb65355434b87" /><Relationship Type="http://schemas.openxmlformats.org/officeDocument/2006/relationships/notesSlide" Target="/ppt/notesSlides/notesSlide11.xml" Id="R7b6f485e5d174f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f015bb5414aaa" /><Relationship Type="http://schemas.openxmlformats.org/officeDocument/2006/relationships/image" Target="/ppt/media/image17.png" Id="R91db350e826d43ed" /><Relationship Type="http://schemas.openxmlformats.org/officeDocument/2006/relationships/notesSlide" Target="/ppt/notesSlides/notesSlide12.xml" Id="Rf5d8d9275a674b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cb8432daf4f49" /><Relationship Type="http://schemas.openxmlformats.org/officeDocument/2006/relationships/image" Target="/ppt/media/image18.png" Id="Rd73f3f8a022c40f7" /><Relationship Type="http://schemas.openxmlformats.org/officeDocument/2006/relationships/notesSlide" Target="/ppt/notesSlides/notesSlide13.xml" Id="R8db1c646bdfb4b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0d8e9e93f4a82" /><Relationship Type="http://schemas.openxmlformats.org/officeDocument/2006/relationships/image" Target="/ppt/media/image19.png" Id="R0996ec4733ec4082" /><Relationship Type="http://schemas.openxmlformats.org/officeDocument/2006/relationships/notesSlide" Target="/ppt/notesSlides/notesSlide14.xml" Id="R96cc36134ec1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6BBAD-7140-4F1B-A1EA-7AFFBFE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1508E-9CF6-4793-8E07-DBAF743F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2a4e7eae542ac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C56DC-CB74-4F39-B28B-CECC034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32F42-BCD9-45FC-BB9E-856F9F0D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C0FEE-47E1-404C-9213-690D277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B706C-6C3E-46B9-AA1B-317190EB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C78CD-7F01-455C-90E5-897D5FB4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052ccc45e4376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B9436-854C-4311-9561-0DB9B16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A7906-8639-42F5-83DC-286807D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C610E466-7092-414F-B051-89E95DB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E8CD4-BE8B-444F-B15B-7455AC5A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7E957-9984-40E1-B13B-C4E08C5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EA814-A41F-45A3-8B4E-6D958555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6666-39C2-4F16-AF80-BB6EB672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1E446-7DAD-428E-9C7C-1638D6D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86267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DE5A1-D77E-4DCD-BB28-3C09F07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B0EF5-2460-4931-9879-52F7993F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66715d504168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1DD20-5D4F-435B-83D1-EC820E6A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34BA5-5795-45FD-8C00-42A19FA4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7AE34-2727-4B9C-83BC-8A573B9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21BE7-5111-47FB-8FA9-10092C11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2DF0A-1482-49BA-BCC5-54DC6563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442F8-3D04-4AFD-AB6A-CF17E82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503F8-DC48-4FA5-9ED7-3A0B1565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643AE-27C8-4E31-9AC8-8BBCC78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997A4-7385-43CF-A27F-278B8A18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5E42D-6A22-46B8-8A36-28712AED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58BA-EE2F-45A9-AA65-DFDCA74D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37D02-06A1-4893-8C25-D45AB81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F519B-E001-422E-83B2-0416ED1A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ECDE-20F5-4670-A328-A003949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220D9-3947-4667-AF75-F40231F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22EDE-99A9-4819-AF5A-E00B4E5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C14E4-4117-471E-91CC-E53FF9F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987D2076-5ECE-4070-BC82-63F58017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5B6D3-3E90-4A0C-B26D-35CF1E7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1A80A-99F1-456B-972D-4E0DB3DE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13269-AC78-45CD-B8B1-5F3A7B0F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26D71-13B9-4535-8EEB-E130D11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DEE13-0546-40C6-9B36-FC41CFC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56886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C1ED7-CAC9-4AB4-8EB5-AE8B39F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EF5C4-799C-4F6F-9997-9F642BF5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d7f08b06d4625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49589-55EC-4E99-9C04-76B6C9E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9254D-445E-4B33-BF73-EA57238E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BC0B5-B971-4566-8A20-63B5327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1EBD3-8DC1-4977-88ED-C8FB265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8172A-295A-4C65-97D0-2E3AA12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B59DC-ACA6-475F-8701-C76052B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BB09-B032-4F6C-A970-AF9BA60F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5A609-4BB7-4B2D-9527-5E180DF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AE6CB-E412-4CE4-88D1-7B1CD62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B1C58-6841-4CFE-BBB5-6A2242C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A0071-4662-436D-957E-3523241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2F91E-EF9B-40E0-8184-A780F3C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A3BAA-4D27-490A-885D-0336B33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D6DCD-61D5-468B-A178-A212D5A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63903-C084-4906-8393-846C4976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F2DD4-E802-486B-8AE7-D599818C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9D3FC-E4BC-43A3-9896-A6899D4F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0EAD2-64F7-4194-B014-C28CC13B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9DF99-04FF-4792-B6B7-9B14EC33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120D1-20C1-469A-9C89-1D8A6E8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CF387-9DD9-49BF-8E77-613EA43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9C365-3AB6-4366-8CAB-B6E2BAB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7AFBC-3783-45F5-9838-BD579BA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8DD93-AF32-446F-B848-DC1AA839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38DE5-E190-46F1-9656-B1D33254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4886E-F32F-4544-BC56-E58660A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828D76-65CF-492D-A3EC-37A6E22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84924-C3FF-49D7-9D79-B81EE405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BBF37-CAB8-41C0-82CE-46D864C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EC8B26B8-8420-4476-9794-49093C9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C0D5D-6B7E-4D3B-8CB4-587E57F3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C1DA4-16F9-41AD-A7E7-584B3F6C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CD21AB-3A53-4BCF-ABD3-A555618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419D2-7A54-45A9-927C-860393A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6809E8-F11A-472E-8FBE-B8A50CD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88357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BA1CB-8A91-486F-8A0A-6A21ABCE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C2803-B02C-4BD7-BCB5-03F7A4D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69ce2d4844e7c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EEDE-7705-4968-81BE-A5045B88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00168-B111-4EBA-90DC-FF5CDA8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BC106-2583-4BE1-B7F8-A86A8C6B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D71A0-DAF7-4081-989F-D4EE9B6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F457C-B1A9-4553-B07E-2690BCF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C5F0-4F19-40E6-9616-08DF8320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C09FD-1A64-4855-B50D-CE0C35A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33330-5A29-4BAA-BF0E-3A81860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05A3C-7407-4C0A-B02B-FCB88404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A2A7B-C023-4596-B3C6-DE7DFFDD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E6CF8-B89B-4EC0-92EB-4C0B623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22B6-9352-44AE-9CB6-46D1E87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5E826-E8FE-4BC3-8EC9-D8645F19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EBBF5-A99E-491F-A58C-4D47F93C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E2AB2-B6E7-4870-B20C-2FEE459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C516F-24B9-4B1D-987E-B29331F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71AAD-B1B5-448B-B48B-5ACBB5B2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147BA-80BB-46BD-9DAC-D31280B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7F77E-C8CE-453B-86AF-C615885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59D50-F3AD-4817-9D2F-C1A779F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C393C-46A6-4703-A59D-6289E6D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9D5C6-D539-4DA4-BDCA-FB983D8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A29697AC-14EB-4D18-B744-BFAE3CC8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825D6-CCE9-46D6-8150-1F7F3C27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F44A8-DE02-4B3C-8198-6609693B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485C6-7ED2-43A2-A054-4061E497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4FD61-5B90-4442-B6F7-92227917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3F4E4-53E0-43DC-A836-3DEFAE4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83683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11BA1-474E-42CE-B172-2376C47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F36A2-0AAA-4DB3-B370-D538063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5c3cf7ff141a4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BD4AC-A542-4E6F-9745-0A49AEC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7345-32AA-479B-AB5F-3A0CEB40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BC6E8-3E21-4596-B321-EC6F0D31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2CC75-BF26-46E3-820D-E2EFCE1B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9C9E4-5DC0-44F1-880A-FD10E05D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F5B9-0014-4D87-BF65-18F5D4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30318-497A-4B14-8CEF-8C794E9C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F8D23-A9C4-47FA-84D4-8E6E09E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AC255-1E3B-4331-B4B8-BA49CE0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0EF73-4353-4697-86B9-73C6445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5301A-DB4D-46C7-AFDC-0221202B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B963F-B79C-41BA-95C4-E4A589D8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288F1-9F78-43E5-AFCC-1DEB2FC1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7D3ED-96E4-499C-9BF9-12BAF1C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93633-04E7-41A3-B6DA-F1065ED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7D730-2639-44F7-A174-1C064B60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6DBC8-CDBF-4219-845C-CFCF3F2E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DDEB1-1B86-451F-84E0-EF29D812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3EE5-5B8D-41F6-8BB9-B2AB3B3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04F77-F75B-4348-9CED-38F366B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30D7F-AD2B-41A6-8FDE-3A88FF45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7D07E-F7FE-453D-85A2-2E9A984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48757-553A-4D8B-86AB-5845C6A8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164A1-F106-44B4-8827-47317A0D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89455-8C3D-4ED1-8475-508AF60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2C215-4B0B-46AA-81FE-9ACC8FA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F8FE4-F884-4924-919A-6BA3A93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5899B-F2DF-4D0F-8C68-208FCCF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EF3C8A-BE0D-4979-9968-2E216337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531A5-AC8F-42EB-90A0-549873A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665A6-BBE0-4284-9754-736DC47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C8B9C-B7C8-405A-B054-7C269AEB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D7244DC-3752-4B12-B06B-832AA0F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39B5CC-83BB-4E90-8155-5D178354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219A2-48EF-489C-9320-CBAA931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0302FB-A74D-4A93-8453-D4E829A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41CBAB-DD01-4A99-901F-AC98041F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D2BBFF-6DDA-4F88-ADC4-75BEA47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023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769C4-D6D7-4E4D-BF83-26A6C37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1618D-6BD4-44D2-A825-DAFB8E3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8e940a85143db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5A27-92B0-4D22-AC83-83F6FCDE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AD1AC-6B30-4172-91F9-ECE2A835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76D1A-029E-45E0-BA80-9588345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E04E6-8407-4CC1-8F00-28AFAEF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F2ACD-BBCE-41A2-AB11-5A015228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894BB-9529-4DF2-9686-75FA65A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7EC64-E256-44C7-B294-062789C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591BE-165A-4A8A-B307-4D95A6A6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90AC5-BB08-47F3-92D5-7D8E0809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B4CDF-4805-4B89-BE07-A72CBAE4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869C2-9F64-4FDE-83C8-2AAB37B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61AE1-5F7B-4E63-90AA-21B743D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03CA6-F55D-40D8-9362-20A7517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A0651-696E-4EB8-86C9-53AB745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2C1A0-A957-4AB9-BD24-9FB84EF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74E40-F19F-4930-8A48-EB1E2162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96D7E-1107-4C35-AA86-1DD4EAB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D5339-8636-4460-B3DF-91987039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E5FE3-CBDE-4EDC-AF7E-A293773B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DF5B7-BE8A-477F-8410-97FC5D9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3CDEF-5E8E-41F8-AD8C-A3383AB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0C5CB6D2-1960-4053-AD5D-799EF6E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834F9-BC23-4197-B0F5-D70270D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2B413-31C5-4C6C-963E-DB264D6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E823C-AE16-4FE6-9D74-3172980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E13AD-77E1-4686-9D5E-D395444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5624F-B6A9-4595-9151-4A4743D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60188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99BFA-5FFD-4394-8CF8-25AC8A1E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F81B5-D2D0-4485-B050-C7C24B7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9baf0f5b9436f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BFD7F-D820-436C-897F-1A29764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3839D-0A0C-4C4B-B29C-75DCF67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6F2B7-5317-4D50-8F38-F448B96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32A0-DD9B-46B9-B7DB-2C426FC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09AC-FD42-4B3A-A5B2-3216E77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286D6-365E-48F6-96C7-B630807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fd52697844de8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1EB84-03CC-43B8-B48B-BA97CF7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662CB-F93A-4D0F-9C42-90CAA0AB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86652-CCBC-4681-B098-CE704882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0EFA4-49D1-4687-8501-E1785219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4775B-02E3-4925-BA47-D3705314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26762-AA10-4A41-8218-ED24A5C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CADF0-55D1-4DBD-970F-C7F64EB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86FFC-A79A-4B41-ACFA-9ED1E2C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9F7DE-5A43-421D-BF54-6D31B60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61D9B-E934-4698-8503-33C6EB5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4CBC5-E3A6-4FB9-B0E4-EE87858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F3F6E-C0B0-4092-B44D-0DB3BE0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2E69E-7008-434B-9F4D-699F60C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03BA4-07CB-4A6D-BE87-33BEBB2C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46241-61F1-467E-BC92-7E620840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3CACD-2A03-486B-8762-11AB6F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4E98C77-8219-476E-94F3-1C16953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F38FD-8909-40E4-9C84-2B55A43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2DB64-B9C6-44C9-9A8C-FC388B5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7A87B-2AE5-4790-91B8-6B0345FD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16497-F330-4E25-BF49-3865D611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10EA0-E011-4BFF-A690-5B41D218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56539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74C8A-F9D3-48C9-8EF5-4047D8CD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ECFA7-5500-4CDF-9003-04FC2E3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cbe35d8734153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02164-A457-480F-8F11-F6A1288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83DF8-8877-4CC7-9A71-B2D54650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51ED-9454-4BBA-AE00-89717C3D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6FDB-C77B-4161-81BE-D43855F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08960-D31A-49A9-8E2D-AF3A67D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A200-A5C7-43A5-9664-4CA5C57B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fa075c6a94eb6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C2AC8-FEFC-420D-A1BE-31EC964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0FA9-1A95-450C-A412-43C5958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1A7B2-4A30-4113-B805-EB1C5C06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04593-8D21-403A-9277-9FC687B0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A79F6-78D0-48CF-9D15-AFA2E4A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57AF9-D85F-4528-BCB0-229A800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87F01-1373-4BCF-BAB4-A6421111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04939-92C8-4119-8625-2435E951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1F22D-C554-401A-8A51-4E158C6C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AA82D-5ABF-49BE-8C52-C16B319E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710A3-D181-42B6-A345-21D2517C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3573D-3616-4300-803C-B76738CB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B118D4BD-B3C1-40DF-B365-C4A28C31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CD11D-C84C-4D6D-8D42-79104D1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8A4C0-7438-4D65-9C7E-3596AFB6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15678-0278-494A-8A67-2F8B2AB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7D6C3-D544-4A04-9561-F4ABFEA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E77F7-70F2-4839-957C-97827E5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4467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FE368-93A3-471C-A433-87A462E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C25F9-381F-4E63-93B1-1045908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6f2c1d03c4d78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D5CB3-61B5-4997-8039-CB33BEF6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A8F7-E43F-48E5-A406-B398945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E1351-EE3A-4E51-87C6-9A69623E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3BA17-F580-4323-93FF-68286E2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78473-FBA8-4530-B883-B1DAECA5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54C2A-CD06-4BAB-A9A1-AD2819D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d3fd673e944eb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EB93D-E5AC-4418-86D3-77910F9D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16F2-7AD8-4393-A422-385934D7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A8859-CD46-4302-A333-365F25D9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C5DFF-B287-4D8F-8918-F62FA0D0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4AE09-42F5-4F2D-A552-A134C804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BE3E5-629F-47A2-93D4-3825A13B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F653D-86B5-4EC7-BE6F-7035D5DB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0A377-3EAD-4CED-9B93-7B3AF0A2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B29C5-9DC2-4F9A-9D95-9361572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2EAB5-43D4-4CF1-A87F-BA84BA31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0DAD2-B797-4983-9720-002D8B23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AD9C3-960C-43EA-984E-BD0658E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96B25-B7F6-4EB0-A3C8-F7B4CB7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7B85D-A4B5-4868-A35E-21F2005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D64F3-37FF-476B-B33A-1790F905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A5E6A-8287-494D-853E-A9DFB1A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04C37-35DE-420E-92C6-8FFCCA3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D30E0-747C-4BB3-8EC6-8AED0FE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94CAE-C277-400D-93B0-5E748CD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8144E1-6EA1-4D31-BCA5-642A02F4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EB6A6-BE8D-4483-9899-C9643D2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54436-4E04-4BF8-BF04-3D7A23AF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98A99EB8-30DC-421B-B8C8-9C8C240E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DE2CD-ED65-49F5-8554-1262486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2EBED-5BB1-45EF-ABD8-F1098C1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FF2E5-69D6-40D6-AF70-5327F186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94B04-D342-4EFB-A7AE-6E92AEE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49FE3D-7565-4AC8-9C54-EEA0978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1836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69854-EDF1-477B-88A3-FC693BC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2FF93-3030-47C8-8427-E45585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befbc18174dc0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26403-555B-41D9-ADB4-695F6D84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047EA-619E-4A51-A223-CD208F4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14DBC-FA8C-471E-83C3-E2C058A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64AF-1846-4B9D-964F-98B2463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42970-B603-4F52-8985-7B51690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9E8AF-A0EF-40A3-B828-EFFCE7B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ff75a871f457c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ED396-2E55-4075-94D1-364EC02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D0E1F-B612-4E19-AC8D-3BA350C2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4CEA3-FB55-4996-9417-148CE483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3DAB2-6EC4-44B1-B2D5-2608B4C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FB4B4-7A15-40B5-AF2F-450869B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93E7D-884B-49F7-A8E5-BCB1358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4B8C4-8EE4-49C0-9B82-494A4072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8A41B-76D7-4558-99CB-A754396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26766-9580-4903-8A86-0B01BF15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471BC-941B-4600-A0BB-2E8EC6A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BA8E2-5D92-4897-BE75-65E37A9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59BB0-D428-4B8E-BBC5-EC47CFC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D2C4A-4032-45B2-A8E9-BC7D244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4AFA0-DF58-48E2-AE41-EF32D9A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5ED524D-B9AA-4202-920F-800F5BB5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84FD4-A416-4BB5-895D-5086AB92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AA27C-CE49-416C-B35E-92C41D4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A6A01-1E18-4ADD-9163-065B658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BB120-AE45-4D78-B229-EFCF695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E8703-4574-4164-AF3C-8FD08D2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12212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384DC-2866-4FCE-89FB-07F0BA4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2F7D6-E3B5-4FAE-A76F-253209F5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23EA9-5697-4EDF-B32D-063B528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2948-75A7-421A-83E3-A26E3C1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db65355434b87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04323-3F75-432D-86B3-268F068E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71837-B2CC-4E12-8A77-A029A3EA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9E672-2569-47AD-95A3-B965730E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B622-E4D5-49E7-BE83-BCB5F35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7C015-AABF-4047-AC65-319D5327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F18AC-44F4-46CD-8BAA-DFDD7BB7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CD95F-B74A-4FF5-B212-E7F9823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74F14-5998-4E06-9C89-1F235F9D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7DA8A-62DA-408A-8110-B48AF575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CA9D8-D030-46A7-A06D-16603E9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5194A760-7628-4A1D-A52D-42E2082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4FB1-37DB-45D7-BAA8-549A8DA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D0776-BB7D-4A4D-9EDD-C520EB2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6307A-C729-4157-94A9-471AA39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4B728-A76C-4B72-9CE6-4B32246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70D43-E064-4B17-877E-FDEC9FA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72450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B786E-81AE-49A1-9EE1-B03FA08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F59C-93DC-4A33-98C4-DCDF4903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350e826d43ed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D470A-6868-409F-82C6-2D79E186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E4C37-0EF2-4580-A031-2172504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ED92A-4216-4F23-A9B6-21734F1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18BDA-5C69-452E-8086-C0FADEE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756EE-B809-4CED-BB8F-888E81EE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2EFBB-AA6D-44E6-AA52-B4E2609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5314B-9D61-4876-8705-B85ABBE2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FC20E-9343-4672-97F0-0B730229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A039-1F72-45B5-BBF2-6F7457C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A0F6C-FE6F-41F4-BB31-635C3FD0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D0B88-66A6-46EC-84A2-EAA9DD2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C9978-0BC8-43C7-A649-3C2597C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65C3E-B0AD-45EF-8CB1-10EAFBCD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2A749-EF23-4186-8C44-BE500FA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8C600-BA0A-4B63-9B5B-2A1C66A5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60FF5-F30C-41F1-A28C-E31E067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CC20C-FAD3-41FF-8071-F891B9C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2EDEB-AEE4-4A51-A536-83C421B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27B02F99-E57D-4F14-8B67-0D6F2E0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F9F13-F883-4B4A-B4AD-355D2FB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ECFFC-8575-4EF5-9DB6-E295E13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F24B3-7B65-4737-A799-67B6126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EF2DB-26DC-4470-8834-E1669FC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8E6A6-08DD-4A65-BCB5-2EF74A8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7574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0DA554-C82E-4992-88AD-7ADBFB8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C1824-4321-4EC5-BDA8-6E3F1CA1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3f8a022c40f7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D3F9F-9435-44F4-8661-F128184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C693F-07C4-406A-A1B5-21B492D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5D11A-833D-4C52-9105-31D5F68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2F0FB-E0BF-4EC5-A4D9-656A6279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4A746-D1D8-4FA4-BA0C-24FDF04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A00BC-0502-4AFF-92FC-44F2BD82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D5828-9853-4B61-8D1F-B7FA472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F5F7F-2596-434D-96B5-04F58237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B949-43F4-4ADC-BB56-22E825F7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130F2-85A2-4DBE-AD0A-67E0AA1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D579E-0EAC-4900-ABD1-59AEDB6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ACFF4-5879-4684-A211-58DBC2F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32911-DE5F-4BEF-97AE-E8ED51B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2EAA6-4DDF-45F0-805F-68ADDBC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8CF70-634B-476F-82A1-B426E39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F547E-65CB-405D-BDA1-940B9462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F4B07-B7B5-48BE-BC17-81076057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344EF-0187-469D-8286-E02B644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F095E-5410-457F-8BAB-2499A52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71689-32BE-494E-8A66-3F802ACD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E36DC-29AE-47C5-A35E-69E5A650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B673F-9DA3-4FD3-BEA9-714A8011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01540-A6FE-4A7B-B584-DEE2AA80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05C6C-23F0-42FC-8569-CE0A54A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09A3271-C792-4298-90B2-449CD7BD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3E731-9556-4A72-A1A3-865390A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2AE4E-A78B-41F5-A6F9-54074722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7F48D-25AE-46D8-9550-F93562A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2FC451-90D6-43C0-A69B-129F97C3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3B0488-0FD1-4C51-8E5B-3AF26F9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780869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910E0-7E70-4F39-BB23-6AA0F1D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9C443-8F0F-4857-B246-E851D61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6ec4733ec4082"/>
          <a:stretch xmlns:a="http://schemas.openxmlformats.org/drawingml/2006/main"/>
        </p:blipFill>
        <p:spPr>
          <a:xfrm xmlns:a="http://schemas.openxmlformats.org/drawingml/2006/main">
            <a:off x="857250" y="41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406D1-84D3-47A9-BEC0-D21C166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58E5-1EC9-41F5-AA4A-EAC7A358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B44CB-A963-4057-B1B2-53E3AA7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6BEF7-B513-44D2-8678-1AF6119C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21B7E-623E-4A77-AD92-5C94C752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E6EFD-4140-41D4-B8BB-7D5963E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636C2-9810-4419-8AB6-0D729D7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4ABD1-7BC2-47F3-B279-AC040E6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B36F7-9C2E-4A4D-82D1-088BCD1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94810-2DB5-4AE9-997F-A707A56F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0EAE2-5A03-4608-B794-8AD1920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92941-476A-448C-B06E-2E78F72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6AC65-3933-4F18-AC54-B1A4F00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3AE0C-F536-48D1-A474-AC980A1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370C2-F1D9-4B6C-9E98-6CBA483F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C4E92-8C3E-4DF4-ABC8-81288C7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F74D6-2546-4691-85F6-580D03E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B8CC0-CAE2-4F55-9FF2-20FE8FC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23265CA7-55CE-47BC-AD42-FFBF9F8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859B7-5AAD-42B7-A7E8-5B17CB6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B059A-3635-4B77-9EE6-B334405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DAEF0-903B-4EC3-9276-2ACDC4B0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8460B-3375-4C8C-8F39-50D5CA3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55411-BFC2-4CB7-803A-2984FE0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09927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2026-06-15T09:50:38.4140000Z</dcterms:created>
  <dcterms:modified xsi:type="dcterms:W3CDTF">2026-06-15T09:50:38.4140000Z</dcterms:modified>
</coreProperties>
</file>