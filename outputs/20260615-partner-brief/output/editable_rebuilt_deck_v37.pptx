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78f0465a1c492f" /><Relationship Type="http://schemas.openxmlformats.org/officeDocument/2006/relationships/extended-properties" Target="/docProps/app.xml" Id="R869ab6b45f7c4d72" /><Relationship Type="http://schemas.openxmlformats.org/officeDocument/2006/relationships/officeDocument" Target="/ppt/presentation.xml" Id="Rd868723036cf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0979a1908e45c3"/>
  </p:sldMasterIdLst>
  <p:notesMasterIdLst>
    <p:notesMasterId xmlns:r="http://schemas.openxmlformats.org/officeDocument/2006/relationships" r:id="R1f5f43c25019429b"/>
  </p:notesMasterIdLst>
  <p:sldIdLst>
    <p:sldId xmlns:r="http://schemas.openxmlformats.org/officeDocument/2006/relationships" id="256" r:id="R1da5399fbf9a4a3c"/>
    <p:sldId xmlns:r="http://schemas.openxmlformats.org/officeDocument/2006/relationships" id="257" r:id="R408afde56f4b45d1"/>
    <p:sldId xmlns:r="http://schemas.openxmlformats.org/officeDocument/2006/relationships" id="258" r:id="R5496ecd09ac44923"/>
    <p:sldId xmlns:r="http://schemas.openxmlformats.org/officeDocument/2006/relationships" id="259" r:id="Ra968c8f99c154bbc"/>
    <p:sldId xmlns:r="http://schemas.openxmlformats.org/officeDocument/2006/relationships" id="260" r:id="R8274fd727fe64be1"/>
    <p:sldId xmlns:r="http://schemas.openxmlformats.org/officeDocument/2006/relationships" id="261" r:id="R9946f338c2b14a55"/>
    <p:sldId xmlns:r="http://schemas.openxmlformats.org/officeDocument/2006/relationships" id="262" r:id="R114c1f624468499f"/>
    <p:sldId xmlns:r="http://schemas.openxmlformats.org/officeDocument/2006/relationships" id="263" r:id="R0ebc5c9e20b04f7b"/>
    <p:sldId xmlns:r="http://schemas.openxmlformats.org/officeDocument/2006/relationships" id="264" r:id="R2b989a0ddbfb45e3"/>
    <p:sldId xmlns:r="http://schemas.openxmlformats.org/officeDocument/2006/relationships" id="265" r:id="Rf486b451655243be"/>
    <p:sldId xmlns:r="http://schemas.openxmlformats.org/officeDocument/2006/relationships" id="266" r:id="Re9f4b10912c24998"/>
    <p:sldId xmlns:r="http://schemas.openxmlformats.org/officeDocument/2006/relationships" id="267" r:id="R5cfdc1da0914448e"/>
    <p:sldId xmlns:r="http://schemas.openxmlformats.org/officeDocument/2006/relationships" id="268" r:id="Re507c803f77e4fba"/>
    <p:sldId xmlns:r="http://schemas.openxmlformats.org/officeDocument/2006/relationships" id="269" r:id="R8c147746378749a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634036306e4542" /><Relationship Type="http://schemas.openxmlformats.org/officeDocument/2006/relationships/slideMaster" Target="/ppt/slideMasters/slideMaster1.xml" Id="Rd40979a1908e45c3" /><Relationship Type="http://schemas.openxmlformats.org/officeDocument/2006/relationships/notesMaster" Target="/ppt/notesMasters/notesMaster1.xml" Id="R1f5f43c25019429b" /><Relationship Type="http://schemas.openxmlformats.org/officeDocument/2006/relationships/presProps" Target="/ppt/presProps.xml" Id="Rd2efb70fbef344e4" /><Relationship Type="http://schemas.openxmlformats.org/officeDocument/2006/relationships/tableStyles" Target="/ppt/tableStyles.xml" Id="Raa45a6f42995450f" /><Relationship Type="http://schemas.openxmlformats.org/officeDocument/2006/relationships/slide" Target="/ppt/slides/slide1.xml" Id="R1da5399fbf9a4a3c" /><Relationship Type="http://schemas.openxmlformats.org/officeDocument/2006/relationships/slide" Target="/ppt/slides/slide2.xml" Id="R408afde56f4b45d1" /><Relationship Type="http://schemas.openxmlformats.org/officeDocument/2006/relationships/slide" Target="/ppt/slides/slide3.xml" Id="R5496ecd09ac44923" /><Relationship Type="http://schemas.openxmlformats.org/officeDocument/2006/relationships/slide" Target="/ppt/slides/slide4.xml" Id="Ra968c8f99c154bbc" /><Relationship Type="http://schemas.openxmlformats.org/officeDocument/2006/relationships/slide" Target="/ppt/slides/slide5.xml" Id="R8274fd727fe64be1" /><Relationship Type="http://schemas.openxmlformats.org/officeDocument/2006/relationships/slide" Target="/ppt/slides/slide6.xml" Id="R9946f338c2b14a55" /><Relationship Type="http://schemas.openxmlformats.org/officeDocument/2006/relationships/slide" Target="/ppt/slides/slide7.xml" Id="R114c1f624468499f" /><Relationship Type="http://schemas.openxmlformats.org/officeDocument/2006/relationships/slide" Target="/ppt/slides/slide8.xml" Id="R0ebc5c9e20b04f7b" /><Relationship Type="http://schemas.openxmlformats.org/officeDocument/2006/relationships/slide" Target="/ppt/slides/slide9.xml" Id="R2b989a0ddbfb45e3" /><Relationship Type="http://schemas.openxmlformats.org/officeDocument/2006/relationships/slide" Target="/ppt/slides/slide10.xml" Id="Rf486b451655243be" /><Relationship Type="http://schemas.openxmlformats.org/officeDocument/2006/relationships/slide" Target="/ppt/slides/slide11.xml" Id="Re9f4b10912c24998" /><Relationship Type="http://schemas.openxmlformats.org/officeDocument/2006/relationships/slide" Target="/ppt/slides/slide12.xml" Id="R5cfdc1da0914448e" /><Relationship Type="http://schemas.openxmlformats.org/officeDocument/2006/relationships/slide" Target="/ppt/slides/slide13.xml" Id="Re507c803f77e4fba" /><Relationship Type="http://schemas.openxmlformats.org/officeDocument/2006/relationships/slide" Target="/ppt/slides/slide14.xml" Id="R8c147746378749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776707534848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bce853b8944b5" /><Relationship Type="http://schemas.openxmlformats.org/officeDocument/2006/relationships/notesMaster" Target="/ppt/notesMasters/notesMaster1.xml" Id="Rbb24af96736d43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54d63c8784867" /><Relationship Type="http://schemas.openxmlformats.org/officeDocument/2006/relationships/notesMaster" Target="/ppt/notesMasters/notesMaster1.xml" Id="R8e534d3f003d49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031deae6384595" /><Relationship Type="http://schemas.openxmlformats.org/officeDocument/2006/relationships/notesMaster" Target="/ppt/notesMasters/notesMaster1.xml" Id="Rc6ae6e4fb3034e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8a7ff01141483d" /><Relationship Type="http://schemas.openxmlformats.org/officeDocument/2006/relationships/notesMaster" Target="/ppt/notesMasters/notesMaster1.xml" Id="R8160f822b86a48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d640bbee3470f" /><Relationship Type="http://schemas.openxmlformats.org/officeDocument/2006/relationships/notesMaster" Target="/ppt/notesMasters/notesMaster1.xml" Id="R3a2daeebaa4042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b56e415a034b7b" /><Relationship Type="http://schemas.openxmlformats.org/officeDocument/2006/relationships/notesMaster" Target="/ppt/notesMasters/notesMaster1.xml" Id="R50e94e2adad140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bbf4b8e6994594" /><Relationship Type="http://schemas.openxmlformats.org/officeDocument/2006/relationships/notesMaster" Target="/ppt/notesMasters/notesMaster1.xml" Id="Rf9f8226186574c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69e40311454d2a" /><Relationship Type="http://schemas.openxmlformats.org/officeDocument/2006/relationships/notesMaster" Target="/ppt/notesMasters/notesMaster1.xml" Id="Rfd789df6616042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1645d1324b4fcd" /><Relationship Type="http://schemas.openxmlformats.org/officeDocument/2006/relationships/notesMaster" Target="/ppt/notesMasters/notesMaster1.xml" Id="R906a7fde168e41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118dda2b9849eb" /><Relationship Type="http://schemas.openxmlformats.org/officeDocument/2006/relationships/notesMaster" Target="/ppt/notesMasters/notesMaster1.xml" Id="Rbf034cb871a645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445b04c8cc4fc3" /><Relationship Type="http://schemas.openxmlformats.org/officeDocument/2006/relationships/notesMaster" Target="/ppt/notesMasters/notesMaster1.xml" Id="Rd1c71251089747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4bf336c6f2440a" /><Relationship Type="http://schemas.openxmlformats.org/officeDocument/2006/relationships/notesMaster" Target="/ppt/notesMasters/notesMaster1.xml" Id="Ra82addf8f8914d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e09227ce954cac" /><Relationship Type="http://schemas.openxmlformats.org/officeDocument/2006/relationships/notesMaster" Target="/ppt/notesMasters/notesMaster1.xml" Id="Ra2afc5989a964a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2f47cb09c947b1" /><Relationship Type="http://schemas.openxmlformats.org/officeDocument/2006/relationships/notesMaster" Target="/ppt/notesMasters/notesMaster1.xml" Id="Re7b62536f1d540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48451c6e14b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33055e695942a2" /><Relationship Type="http://schemas.openxmlformats.org/officeDocument/2006/relationships/slideLayout" Target="/ppt/slideLayouts/slideLayout1.xml" Id="R30632dca83bd4c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632dca83bd4c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90ee384a84e7f" /><Relationship Type="http://schemas.openxmlformats.org/officeDocument/2006/relationships/image" Target="/ppt/media/image.png" Id="Ra616e9c280da47f6" /><Relationship Type="http://schemas.openxmlformats.org/officeDocument/2006/relationships/image" Target="/ppt/media/image2.png" Id="R5ed6543c0b994611" /><Relationship Type="http://schemas.openxmlformats.org/officeDocument/2006/relationships/notesSlide" Target="/ppt/notesSlides/notesSlide1.xml" Id="R37992853d647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b0f7dab4c47be" /><Relationship Type="http://schemas.openxmlformats.org/officeDocument/2006/relationships/image" Target="/ppt/media/image3.png" Id="Rf62097132aea4339" /><Relationship Type="http://schemas.openxmlformats.org/officeDocument/2006/relationships/notesSlide" Target="/ppt/notesSlides/notesSlide2.xml" Id="Rf1968f34b16b4a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66eba24094d3c" /><Relationship Type="http://schemas.openxmlformats.org/officeDocument/2006/relationships/image" Target="/ppt/media/image4.png" Id="R1022d8e26bf3403b" /><Relationship Type="http://schemas.openxmlformats.org/officeDocument/2006/relationships/notesSlide" Target="/ppt/notesSlides/notesSlide3.xml" Id="R75e7986b14dc47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4fdc589c24e5a" /><Relationship Type="http://schemas.openxmlformats.org/officeDocument/2006/relationships/image" Target="/ppt/media/image5.png" Id="R511c918abd8d45c6" /><Relationship Type="http://schemas.openxmlformats.org/officeDocument/2006/relationships/notesSlide" Target="/ppt/notesSlides/notesSlide4.xml" Id="Reb55f42673954d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9af1eb964482e" /><Relationship Type="http://schemas.openxmlformats.org/officeDocument/2006/relationships/image" Target="/ppt/media/image6.png" Id="R9f53001591614093" /><Relationship Type="http://schemas.openxmlformats.org/officeDocument/2006/relationships/notesSlide" Target="/ppt/notesSlides/notesSlide5.xml" Id="R20cdf6536c904e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7e2a262a84693" /><Relationship Type="http://schemas.openxmlformats.org/officeDocument/2006/relationships/image" Target="/ppt/media/image7.png" Id="Rf72968d6ee0b4f92" /><Relationship Type="http://schemas.openxmlformats.org/officeDocument/2006/relationships/notesSlide" Target="/ppt/notesSlides/notesSlide6.xml" Id="Rf3d624fd14ba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dc49431f446b2" /><Relationship Type="http://schemas.openxmlformats.org/officeDocument/2006/relationships/image" Target="/ppt/media/image8.png" Id="Rea15d4291cd4423b" /><Relationship Type="http://schemas.openxmlformats.org/officeDocument/2006/relationships/image" Target="/ppt/media/image9.png" Id="R05ce59a3fb3643ec" /><Relationship Type="http://schemas.openxmlformats.org/officeDocument/2006/relationships/notesSlide" Target="/ppt/notesSlides/notesSlide7.xml" Id="R0dbcbb736ead4b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76185ca3f4df9" /><Relationship Type="http://schemas.openxmlformats.org/officeDocument/2006/relationships/image" Target="/ppt/media/image10.png" Id="R54737a6321e64edc" /><Relationship Type="http://schemas.openxmlformats.org/officeDocument/2006/relationships/image" Target="/ppt/media/image11.png" Id="R972b6286b0674275" /><Relationship Type="http://schemas.openxmlformats.org/officeDocument/2006/relationships/notesSlide" Target="/ppt/notesSlides/notesSlide8.xml" Id="R584482b3d42e43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e085f27df4afe" /><Relationship Type="http://schemas.openxmlformats.org/officeDocument/2006/relationships/image" Target="/ppt/media/image12.png" Id="R971b1fce0fe9418f" /><Relationship Type="http://schemas.openxmlformats.org/officeDocument/2006/relationships/image" Target="/ppt/media/image13.png" Id="R844830f45c364b2a" /><Relationship Type="http://schemas.openxmlformats.org/officeDocument/2006/relationships/notesSlide" Target="/ppt/notesSlides/notesSlide9.xml" Id="Rb3fe31c05e7443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11ee3358a400e" /><Relationship Type="http://schemas.openxmlformats.org/officeDocument/2006/relationships/image" Target="/ppt/media/image14.png" Id="Rba495b77f9214f7f" /><Relationship Type="http://schemas.openxmlformats.org/officeDocument/2006/relationships/image" Target="/ppt/media/image15.png" Id="R4a81f8228bda4c1d" /><Relationship Type="http://schemas.openxmlformats.org/officeDocument/2006/relationships/notesSlide" Target="/ppt/notesSlides/notesSlide10.xml" Id="R02760ea5b69d48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6656011874949" /><Relationship Type="http://schemas.openxmlformats.org/officeDocument/2006/relationships/image" Target="/ppt/media/image16.png" Id="Rd493b292c3e1495d" /><Relationship Type="http://schemas.openxmlformats.org/officeDocument/2006/relationships/notesSlide" Target="/ppt/notesSlides/notesSlide11.xml" Id="Rd78c3ac7833043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4619fd2b04f5a" /><Relationship Type="http://schemas.openxmlformats.org/officeDocument/2006/relationships/image" Target="/ppt/media/image17.png" Id="R373ea1370e5c4ac8" /><Relationship Type="http://schemas.openxmlformats.org/officeDocument/2006/relationships/notesSlide" Target="/ppt/notesSlides/notesSlide12.xml" Id="Rcae4208970c740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e55b8db754b57" /><Relationship Type="http://schemas.openxmlformats.org/officeDocument/2006/relationships/image" Target="/ppt/media/image18.png" Id="Reb1f9bea616f403d" /><Relationship Type="http://schemas.openxmlformats.org/officeDocument/2006/relationships/notesSlide" Target="/ppt/notesSlides/notesSlide13.xml" Id="Rb4c99a2bc0ec41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63456841a4676" /><Relationship Type="http://schemas.openxmlformats.org/officeDocument/2006/relationships/image" Target="/ppt/media/image19.png" Id="Rd574137330294154" /><Relationship Type="http://schemas.openxmlformats.org/officeDocument/2006/relationships/notesSlide" Target="/ppt/notesSlides/notesSlide14.xml" Id="R211e6dde0a3943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4377B-F442-4338-BC4B-1FD11E43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2CB21-BC95-4958-A55B-A82AEAD1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6e9c280da47f6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CF7D6-1C08-4F7E-A769-4152A2A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469B8-83F3-4CA3-AD13-B3C14255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5C518-1E58-42DD-B71E-B313272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9DB80-2C41-4698-94C7-E305C5B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51CA7-6D21-4F6B-96F1-BA9A5C56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6543c0b994611"/>
          <a:stretch xmlns:a="http://schemas.openxmlformats.org/drawingml/2006/main"/>
        </p:blipFill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3E3C-A2D4-410F-B44C-28CCBC8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81807-B6B4-416B-B7AA-B62D2213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 xmlns:a="http://schemas.openxmlformats.org/drawingml/2006/main">
              <a:ext uri="{FF2B5EF4-FFF2-40B4-BE49-F238E27FC236}">
                <a16:creationId xmlns:a16="http://schemas.microsoft.com/office/drawing/2014/main" id="{639C686B-D891-4A0B-9135-B9F0A910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5A2A5-E44D-4011-BD56-CDA556E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87FD8-D1BA-48F4-9263-C1320998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FBC80-EF72-4CF2-B241-02D623C9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ED7F2-39F4-429E-B971-3266CA6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44D30-F955-4A8E-AA8C-442AD28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17864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AA553-D590-4394-A486-947657F8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74E03-BBD8-4058-858A-DADD0B98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097132aea4339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75B9C-14D3-4152-886D-36A8835E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6A1BF-4C72-4EF6-ADD9-FF9F63B9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8505D-7B84-44BA-A253-EAA733E1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C14D0-B2EE-401D-8F6E-86156222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ACB5E-BC42-4231-9764-8ABAE9E6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11A7E-B414-4ADB-8858-313DC607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B51D2-BA3F-4A58-ADF7-508F7533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91D43-254C-4B1B-B503-A3EC5F96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E2004-5E29-4301-B7C6-17A61494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BB400-0442-4CCF-83F9-853F4777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D1E26-A4ED-4A33-8740-EDDDC7A8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4F247-EFF4-4516-9B97-CF2664FA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13750-826C-48DD-A59B-21A08BA2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C6EB4-076A-45C9-AE80-5FFE5484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1971F-CAE4-4AB4-A2F1-0F741D70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B75AC-0BD3-4A2F-9D69-6C39AAD9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E6990-BD7B-4D62-9B79-ECBC26C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 xmlns:a="http://schemas.openxmlformats.org/drawingml/2006/main">
              <a:ext uri="{FF2B5EF4-FFF2-40B4-BE49-F238E27FC236}">
                <a16:creationId xmlns:a16="http://schemas.microsoft.com/office/drawing/2014/main" id="{00365DE0-BE44-40BF-BAAD-FC250CF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E1202-C2A4-4B4D-B364-D8C0FF0B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DE9812-CC9A-40DE-88E8-948C45B3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92243-8F3F-4DD6-AC8D-5A8B56C0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8B30C-2055-49CE-951E-69B5F80B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291EF-5DF8-493D-AE8E-9F3D161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69938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57EE1-C7E5-4C74-AA63-7BC23F5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15171-B70B-47C2-B2B2-33E5F79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2d8e26bf3403b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06893-24E6-49F3-BA42-3411B50B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BFF86-FBBF-49E8-81D9-C82F33D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DFD0D-136A-4ED2-9775-7090F54D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8E078-C18A-468F-BE2B-0FBB9726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DE6B3-7895-4D9A-8ECC-42DD960F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4BE6F-F0CA-46E8-9286-CA9D9AAF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8A597-D0D8-4216-83BE-C8E2CB98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3C657-8A1F-4B06-B610-695E83B5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61E80-6042-4689-9ABE-DEDD988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FA785-31E7-41DA-9415-77F421B8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21777-5208-4C7B-9625-8D056B8C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48601-9E46-486A-9945-301C433E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E01D2-4143-4A00-A67E-0E4517D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35865-5463-4ADB-B200-F5DCA4EF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901BC-D047-4F46-8B83-675AAB2D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FC128-B9BC-48DD-A12F-B95F906F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1C22D-7C4A-4A9E-99D6-C3CE5CC5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3CD14-048E-4BFA-A81A-B6D55376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B152D-3D02-401E-BFEA-4451499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D88AA-081F-4F1D-AB05-B8EBD965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C6E1E-2C61-4A69-B4DE-B1C3AE3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D40DA-6C02-4844-B7D8-5A0E18A2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A76CA-4E8E-463F-B3D6-6339D4C7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B347ED-AE8C-4EFD-BB4B-8FEC3957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53F6A-0343-475E-A1AE-42455FB7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44D37-A8D9-478A-86C7-8C3FD44D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93CFB6-1F17-4064-BA50-BB609B54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55546C-782D-43B4-AF2B-91784E7B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5BCA7-A48A-4776-99F0-9AFF657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29127797-C9DB-4B56-ABD9-66047E61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1689AB-E302-4E9B-A935-22B16644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1C016-438B-4DB3-A045-59DBA64C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97116-93D5-4C58-BF3E-67560B37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DE4489-65CC-4C64-8248-A495A0C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3DA4DA-0E40-4501-9C09-1A52B03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3665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0A304-CA8C-4355-8375-4359B3F8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7094A-CD03-43C0-A401-91BE82CA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c918abd8d45c6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2EA8A-52D0-4ACD-ABDD-14095AB8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FEA72-1436-4C0F-970E-D0F819E0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F5CE3-19C4-4DA0-9CCF-D0B5D26D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BB859-FD17-47FE-B209-3C6C86B2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5B85D-1457-4250-BEEF-DA0030E6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17114-13EF-4B38-9AEA-41E080E1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F8B9C-62B7-4BDD-822E-1D2E7810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B3B10-927E-446F-AB58-7E225505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61F9D-C2B3-4DDE-826C-E1679EAC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2B74A-9084-4160-AEFA-A1331EC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76D67-AF7E-40C4-8257-AE9096E3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E8EC8-4A6F-46BD-8F43-1ACBA66B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86D2F-A6C3-4599-94D8-037C8BBA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3210C-A724-4CA7-B0C8-B79A4981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04353-1B3B-4F3B-AC7F-87C7262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90060-BA7C-4E1A-BAFF-5C38BA87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32883-7D39-484E-A5DC-52860BC5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EDB61E-851A-4D5F-9B79-C8AE883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52B5F-5ECF-4DF9-8455-7D7BD77C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E999A-D93B-4D6C-A392-6B7735E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BD23F-4ADD-4A79-8838-02E61596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286F6-6F97-4AD8-869B-B1186986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915C40AA-868E-470C-A314-237C6C05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985D03-2C4E-40FD-9001-46FD9BB7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A176D5-74E2-4982-B650-69998207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CBC8D4-18E5-4EB0-8791-11CDE829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27CCAB-F000-4821-9B11-B31EF674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5D4EE-9A84-4819-9870-BA44E271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15845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4B2CF-D9E8-41A0-B511-0FA7B4BC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886CC-E915-4CAF-BF41-C7226A30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3001591614093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1DD00-52B2-470D-B411-7EC82C02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89677-73B5-4C16-BC50-F44E6C5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DFF0B-CE0D-40C3-B99A-4937407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FFDFE-4B86-40A2-9410-964AE808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EBCFB-728B-443F-B205-4B7DF47C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1EEBE-06FA-4585-981B-A407C18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BC7C5-E116-4BED-89CD-D9689580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0A61A-7B16-4EE1-AD8B-B2874757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7229B-DEED-4C98-AFBB-9459149C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6D5C2-CE78-45B5-AFD0-3F710DC7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ABF15-419F-4522-988F-81948474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3B379-F687-4645-9962-C0F575E9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C2B1A-2795-4ED6-A909-56EFCAE4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20D3A-D140-4A2B-88E4-FA6B8FE2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E734E-27D5-4013-89B7-046A6E6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C53D6-03C7-4761-8812-C4EE490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54E604-1062-4208-98F6-5C695434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54CE6-EF64-43D8-89C5-8BE8E1CE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4EC8C-9969-49B9-BDD2-AF6F531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731F6-E5AF-45BD-8D39-2E14BEB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53688-CC40-49D7-9985-4ABDAEC7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B2E39-A8C5-427C-9369-E7B1DB77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57513-2541-407B-9AF4-3BB33D65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60F71-BC52-4F08-B26C-D42FEFF9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CA3224-E068-4896-B8C5-DEBE7EB3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44287-D675-49AF-8B6B-4758AF22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1D2BAC-EE85-4E31-86FB-1D3069D5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017435-4150-45A1-9F29-E0B0DC16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47855-78A0-4DF3-AA9B-12666F84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ADBB15-9D4A-4640-A752-EFA6960E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205B90-3119-4F3C-BAA8-ADCFDE4C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24E474-96BA-47B9-B873-31685DD2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E5CE56AF-0C89-4C06-9332-B67313FE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2D20A3-E13F-4F6A-AE28-8B8B641B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0A916A-5E94-46E9-89A1-DAAFA488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073558-61C9-467E-8699-1BC0C158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9FC46F-EACD-4E04-85B3-4B641E2D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70A7F-781D-4E13-BE1A-D9204FB4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379137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A829D-2A8D-49A2-92DE-F2B6187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38377-CFFE-46FC-9743-F685B130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968d6ee0b4f92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34AE1-BE45-447B-BC00-BD50B41F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CFB6B-C3B2-421C-A82B-3337F4CD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C433B-2D49-4EC2-8482-7C66D691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C8D6E-7068-4531-944F-7CA94DA5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477AA-88B1-4F50-9C13-A3AA5B2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BB6DB-89C8-4DC5-8717-327E2194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B3B14-88EF-405D-8E28-000B35AB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2AEB0-55F6-4ABF-9450-46D8F7F1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DBDB7-197A-427A-9B55-4270D1D7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38002-67CA-4E0C-84E4-889D13FA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B49A3-C15F-44DD-8E1F-EB9A2FD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604A2-6A04-4DB7-B79F-6D8CC751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41D6F-4E8E-4A72-A2C1-F33BEC8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710A6-5473-45CD-945F-A4C4F31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D254D-3493-4FAF-8AD5-F733F80F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0A994-341B-4745-94CB-104AB7EB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435A8-BAF8-4117-B919-47BFF7EF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89A2C-7A66-4927-87F1-A193EDDA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33378-2443-42A5-AB51-44353943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060B5D-E9B0-4C76-8111-4F3BAC40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B3BE3-6ED8-4D78-9AB9-1CB6C5BC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898A3426-6F7B-43FB-AF4C-B6A4311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1206A-49E6-4D05-912D-26DC56FA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0F236-31F9-4752-A571-9642F720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57CA7-3BE9-43C0-AAF4-88B59C0D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B97DE-605F-4ED8-AFE7-4939870A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B40512-2E37-4EFE-8DB4-BE5A9798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169273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2E4E3-6FDF-417C-83E4-97388544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D4415-8BB9-40F2-80E8-14622124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5d4291cd4423b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839E6-F041-4DD9-A476-E21096F9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1E59D-EF93-44DA-A87B-9F9ECA1A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F5DFA-47A3-4B9D-B707-123C2281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C7C56-E8C4-410A-8384-F2EC564C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D52FD-26C9-40EF-B358-26B7BCCF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DF563-51E9-4071-8F8A-667EAE0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e59a3fb3643ec"/>
          <a:stretch xmlns:a="http://schemas.openxmlformats.org/drawingml/2006/main"/>
        </p:blipFill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95AB6-7CAE-4ED1-B04C-69B95705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26D1F-42F8-473A-B64A-16BF8D0D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201B2-3761-4621-A7F5-CF62F57F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2C082-C78B-48A3-9E37-C2549E21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B04DE-A6CC-499F-B80D-BB544CC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A4B86-A7E7-4AAE-9111-25B6C93C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15F36-1EB3-4013-B798-1FA7A19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323A3-E1AD-47B1-BDC0-E368502B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D1F0F-4B5E-420D-94C2-2C81C8F1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F60CE-D76B-40D5-94E0-06D7B057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E7318-FCF2-4FB3-A19D-C63826CD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F2BA8-7B14-4BF0-BB53-621D852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2FFFE-07DF-4804-A93E-CE3C9BF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5B584-B107-47C6-81B1-4A45FAE3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805C2-9567-4CDE-B313-CBFEB6D4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9F034-48A7-4034-A3F1-CF3E4FD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1CD3474A-DCC7-4DEC-AB82-F0DEB72B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FC9D5-E84F-4B51-BAC7-720762F8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C41D9-B69B-42F7-A70D-704C9EC4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EC79A-BB31-47FE-80D1-96D32AD9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7B361-5642-4E83-8CC2-5F167D9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F8DDC-0EFA-4AD7-8C94-2E58F87E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48683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D5322-F52B-4959-86F0-5853B440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843B7-9639-4F8A-A5C3-285A05FA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37a6321e64edc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FC69C-48D5-4722-845F-F53B0539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45B25-2C45-4DF4-9F6E-50E7A5A5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0DE0A-8713-4310-9418-C9E35327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B3A6F-C3BA-470F-9B38-349AB8F8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8DA25-87C9-4C05-9AE2-3ED93FDE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FBDF8-E546-4354-87D8-D17A95B4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b6286b0674275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2DA45-0A48-4A16-B990-B45B182A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168F9-D082-4EB7-A69C-3E2D7C5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F3169-0839-4277-AAEB-9321EFF8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2512A-DA4A-48AB-BAC4-18C250E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DEBC3-06FC-48A5-AAB1-AA5A963C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8B0EC-164D-4B17-A6F4-CA723A2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44DEC-333F-4AFA-819A-89073ED7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64EBA-1090-4228-BBE4-4FB6DCCF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191CA-8CC3-4C83-89FA-399790C6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01AF4-3396-46FB-BEDF-96CEDDD9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DEBB5-0314-4460-B0F9-58D24AA4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FF25B-F23C-458E-916B-84892B44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4A128A10-C3BF-439C-A644-7C0609B1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274EE-51EA-4860-9392-64E7FEF2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705CC-A90B-487A-A23E-9EB0F44B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73629-461A-43AE-8B00-13082020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93BFC-4E9E-4BC6-ACF6-2D75748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9C76A-1720-43B8-A604-242CA7E2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95505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C3799-9408-4B2D-830B-CCD20EB9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A4A18-4144-463C-AA0F-76ADA5A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b1fce0fe9418f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0828C-AF98-4FF3-8181-7905C68E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3180C-2B78-4806-A155-F4D87B37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9A8D9-A7B7-4EAC-9E6F-80A7D6FC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77B08-14E2-45F6-931C-7741D154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F1F5D-C4DD-47A1-917A-5F12042A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8317C-7616-42E5-A203-E072B090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830f45c364b2a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26B5D-E433-4F2A-BD7E-E8D5D1C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EC719-E45E-427A-9625-71BE47AC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838DA-11D1-4DFA-ABFE-70FD05A2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AFACA-29E9-4FFE-895F-683DAFAF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B7335-C1DB-43AC-AFB4-2519A1F3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9F162-5B3E-4422-A880-DB97DD3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105C9-4A4D-4DDB-B70A-AEA4CCC9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A84DF-B939-4879-B9E4-D4932DAF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B1C6C-B62B-4372-9B9E-041D843E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BFA00-A1B1-44C5-8342-7F2673DC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CD4A4-593C-4EDF-8EFF-CCB1C85C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75580-7A6D-4A88-844B-A8D07776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A2057-051B-4799-B4A5-686F51FD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56B52-820A-4876-A9E4-2D59FF1D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6F30D9-9226-43C7-9007-53249780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4B026-8CB1-410D-9B9E-798FD8DC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DA6E5-1F7F-40AD-9B02-41C552A8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418E1-09A2-4032-8AD3-94A76626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88411-5EFC-4683-92DC-EAD2D2A4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F80C25-D3CF-452D-9D16-32D24559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651BF-7836-461C-BBFC-EC67FDAB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6D0858-DAA0-417B-BE1F-A6DF3604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995EB78F-B4CB-4FA6-AA60-F247A3B4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75F77-8F0A-4EB1-8A6B-3E21ABCA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3B7E4D-1079-4047-870D-E9603692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4E2EC5-92E2-4072-8A90-CF2BF4A2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FB56CE-CE31-428D-A95E-0B94540D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3304C8-12C3-4CBD-AAD4-41B9A1F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261109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CB92B-E8D0-49B6-B66B-67C2B651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F6493-5783-4D64-B4AF-61C3DEE0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95b77f9214f7f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9D9FB-5514-496A-8232-CC6BF71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9F14B-ABFD-4822-BABA-116E8B61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5A4B5-A497-447C-AE7C-A7E7348C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C4DD0-D508-43FE-A9C6-228DE6D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CDC2-8B7B-49A2-8A93-251B775F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9357A-FAF2-49E8-A765-0FAF6569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1f8228bda4c1d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CE762-481E-41B2-824D-F90064A7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8F2D5-FCB6-48C2-9F9C-8E86B95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6B91C-BCF7-43FB-B972-2DC6AD86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E4DD1-3FFA-480C-B995-1AF22354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9442C-AA0B-449E-B901-68A149FB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1D56B-18DC-4452-B0A3-82E73815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23BB8-CB05-43B1-94F0-8998FDEE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15588-D94E-48DE-B58E-AD36C7B7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9AF8D-9492-489B-8F06-CB05953C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B77E9-8155-45CD-B7CA-7A7C9CCE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A9765-7E8C-4E16-A51B-00B72FBE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C1727-FD40-4A89-98FD-B90FE147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2FB8D-C941-4A82-B97E-EE7A90C5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CA524-C816-40E3-B522-88CBA8AC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A9167E47-E8F0-4C9E-8DFA-098741CD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81E1F-95D6-43BB-A964-E287ED94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D3C55-49E7-4D59-B6AD-C7F5BB91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59066-B556-4A79-AE19-3AB11011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1DD96-F53F-4D3C-BA22-B8D4EE64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25170B-4A4B-40A8-99E4-A133F4F1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262902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3C05D3-4405-4985-90C5-2325290B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629B9-AD5F-48FC-A854-771859DD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BE7A7-64B5-4A36-AC6B-FE95F6FA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18537-5EE5-4430-9C92-A38A1AB7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3b292c3e1495d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C2C34-0069-4F83-A9B3-C57941D7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A79BD-E0A2-446F-96CF-9BAB0F1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55221-D248-4213-99D8-4D96CCEF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B65FC-7E8F-448D-B875-9C5FEB71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4DCCA-A595-46D0-B58F-2C49D024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0A4E9-586D-4127-BAB5-833523A8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221A9-C6C1-4F12-87A3-0DF1C59A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B5606-5AD5-4144-96A7-DD67D20B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5C9DE-FE54-4677-8992-6C5D50F1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20500-3E7F-4AE1-A10D-84F5AD8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 xmlns:a="http://schemas.openxmlformats.org/drawingml/2006/main">
              <a:ext uri="{FF2B5EF4-FFF2-40B4-BE49-F238E27FC236}">
                <a16:creationId xmlns:a16="http://schemas.microsoft.com/office/drawing/2014/main" id="{184B2BAE-9242-4D17-A16B-5A420BF9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2A586-97C1-491F-B4AC-FCC99B9A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47B05-C347-4AB7-8501-AA2ED06B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7D553-C22E-4953-AE04-FDA4833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573AE-8139-4783-BB04-74AFD69B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4F406-7076-4E4E-B6DF-D6E3D4D2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321247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7230AB-AF60-491D-9D94-76ABCA3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E77BE-5FB7-4316-8890-BDF6F34B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ea1370e5c4ac8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EA207-9A4C-4D5A-8E60-F319A898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B2B79-3891-4C25-A25C-CE6F3149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A7C60-6A2D-4C06-AEFB-D4EA4DB8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71D0D-4DE0-4700-99D8-BAD6A501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2E258-2C95-455F-896C-BFA99C57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88CF0-292F-4EE7-992C-9B6865E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339CE-A157-4958-8851-E9D78CC5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89DE4-0DBC-4752-9D3C-CC97AC71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CE7CD-A1E2-4111-AC0B-DFE68164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8045A-F9AF-45EF-BA78-1958070D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4B7C0-251E-4777-9F70-5A7B9357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CDD23-3CCA-4EAC-A9E5-C7B94B28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05B2F-962C-4E45-B641-69F9DC0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CF275-C276-438D-A3CB-992C17AC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12676-BBAD-4E41-8C08-6C1E5789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8B14F-5337-4FAC-8962-88FE35DE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5DBE6-8699-40ED-919A-84F9D821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A5510-23F2-48C6-B2C7-0CE657C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3CBAF887-5600-401D-A1B6-11169435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0482D-084A-4379-AB0B-2CA0C22E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F94D5-1AF8-4A50-AFBA-442E0CC8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53B16-4AE0-49C3-834F-4700FE9D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53701-DF44-4422-BD4B-50657C0B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FAAB9-913A-4B11-914F-1792ECA6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95171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C0B404-5E4B-4FC7-BECA-89744D33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230C5-BC96-47C5-B9DE-1FA7DFD6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f9bea616f403d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21000-F8EF-4FB1-A66C-F0B28152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931E9-0D37-442A-9DBB-7378C493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ACA20-5489-4045-813E-AC4B0B80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ED2BA-D717-4DD3-8FB7-56695154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8C8C5-2961-4A50-9431-B995F8F6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62790-CEB4-480C-8459-D2731A7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1A613-1754-4ED7-A08B-A35559B0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DBDF3-D725-4AAF-9DD8-CB2F7B07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99D7C-13D6-4E54-B59C-5C253D8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8FBB7-4521-487B-92EC-88119CE9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6D116-DB60-4680-9EA4-E566C003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B9C23-3C54-47C7-9AA5-D1A1F590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7CEF9-66A7-44C0-B3DD-04CDC164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0B98E-1094-4930-9FCC-5233BB04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A0D9F-C001-4F63-B600-A1F9ABCF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45BB4-605B-4FA3-864D-4BA6BA96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1C5D0-0826-40E3-ABD3-A2226F22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E6671-6D06-4591-9A94-89869C0C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19334-F6BD-429A-BA1E-4EDB82F9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058BE-F977-48C7-8D4E-FAB4735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B0C5A-7ED5-4DD6-BAAF-24293F2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B2D53-514C-4776-9455-8AF05D77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3C14D-3572-4EA1-AB43-E993D47C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ACB40E-A2B3-407D-994B-053D30F7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FA51F787-C60B-4EB4-8487-AAFF8167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FDEB8-C3CD-4E2D-8E6B-76CCEDF3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A1916-04E2-4C4C-9691-A84C5DA2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CBF2FE-D404-47D6-9A87-622F9291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10382E-1D7D-4AC2-977F-61F95E48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FEFB05-511E-46C9-98C8-7AA6E443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076499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B38CA-5E5E-42BE-B1B4-BE57BB8A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EB95C-575D-4413-9102-4653017A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4137330294154"/>
          <a:stretch xmlns:a="http://schemas.openxmlformats.org/drawingml/2006/main"/>
        </p:blipFill>
        <p:spPr>
          <a:xfrm xmlns:a="http://schemas.openxmlformats.org/drawingml/2006/main">
            <a:off x="838200" y="3810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8D5C8-9DFE-4FDD-B31E-347D8E87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4CF93-1051-4AF7-A842-7378769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E5114-8DF6-4234-812C-611DAFEE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7545A-14EB-4703-85C8-4DD40D33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35913-FB78-4290-9B8D-EFBE53B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E691A-91AF-468F-8585-16903047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35F31-7F43-4B65-B2AD-99F4C3A7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727FA-F2DF-4C0B-B099-957953D1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B3BE0-3659-41C3-9435-EEEC57A2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04C6F-74F9-48F4-B3C3-811CEF0A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BC37A-EF5C-439E-BEEA-8780561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19571-3A7B-44C3-9E10-D80CE612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5B51E-A333-4F72-98C1-3ABBDC2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01797-C3BC-4487-B229-BA4DEDF4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C0F5E-33C6-4F47-A5A4-06744085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1C603-46B5-4FE4-AE71-5712B2C8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1BF37-51A2-4E69-9598-4359E4B4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0C7C2-3D89-467C-8C0D-4D9AC93B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CC9F06C3-A5AE-4A8D-BEC2-2850ADA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C6557-443F-41A7-9C36-3F7F8DE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DBCC9-B255-41BB-9B36-DE10768E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7046C-4684-43DE-BA79-C6168B03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559D8-CECF-4A83-A16F-00A22864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14D7F-16B3-46A7-9F1C-F30991FC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63704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2026-06-15T09:52:06.1010000Z</dcterms:created>
  <dcterms:modified xsi:type="dcterms:W3CDTF">2026-06-15T09:52:06.1010000Z</dcterms:modified>
</coreProperties>
</file>