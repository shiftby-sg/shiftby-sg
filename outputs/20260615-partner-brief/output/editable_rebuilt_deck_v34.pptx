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592efa86c44a2f" /><Relationship Type="http://schemas.openxmlformats.org/officeDocument/2006/relationships/extended-properties" Target="/docProps/app.xml" Id="R0ab9e5c1330747e7" /><Relationship Type="http://schemas.openxmlformats.org/officeDocument/2006/relationships/officeDocument" Target="/ppt/presentation.xml" Id="Rbf4dbb7973bb47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c7d9f85824039"/>
  </p:sldMasterIdLst>
  <p:notesMasterIdLst>
    <p:notesMasterId xmlns:r="http://schemas.openxmlformats.org/officeDocument/2006/relationships" r:id="R4df121f7117a44f5"/>
  </p:notesMasterIdLst>
  <p:sldIdLst>
    <p:sldId xmlns:r="http://schemas.openxmlformats.org/officeDocument/2006/relationships" id="256" r:id="R18c463201cd640f0"/>
    <p:sldId xmlns:r="http://schemas.openxmlformats.org/officeDocument/2006/relationships" id="257" r:id="R69d5712b967246ef"/>
    <p:sldId xmlns:r="http://schemas.openxmlformats.org/officeDocument/2006/relationships" id="258" r:id="Rb3b2186f958242f8"/>
    <p:sldId xmlns:r="http://schemas.openxmlformats.org/officeDocument/2006/relationships" id="259" r:id="R0b022ee8a75a4a11"/>
    <p:sldId xmlns:r="http://schemas.openxmlformats.org/officeDocument/2006/relationships" id="260" r:id="R2e7ce57d36864305"/>
    <p:sldId xmlns:r="http://schemas.openxmlformats.org/officeDocument/2006/relationships" id="261" r:id="R2be51651ab9c473b"/>
    <p:sldId xmlns:r="http://schemas.openxmlformats.org/officeDocument/2006/relationships" id="262" r:id="R01bf0b1f63024a79"/>
    <p:sldId xmlns:r="http://schemas.openxmlformats.org/officeDocument/2006/relationships" id="263" r:id="R0d7f8f1606454fba"/>
    <p:sldId xmlns:r="http://schemas.openxmlformats.org/officeDocument/2006/relationships" id="264" r:id="Rc842d74e49c54de0"/>
    <p:sldId xmlns:r="http://schemas.openxmlformats.org/officeDocument/2006/relationships" id="265" r:id="R23ac2cb07bd643b1"/>
    <p:sldId xmlns:r="http://schemas.openxmlformats.org/officeDocument/2006/relationships" id="266" r:id="R60d4b7a0b1874410"/>
    <p:sldId xmlns:r="http://schemas.openxmlformats.org/officeDocument/2006/relationships" id="267" r:id="R74e6551c2c4c40e0"/>
    <p:sldId xmlns:r="http://schemas.openxmlformats.org/officeDocument/2006/relationships" id="268" r:id="R0e7ec8c688e54b6a"/>
    <p:sldId xmlns:r="http://schemas.openxmlformats.org/officeDocument/2006/relationships" id="269" r:id="Rccfac35099ca446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dfa9f76fb34001" /><Relationship Type="http://schemas.openxmlformats.org/officeDocument/2006/relationships/slideMaster" Target="/ppt/slideMasters/slideMaster1.xml" Id="R2f5c7d9f85824039" /><Relationship Type="http://schemas.openxmlformats.org/officeDocument/2006/relationships/notesMaster" Target="/ppt/notesMasters/notesMaster1.xml" Id="R4df121f7117a44f5" /><Relationship Type="http://schemas.openxmlformats.org/officeDocument/2006/relationships/presProps" Target="/ppt/presProps.xml" Id="Re644cd0bbff84b43" /><Relationship Type="http://schemas.openxmlformats.org/officeDocument/2006/relationships/tableStyles" Target="/ppt/tableStyles.xml" Id="Ra0deb83c428c4b9e" /><Relationship Type="http://schemas.openxmlformats.org/officeDocument/2006/relationships/slide" Target="/ppt/slides/slide1.xml" Id="R18c463201cd640f0" /><Relationship Type="http://schemas.openxmlformats.org/officeDocument/2006/relationships/slide" Target="/ppt/slides/slide2.xml" Id="R69d5712b967246ef" /><Relationship Type="http://schemas.openxmlformats.org/officeDocument/2006/relationships/slide" Target="/ppt/slides/slide3.xml" Id="Rb3b2186f958242f8" /><Relationship Type="http://schemas.openxmlformats.org/officeDocument/2006/relationships/slide" Target="/ppt/slides/slide4.xml" Id="R0b022ee8a75a4a11" /><Relationship Type="http://schemas.openxmlformats.org/officeDocument/2006/relationships/slide" Target="/ppt/slides/slide5.xml" Id="R2e7ce57d36864305" /><Relationship Type="http://schemas.openxmlformats.org/officeDocument/2006/relationships/slide" Target="/ppt/slides/slide6.xml" Id="R2be51651ab9c473b" /><Relationship Type="http://schemas.openxmlformats.org/officeDocument/2006/relationships/slide" Target="/ppt/slides/slide7.xml" Id="R01bf0b1f63024a79" /><Relationship Type="http://schemas.openxmlformats.org/officeDocument/2006/relationships/slide" Target="/ppt/slides/slide8.xml" Id="R0d7f8f1606454fba" /><Relationship Type="http://schemas.openxmlformats.org/officeDocument/2006/relationships/slide" Target="/ppt/slides/slide9.xml" Id="Rc842d74e49c54de0" /><Relationship Type="http://schemas.openxmlformats.org/officeDocument/2006/relationships/slide" Target="/ppt/slides/slide10.xml" Id="R23ac2cb07bd643b1" /><Relationship Type="http://schemas.openxmlformats.org/officeDocument/2006/relationships/slide" Target="/ppt/slides/slide11.xml" Id="R60d4b7a0b1874410" /><Relationship Type="http://schemas.openxmlformats.org/officeDocument/2006/relationships/slide" Target="/ppt/slides/slide12.xml" Id="R74e6551c2c4c40e0" /><Relationship Type="http://schemas.openxmlformats.org/officeDocument/2006/relationships/slide" Target="/ppt/slides/slide13.xml" Id="R0e7ec8c688e54b6a" /><Relationship Type="http://schemas.openxmlformats.org/officeDocument/2006/relationships/slide" Target="/ppt/slides/slide14.xml" Id="Rccfac35099ca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cebd32dbf8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c2bc3784048ac" /><Relationship Type="http://schemas.openxmlformats.org/officeDocument/2006/relationships/notesMaster" Target="/ppt/notesMasters/notesMaster1.xml" Id="R4f94533eefb04e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348172ffb4e9a" /><Relationship Type="http://schemas.openxmlformats.org/officeDocument/2006/relationships/notesMaster" Target="/ppt/notesMasters/notesMaster1.xml" Id="R7a9122152bb2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36738b9da4210" /><Relationship Type="http://schemas.openxmlformats.org/officeDocument/2006/relationships/notesMaster" Target="/ppt/notesMasters/notesMaster1.xml" Id="R4a79b733df7b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4e358b51974ee2" /><Relationship Type="http://schemas.openxmlformats.org/officeDocument/2006/relationships/notesMaster" Target="/ppt/notesMasters/notesMaster1.xml" Id="Rf2f8625e19f548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59507199a940aa" /><Relationship Type="http://schemas.openxmlformats.org/officeDocument/2006/relationships/notesMaster" Target="/ppt/notesMasters/notesMaster1.xml" Id="Rd0d67db266844f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8f9e85a1ae4300" /><Relationship Type="http://schemas.openxmlformats.org/officeDocument/2006/relationships/notesMaster" Target="/ppt/notesMasters/notesMaster1.xml" Id="R321ae62f154141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1e8bd6600a4176" /><Relationship Type="http://schemas.openxmlformats.org/officeDocument/2006/relationships/notesMaster" Target="/ppt/notesMasters/notesMaster1.xml" Id="R9085b140d8eb42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c5184ad9d4da7" /><Relationship Type="http://schemas.openxmlformats.org/officeDocument/2006/relationships/notesMaster" Target="/ppt/notesMasters/notesMaster1.xml" Id="R5c281b5fc13944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b352920c214fdc" /><Relationship Type="http://schemas.openxmlformats.org/officeDocument/2006/relationships/notesMaster" Target="/ppt/notesMasters/notesMaster1.xml" Id="R5b53db4fd19e4f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1ee1d199e74956" /><Relationship Type="http://schemas.openxmlformats.org/officeDocument/2006/relationships/notesMaster" Target="/ppt/notesMasters/notesMaster1.xml" Id="R294acd3ffe734d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4f3ae293d4932" /><Relationship Type="http://schemas.openxmlformats.org/officeDocument/2006/relationships/notesMaster" Target="/ppt/notesMasters/notesMaster1.xml" Id="R16350c88e82a4c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85bb2c5b9a486f" /><Relationship Type="http://schemas.openxmlformats.org/officeDocument/2006/relationships/notesMaster" Target="/ppt/notesMasters/notesMaster1.xml" Id="Re0708abd22cc4d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1d4de692f64b01" /><Relationship Type="http://schemas.openxmlformats.org/officeDocument/2006/relationships/notesMaster" Target="/ppt/notesMasters/notesMaster1.xml" Id="R5ecfae83edbd44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66272ac60d45a5" /><Relationship Type="http://schemas.openxmlformats.org/officeDocument/2006/relationships/notesMaster" Target="/ppt/notesMasters/notesMaster1.xml" Id="R4189c0f09e73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67509dbb8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0c823cda649c8" /><Relationship Type="http://schemas.openxmlformats.org/officeDocument/2006/relationships/slideLayout" Target="/ppt/slideLayouts/slideLayout1.xml" Id="R5626dd979afe4d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6dd979afe4d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cdbd346fc42d1" /><Relationship Type="http://schemas.openxmlformats.org/officeDocument/2006/relationships/image" Target="/ppt/media/image.png" Id="Rc10f0b5dcf94497e" /><Relationship Type="http://schemas.openxmlformats.org/officeDocument/2006/relationships/image" Target="/ppt/media/image2.png" Id="R6d5bbcf7c4d542fc" /><Relationship Type="http://schemas.openxmlformats.org/officeDocument/2006/relationships/notesSlide" Target="/ppt/notesSlides/notesSlide1.xml" Id="R9c13b505d3dc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c32b5df834f8c" /><Relationship Type="http://schemas.openxmlformats.org/officeDocument/2006/relationships/image" Target="/ppt/media/image3.png" Id="R20dd5b1b2e114eb1" /><Relationship Type="http://schemas.openxmlformats.org/officeDocument/2006/relationships/notesSlide" Target="/ppt/notesSlides/notesSlide2.xml" Id="Re1bc58aa74aa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cb026a8f14b4f" /><Relationship Type="http://schemas.openxmlformats.org/officeDocument/2006/relationships/image" Target="/ppt/media/image4.png" Id="Rf8eeff8180104458" /><Relationship Type="http://schemas.openxmlformats.org/officeDocument/2006/relationships/notesSlide" Target="/ppt/notesSlides/notesSlide3.xml" Id="R1c42b1aa818446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e54a98de2447e" /><Relationship Type="http://schemas.openxmlformats.org/officeDocument/2006/relationships/image" Target="/ppt/media/image5.png" Id="Rc4d55a50478e46a6" /><Relationship Type="http://schemas.openxmlformats.org/officeDocument/2006/relationships/notesSlide" Target="/ppt/notesSlides/notesSlide4.xml" Id="Red84740d947541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e5c8558de41b7" /><Relationship Type="http://schemas.openxmlformats.org/officeDocument/2006/relationships/image" Target="/ppt/media/image6.png" Id="R6892511adc5c4f12" /><Relationship Type="http://schemas.openxmlformats.org/officeDocument/2006/relationships/notesSlide" Target="/ppt/notesSlides/notesSlide5.xml" Id="R54ea416a677b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8e542264e4753" /><Relationship Type="http://schemas.openxmlformats.org/officeDocument/2006/relationships/image" Target="/ppt/media/image7.png" Id="Rc3df19d5b4be460b" /><Relationship Type="http://schemas.openxmlformats.org/officeDocument/2006/relationships/notesSlide" Target="/ppt/notesSlides/notesSlide6.xml" Id="R12325e810d7944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9d69d247248c3" /><Relationship Type="http://schemas.openxmlformats.org/officeDocument/2006/relationships/image" Target="/ppt/media/image8.png" Id="R16cf4b43f6544fef" /><Relationship Type="http://schemas.openxmlformats.org/officeDocument/2006/relationships/image" Target="/ppt/media/image9.png" Id="R1c90fd251a1344f8" /><Relationship Type="http://schemas.openxmlformats.org/officeDocument/2006/relationships/notesSlide" Target="/ppt/notesSlides/notesSlide7.xml" Id="Rf119cc7e7aaf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404a68ab34e57" /><Relationship Type="http://schemas.openxmlformats.org/officeDocument/2006/relationships/image" Target="/ppt/media/image10.png" Id="R45e594f102b742aa" /><Relationship Type="http://schemas.openxmlformats.org/officeDocument/2006/relationships/image" Target="/ppt/media/image11.png" Id="R73a43d5138fd4213" /><Relationship Type="http://schemas.openxmlformats.org/officeDocument/2006/relationships/notesSlide" Target="/ppt/notesSlides/notesSlide8.xml" Id="R7227a8a2719048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2e90e27c14ca9" /><Relationship Type="http://schemas.openxmlformats.org/officeDocument/2006/relationships/image" Target="/ppt/media/image12.png" Id="R1fb06f5fa4094bbf" /><Relationship Type="http://schemas.openxmlformats.org/officeDocument/2006/relationships/image" Target="/ppt/media/image13.png" Id="R172c8ddfe7814df9" /><Relationship Type="http://schemas.openxmlformats.org/officeDocument/2006/relationships/notesSlide" Target="/ppt/notesSlides/notesSlide9.xml" Id="Rb92184c0aec74e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f9d373ee041e0" /><Relationship Type="http://schemas.openxmlformats.org/officeDocument/2006/relationships/image" Target="/ppt/media/image14.png" Id="R39578ef8418d4874" /><Relationship Type="http://schemas.openxmlformats.org/officeDocument/2006/relationships/image" Target="/ppt/media/image15.png" Id="R58bf5ed8e19f4047" /><Relationship Type="http://schemas.openxmlformats.org/officeDocument/2006/relationships/notesSlide" Target="/ppt/notesSlides/notesSlide10.xml" Id="Rba811fb4208246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8c098eb81492b" /><Relationship Type="http://schemas.openxmlformats.org/officeDocument/2006/relationships/image" Target="/ppt/media/image16.png" Id="R66628afe2e674739" /><Relationship Type="http://schemas.openxmlformats.org/officeDocument/2006/relationships/notesSlide" Target="/ppt/notesSlides/notesSlide11.xml" Id="R2812f65a25c44a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f252aad13487b" /><Relationship Type="http://schemas.openxmlformats.org/officeDocument/2006/relationships/image" Target="/ppt/media/image17.png" Id="R4f2a1b5b0c494a0f" /><Relationship Type="http://schemas.openxmlformats.org/officeDocument/2006/relationships/notesSlide" Target="/ppt/notesSlides/notesSlide12.xml" Id="Rb7de041f13514c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4c502c8b44e37" /><Relationship Type="http://schemas.openxmlformats.org/officeDocument/2006/relationships/image" Target="/ppt/media/image18.png" Id="R893fa0b9495c4fb9" /><Relationship Type="http://schemas.openxmlformats.org/officeDocument/2006/relationships/notesSlide" Target="/ppt/notesSlides/notesSlide13.xml" Id="R304d0f924a8543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fa933210b40ea" /><Relationship Type="http://schemas.openxmlformats.org/officeDocument/2006/relationships/image" Target="/ppt/media/image19.png" Id="R5b3d4a3486434476" /><Relationship Type="http://schemas.openxmlformats.org/officeDocument/2006/relationships/notesSlide" Target="/ppt/notesSlides/notesSlide14.xml" Id="R19b58b98fc344a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E04632-368F-4EB2-BFFD-FCF32415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93B3D-9FFB-417D-81C1-AD331C4A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f0b5dcf94497e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8B84C-EC47-43BC-9DA0-97E6F6E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E76A3-A30A-4F16-A522-9AB16511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5C180-C8DA-4D8B-AAA3-3F65A98A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4C927-D1D6-4995-944A-E371146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A7070-4EBE-49EA-865C-70D0B9B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bcf7c4d542fc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A938A-48FD-4268-A62C-B15DA33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7C857-CD38-4370-8B97-1A42A20B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70A54FD3-B0F2-46EA-B944-360DE4A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E81CE-0222-4805-9863-A1550BAF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25CE8-F62C-45C0-8373-362CF5AB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3FC73-05B9-4108-9CB2-4A56987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B5105-5BBC-45EB-A879-D6BB7AA6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4A9A5-6E8F-4959-AA77-3F4FFC7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23166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3F439-B959-44CE-B984-E9B876F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10C90-4FA1-4146-B5DE-046F0B2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d5b1b2e114eb1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65941-A9C5-482D-A0D7-A858489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F144D-0843-436E-81A7-3D40317F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74816-DDDC-4F95-A6A2-54570F2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77478-8600-4FDA-8757-D3CED915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D2F22-3ED3-46BB-ACD7-9FFFDCA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3B2CA-9D75-4259-A3FD-FAB02BC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F799-226A-4D83-8D4A-3D804CD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F508D-3C0A-464B-B548-9019F11E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0C1FD-84AD-4C58-89B8-BF233D7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751B9-F4E9-4EE4-A8F5-F94ACE8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5A99B-BFD2-4011-983E-78AED03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BEB57-1C74-4FC4-AFD5-5DBF6813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37EB1-0D46-4837-AADC-DFD8E3B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F396E-FFB4-4689-8A3B-D5194A0B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8EB28-8EE6-4D86-9D4D-E643AF59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0A3D5-12A1-4C24-B454-B44EE49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4081C-E396-4400-A514-536C2DE6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D0D62D77-5213-4F01-8FCF-4FCFE1AD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04912-1148-4DDD-99F6-A11722E1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C79E5-DC0D-496B-9277-6F5D4FFE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DE3AF-B5F7-444F-8642-622591B5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10FB11-C96D-495E-8FCE-80A7D90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CB6CF-5570-4BFA-8B5E-1622D4A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7620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25783-F515-40EB-BD72-AE83C9D9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77D3B-E47C-4950-8A18-7A8221AA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eff8180104458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8658-F4FF-4939-BD50-0A10E7FF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595CA-7AED-41B3-A072-89939AA9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B2D8A-6814-41DB-8988-0109845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96240-0BFD-4956-82A2-80171E2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9A4C7-DAA1-4B04-96D1-3B0511CB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7B1AF-520A-40B3-9580-5EED63F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CAA7E-7EFA-41E2-BB9B-5538CF24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56A9D-662F-4A1D-AFB2-9085C40C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C44A5-5C71-4BD0-8533-D3958EB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B097E-7AF1-40E5-9AE3-04DBF1D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0C067-D7C4-43F7-BDE4-BBA6CF11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E8D3D-BB0D-474F-9583-A1273E61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A272B-3A4E-49A5-AE64-83E6780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15CF5-5BA5-46EC-93F4-F5984615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77A72-7E52-4D91-AC7E-8A27BAC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89140-E09F-428A-AF3D-7D9EEC5D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CD0D8-D426-48D4-B9C4-5B55EAB7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36FF0-F8B0-4C07-ADA6-156A416A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2DAB3-CF71-4F5A-B978-9E96935A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A92AF-380B-4216-9BDC-A728986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6D984-7D02-40A0-9B94-F056B0B7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1A1ED6-267D-4D76-A768-F82793E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C0F74-A3CE-4DDA-A7C6-421C519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15B87-EFE0-4322-BCA3-CA6DBBE3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A4685-E62E-494C-B3E3-4604105E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EF34DF-2F42-465F-A2A7-B1493AFB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D85D6-8E0C-45B0-BE59-93C4842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B8C97C-230A-4651-9717-8822853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E70465-6B1C-4445-AD29-4A1D38F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1A7873B-7B0C-40C2-A240-E9A42FC4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15A71C-74FD-4E8B-8E7E-0137081B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2C86E7-627D-4333-BB66-BBBFD425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79BCE-2B0B-4DC0-9E18-D40BFF2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7C0B4-9D43-452B-B72B-E3FF12C1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CC8DE-27C0-4C37-96A8-75D513E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21042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F7E18-9CD9-4C82-91F7-54AED025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9D2B6-90D0-45FD-8EF5-C253BCD8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55a50478e46a6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DD8E5-A741-418A-9BEE-4ADEB08A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0B2A-3584-43AF-949D-92321BD6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EA22-11FA-4D6B-8DA5-F3024E8E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558FB-291C-4A6B-B617-9E543BC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5DEF8-4A83-4FCD-AA1E-FCF9846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DB920-3539-4F84-ACF5-5177662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B3649-4064-4DE5-9ED9-31DDC73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DF13C-415A-46B4-A691-407BD83A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A1F2D-49EF-4042-8614-581F6526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492E9-795E-478D-B5DC-1D3A463C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B8F2-A86C-44E3-A308-10F3C88B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FFFE0A-55EC-4AB8-B3F3-B8FD887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F1394-0C2D-4E88-BCBD-36A4E126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066F9-FDFB-471B-B08A-F81D2FC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6721A-846B-49FF-82E9-39111BC1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064DA-930D-4E78-A89E-0E1C35CB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1B5C9-323B-442C-A136-050706B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2F3FE-5684-46E3-9AF8-074EC35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88C0D-F239-4FDC-BDC2-9B7A021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F41FC-6E34-4F24-ACBC-5965E669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A47D69-FFD7-48D1-9D0A-0F14753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B5831-0B32-4082-B866-490219E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179DBEE-5E0B-481F-8E71-12F3974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D3ABC-452A-4418-A8CE-E48944A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94D58-91D5-4DCB-9839-58C00AD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9C8EB-641E-4B6F-844C-8595207E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D00681-0E44-44F4-A98A-FCD29F0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072DE-EBB8-4AB6-A4B6-0FDB63D0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23701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4A033-24DF-4B02-8505-AAB7651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2C801-E59C-40BA-A64D-D09BD12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2511adc5c4f12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2B1DB-7A8A-4E8B-9C13-CFA5B29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77052-E4BF-4786-9626-C7693C99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71229-AE91-4D00-8024-63D57FD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BEFF6-7FED-4618-8A8B-70DC92AD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1A32D-2729-465A-9157-14A131E5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2A54F-8E16-452F-873E-CE10358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10A20-ECE7-480B-8DD9-2241983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91EC0-8515-43D1-9812-1A2381D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EE964-2B91-4E49-8E2B-3D7DC174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8A4C1-4684-4A6C-9F87-9F8E326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A9FF2-71B3-4A30-AFEF-1D84E944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A8FF8-BA70-4092-81DB-F6DB2FB4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89FEF-CCFC-4A52-B198-8A69A371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A657B-CCD2-4BB4-8018-92D3BB3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755D8-2806-4C5C-8834-3E476E5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25ECB-0545-4E3E-A0CF-7F7A680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F698E-0AAD-4395-A36B-F1F05DAB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E93C3-1E6A-47D1-9BB7-9A5B2B8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64C0C-1900-4532-A537-4E893CE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A3B80-7720-40F0-BF44-FE94C5DD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BC2F4-BEE9-4AA3-A9F8-A540A8D7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C6377-7A06-4133-AF08-8882620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388185-EBD3-4F48-A3F2-9D05846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4D2EE-256F-418E-B889-C3FC4FA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52ADB-235A-40ED-9144-BA8CCD5C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8220C-0BF0-4D3D-AAF5-25B0F52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6B30E-7AC4-4ADA-A1F4-6DFA7E79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371ADF-270C-46F0-80B4-828F3CF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848BE-2782-44AE-895B-5DCA10F4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05FE6D-16A4-43AF-9BFD-B9F99EF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7F935C-2E9A-4968-8EC6-DD59710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A9572-C719-4C3A-9F46-DC9DBA2B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3BCFDD-517D-45AC-B393-949241FA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CB9942-287C-4233-8D4D-1C4C68BF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49415E-48AE-44AA-965F-CF3815FD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8E9463-0922-44F6-B33B-27C8A4F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8387F2-A80B-48D1-91E6-DFB6394E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39031A-E8E7-45CD-8993-F7E3FF9F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55818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33179-5B9E-42C5-86DE-A1148C8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E27F7-A73B-475B-A599-70487BB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f19d5b4be460b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0F24C-7639-4121-A437-C5846D3F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8B94F-671B-4B09-9953-44534590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B0472-2DE3-4788-B660-D5E96CEE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B613D-B40F-4149-9D9E-47993716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F4A71-D4AE-4293-9C34-D44845D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2D553-8262-462F-B3F7-6A1D3477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2CDB3-98BF-44D8-B35F-67B580B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7CD1C-9D24-47CD-8A85-703D5CE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2D6DA-C71A-4EAC-8EC5-28B69E56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B63A6-38A6-4AEC-ABF4-4847864A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4308-EA5C-410B-979F-EE7CF5E5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DC836-11EC-41C4-AF0C-8F9F31E8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CCB4D-7E2E-4278-82E8-855FFF7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3B47A-C830-447B-BD03-584C3EF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C90B9-B5A0-4330-A00C-F89540C3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E0F11-185B-472D-AF0E-7571017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6CC12-CAF4-44C4-85A4-565571BB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FF0B5-8530-4C0F-8AFD-56687BD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DE0E4-4406-44DC-862D-E4E18587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0292F-2ED2-4D55-8908-8FAB585C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44CF2-85C2-4FB3-A16F-6C3DF64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C16988C-5EBB-4F68-8B0B-BCDCE769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4E7F4-891F-4ED2-BA51-31D6F7C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BCBE3-E011-4654-B5C0-AFE9DB8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33B653-F2C7-428C-885B-08D1D3E3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609BD-E605-4719-AB5D-41AA1E8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09B5D-77D1-4F88-91DC-6E0BE2D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83339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1A247-AEAE-4B6A-9247-6678272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2A36C-81EF-4E87-9DDE-47E4892C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f4b43f6544fe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736D5-2C5D-4C98-BED6-A1DF9F0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93AD-C912-4778-9161-1E4023B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142EB-7B7C-413B-894B-97955D6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AEEF5-8627-40D9-A323-00A15C32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E1C8D-BA67-43C2-A872-2EF7EE4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AF7B9-66CF-4D73-89BC-F14D4045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0fd251a1344f8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A389F-6579-4481-B5B3-109BDA21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5CE49-2C37-41EE-9A06-964FD1E4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08E0E-771E-4571-A01E-CD04C52B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FFD21-4B29-4101-8E2F-78CA9C1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6544F-4CAE-46C3-A238-17041570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9EC8D-A599-4A9A-B63F-F41996B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3FE19-DD74-491D-9FFB-6E554037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3F076-51E9-4EE0-9E48-4E84550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EAAF4-D372-4D94-A5F3-C364A2F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C6AEB-AA11-413F-BC50-9EDBA9C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0B725-6FA7-4E09-A7AE-35312752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FE079-8C3A-4F6D-86F6-643ECAEB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F66DC-53AB-42EA-A232-9925741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B071C-3CB6-4576-9F1F-02BF1539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DE515-8DEA-4E09-9077-F62CC799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CCB5B-7E39-43E9-B9A9-40CDCB0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FC51F801-AB21-46D3-8133-31A4753D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19683-D47C-48D4-BC06-A09FA3BA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B24986-A75B-4064-8D22-CD00550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CC4AB-F895-45EC-8B99-E1065B85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2957E-D0E7-4AE8-9AF8-D2349F2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DA9D2E-DF42-4CB6-8260-158B426A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06983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A690BD-E75D-4F49-AE2E-CA79759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11124-7C54-4A55-A9C5-E78BCC66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594f102b742aa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EFFC8-8E5B-4E05-A039-C07E8BD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84891-000D-4157-B2C7-CCB4B06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18A9A-CF30-4F82-915F-BEEBABD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D10C-248A-4613-9064-06ECF30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86086-0EB0-4E77-9E1B-D0CF221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63FCE-85F7-478E-8ADB-3FBA40B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43d5138fd4213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3137B-0D2E-4C48-9926-5309DE3B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7ABD8-E691-4B94-A3DA-CA97369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E5314-A4E9-4FEF-9C5F-1F9A141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E8D8C-89B7-4DE1-B9F2-E1F50FF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90181-0688-4E9A-9BEC-1A96587F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421E5-9541-4BD7-A455-AD1FC4CF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178A6-3185-44EF-AB4A-30AAC9F5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9C875-9F5D-4FCD-BDAB-4A32378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2B418-085A-4DA9-B3F1-762BAA4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1894C-EEB8-42D0-AAE4-F516B842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E2C16-5C18-40B5-9938-70CEB034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BB4A4-488A-405E-86F6-493E6ED4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771EABB5-0CA3-4724-AC86-2FEDC17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32A58-C627-4E26-B978-8EF66202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922C07-85E8-41D6-931B-3DFBC9F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C6484-8307-4CAB-9C25-4E1A3E26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B09A9-7C90-4367-840E-0C776E8D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447E36-3867-40EB-AAB5-2FA46BED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425192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F65F8-A3F4-472D-B0BD-43DC84C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5789A-8926-4488-8200-4B0F8504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06f5fa4094bb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DF9FB-27A4-44C6-A288-857D6AA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2852F-DF0F-4422-B51B-73E1EC3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B8DB-FEB9-47DD-85EB-8D8A79C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689C7-420E-454C-A060-D6AC1BA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29681-A6BF-4E2E-B95D-780BCEA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81CAE-9141-4016-9B4B-1CA4416A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8ddfe7814df9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0E4DA-4D7B-48E1-AE81-00BFCB34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35BD9-3D58-414E-BFF0-E55FB016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63786-D631-460E-8801-96698B1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F0787-0776-4BE2-9663-C143B59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14531-0F0C-4484-AA9F-1F3C39D7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81AC9-3917-41DC-ADEF-A2CE50C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1854D-C325-48D0-A01B-555CF2F7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1798A-7BE4-49B0-8BD1-17A5F04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AB8D8-8D5E-4635-8938-58AA21BB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18086-999C-4973-BEAA-29CC4B6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D2E1F-344D-436D-939A-3865214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55502-8576-4227-A359-C0D8D18B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D6D92-44FA-4FF5-A786-68FF060A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D6DF2-4A0B-4C6A-B92C-A9FD91DC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F8606-0A5B-4269-9197-13A8C0B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30F77-3A18-43A8-B33C-6E89DFDB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3AB9E-2EB3-4E0A-8578-7897469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76D232-F5C5-4947-A6A1-FCFAB2F5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C8B3A-C593-4582-9252-4364C34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A7EF9-F5FB-40D9-B3DD-CBB40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A975B-8FBB-478E-9374-E6A5CD7F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E5CAF-DAA8-48EC-808D-D1C927E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A8B33FA1-7425-4AD3-A9F4-5FED562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C01E3-B6A3-4A26-BD15-6021BE05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80BB99-364E-465A-8FBD-21E2364F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25EAF-2686-4F28-B137-6CA6B712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BB844E-D38E-4A33-B831-E2A828F9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58F59-3ADA-4776-92B0-3C160E68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03859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F3758D-2436-45A6-89A2-EE8B0FC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AED5-0DE3-4DA7-99D1-21EEB6A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78ef8418d4874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577D5-8CE8-40B7-95CC-3DBFAD1F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53F5A-B895-43A6-AE42-84574E5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0F7B6-A47B-4EBF-8B7E-FACEA0E2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326C3-472F-4C56-962C-F7C9FFB3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75E24-96FD-405A-965A-6E6BD196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E1F5D-E6E6-46D5-8789-1CFD7BCB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f5ed8e19f4047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977FB-652A-4644-A7F6-D676CAE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6BCD2-F058-4E25-A1FA-430D0BA9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D2704-F5A9-4ED1-81C5-5851B22D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192D2-B9F4-416D-8DEF-160578CB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A7A73-13F6-467B-AD54-1E39F43E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5B3C0-2404-49F3-AFA6-7521B933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790EC-1B5A-4B3E-9C1E-4234669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8103A-1F85-40A2-AB45-51C203B7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10631-910E-470A-9FBE-CE05233A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67CB0-CE9F-4523-B2DE-33D0B1BF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CE3A0-9F0B-4728-A71A-C22100A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88F4A-3DD5-47CF-8A26-F92D0AF4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E1158-5AB7-4C1E-B6F8-29259B3C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061A7-514E-467E-88DE-83288939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00C8D69-053C-41BA-AE9C-9EEC9E9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8CC05-098F-47C0-A0DB-5EB4553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3A021-DBDA-42AB-BC0A-13D23A5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73596-98E4-46F9-83EC-E296696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A0D92-28E1-4747-8C12-C7001CE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3AAB6E-392C-4612-A4EC-66CE24A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43914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5E75AC-923F-49DF-970B-0CAE5E64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3741-B2DB-4F7B-983F-1D282DF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88720-8820-46FD-8F68-04F44E5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705A-0586-46CE-A78B-B23997B7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28afe2e674739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78A08-8B46-4790-AA37-ACFD807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F1AD0-A837-40BA-AFE8-34726553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B3F0-2AFD-4510-8C24-505C8C0D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D23A-C37C-46C8-9F13-5B477C33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E023C-5FBD-4F32-8DBE-AEA2D77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3E8EA-5005-4DAC-920D-4C481E5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919E8-6AA9-40B5-8881-19E470B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57BAA-CC11-4FBD-8C7D-AA96A8D0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6FD29-BB68-4E17-A055-C1B8056F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0220E-8ECA-4241-89D5-5882421E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1E565121-6FDA-4D19-891B-8530DFE7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54A47-A397-4D1B-8A6E-9F191B2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DA948-DC98-4E31-A6FA-17037190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D5C37-02CE-4BBB-9E63-1C1817EF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756BB-775A-4B70-AAA2-1085EC7E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3A717-7F30-48EF-89A9-812BA55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2875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29185-950F-46FB-99ED-1AD174F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F8BE6-5F09-434E-AB3F-BF063542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a1b5b0c494a0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00236-7075-413B-B819-631536E3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4C8AB-865E-4880-821E-D10F2522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614E5-B41C-430A-98BA-CB820CB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FBBA2-B935-46A1-8824-B735BCE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AE01A-E7C7-4897-85BD-66CB0A5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5A214-1778-4F87-8621-AB2323C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EA879-9489-4A11-AA14-1177B0C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7B496-6786-4D56-80E3-B3D52426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BCC58-9500-409D-BF0D-6176E746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A6D91-34E0-4D98-952B-6C9BED5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11D25-B026-4197-A6AF-5BDC95FE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68222-A4B5-4E9B-84D2-06E6B153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A7F32-C5D9-4F68-924C-FAA9104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5CC20-D1F0-464D-B5CC-7ED31CD5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25700-BBE2-4065-8A08-795B4C5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BA844-E3DE-44CC-BC63-AF24118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26B38-1239-44FF-A04B-C368947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AFC8E-8AAB-46E1-8A9C-E4009162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3B914098-0F70-4C1C-8580-B6A5C319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1E189-84E7-4439-A9F0-CEF37BE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188DF-007B-4288-A6BC-7975CF51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08FDF-AC5C-4B58-B979-8B174314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9BF2B-AF42-4CB6-BDE2-42E4B6F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EDA44-E1D7-4159-BE71-3AA9FEB4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74118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41B95-D3A2-4A07-8F75-6852236C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165C2-0D8F-4B32-8365-EC2B941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fa0b9495c4fb9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98CE9-2A00-451E-86D2-45B3FFBB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294B7-EC3B-4BD9-95A6-43D91153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FF056-60F9-44D8-A67D-30C65557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9C938-E6D7-4D66-B8DC-295F82D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073E6-3995-4511-94B1-0916A87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BA4BA-D4AB-455D-BFA4-57AF960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46A50-2ADF-4522-AF11-E55FD34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200EE-0D62-428B-AC34-AE4A8984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62197-14E5-46DF-AC2D-A925B2B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278FD-F809-4CB5-8782-2FF3B06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EABC7-1400-471D-B668-74D1B2F3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4420A-5367-47E9-AD30-225C51BC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94B7E-0367-4BCE-A33B-CC6BC24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19B68-8074-4C97-A0EC-F5F0B526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859A9-109C-4945-9450-88E14C7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9F6F1-5E6E-49D9-BA78-8F007DF8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83F58-E1A4-4E87-9673-3120EB1D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33B7F-C7BA-4946-8932-0ED90DF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86DC7-86A0-43A1-BD58-6D6D1E1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D47FE-FFE8-459B-9EAC-262CD69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64396-0098-42CC-B4A4-BA034D45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96200-4225-4FEF-95F1-AB69B2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602FB-CBEC-45AE-8D81-BE21A0C6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7606A-68A8-41CE-86CE-9C423EE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74960AA-7FB6-471E-BC6A-396E286A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7AABE-D49A-4694-8DED-17FCC1E4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DBFAF-FDDC-4978-AD59-573CCF7B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6722C-60EE-45D2-9A4D-22D82B68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F125F-BAF9-40A2-9309-A7755A7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E6C36-E0F0-4059-A529-3C5EBD2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036739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2EDC8-5764-41E4-A7A2-6442603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2805-436F-4C8C-BB3F-3EC8D0B0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d4a3486434476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9F79-A9F1-4C64-BDD9-BD02A85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46462-BD10-474F-B752-D333168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0EDAC-74B6-4766-BFBC-BF228E29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CDCD9-07A4-412A-92C9-A552A19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C2CDB-AADB-4708-99A0-670909D8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CCC3B-421F-4F47-AB68-3E2C61A9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23A8F-43CD-4146-8759-76157496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5BF54-6430-4EC4-96A9-B4E554BF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CC8D-AA42-428A-8282-4998FC9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69AD9-75D4-499C-AE52-A2EFF82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94696-AA18-4D9D-AC88-E214A623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13EC5-664F-4519-AA8D-4C63715B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4CF49-753B-4450-BCF7-38B03B57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7074B-26E7-426B-96CD-1343E731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C11B3-DBC7-429A-8D46-EC484C9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AB118-0CE0-42B9-B412-E5AC7CC7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F0C0A-DE47-4D16-8EE4-1E4CCF94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81FE9-BC4E-4253-9580-B4CB68D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67D7274E-DAD3-4D1B-8A2A-80BDF0D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12552-B3B5-453E-816C-1A61F94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F4D898-268E-42FC-A4A9-6830E8E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3674A-0652-4AC6-9B61-97082C0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48E59-CF58-4680-B329-DD2FDA7B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B7AD8-F309-4243-933D-78D0F9A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58098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2026-06-15T09:46:38.1950000Z</dcterms:created>
  <dcterms:modified xsi:type="dcterms:W3CDTF">2026-06-15T09:46:38.1960000Z</dcterms:modified>
</coreProperties>
</file>