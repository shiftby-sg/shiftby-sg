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7d005c64a4161" /><Relationship Type="http://schemas.openxmlformats.org/officeDocument/2006/relationships/extended-properties" Target="/docProps/app.xml" Id="R6a57e47b1ae642d8" /><Relationship Type="http://schemas.openxmlformats.org/officeDocument/2006/relationships/officeDocument" Target="/ppt/presentation.xml" Id="Rcc6999a8ab2f4a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ef82379e5c48fa"/>
  </p:sldMasterIdLst>
  <p:notesMasterIdLst>
    <p:notesMasterId xmlns:r="http://schemas.openxmlformats.org/officeDocument/2006/relationships" r:id="R1df08b338a8243c1"/>
  </p:notesMasterIdLst>
  <p:sldIdLst>
    <p:sldId xmlns:r="http://schemas.openxmlformats.org/officeDocument/2006/relationships" id="256" r:id="R04c897df34be4b6b"/>
    <p:sldId xmlns:r="http://schemas.openxmlformats.org/officeDocument/2006/relationships" id="257" r:id="Rac45f37f79434cb1"/>
    <p:sldId xmlns:r="http://schemas.openxmlformats.org/officeDocument/2006/relationships" id="258" r:id="R2ad6b94dec134bf8"/>
    <p:sldId xmlns:r="http://schemas.openxmlformats.org/officeDocument/2006/relationships" id="259" r:id="Rc0a7a5ae650a4ada"/>
    <p:sldId xmlns:r="http://schemas.openxmlformats.org/officeDocument/2006/relationships" id="260" r:id="Rfa5c3665be124e95"/>
    <p:sldId xmlns:r="http://schemas.openxmlformats.org/officeDocument/2006/relationships" id="261" r:id="Re6cf2c6c1c0246a1"/>
    <p:sldId xmlns:r="http://schemas.openxmlformats.org/officeDocument/2006/relationships" id="262" r:id="R8d15e5819d2c49f4"/>
    <p:sldId xmlns:r="http://schemas.openxmlformats.org/officeDocument/2006/relationships" id="263" r:id="R8eafc4c69d644eb9"/>
    <p:sldId xmlns:r="http://schemas.openxmlformats.org/officeDocument/2006/relationships" id="264" r:id="Rd807e3b8b45a4ae0"/>
    <p:sldId xmlns:r="http://schemas.openxmlformats.org/officeDocument/2006/relationships" id="265" r:id="Rd38ddab0c8dc4367"/>
    <p:sldId xmlns:r="http://schemas.openxmlformats.org/officeDocument/2006/relationships" id="266" r:id="Rafc99aa7dcee4fae"/>
    <p:sldId xmlns:r="http://schemas.openxmlformats.org/officeDocument/2006/relationships" id="267" r:id="R8ea9140c2d814f8c"/>
    <p:sldId xmlns:r="http://schemas.openxmlformats.org/officeDocument/2006/relationships" id="268" r:id="R65c5b83adb394a34"/>
    <p:sldId xmlns:r="http://schemas.openxmlformats.org/officeDocument/2006/relationships" id="269" r:id="R81acc4821c7c49b7"/>
    <p:sldId xmlns:r="http://schemas.openxmlformats.org/officeDocument/2006/relationships" id="270" r:id="R58da95eda8a54a18"/>
    <p:sldId xmlns:r="http://schemas.openxmlformats.org/officeDocument/2006/relationships" id="271" r:id="Rf4782ca83ea944d3"/>
    <p:sldId xmlns:r="http://schemas.openxmlformats.org/officeDocument/2006/relationships" id="272" r:id="Rb17103fc6bf6454f"/>
    <p:sldId xmlns:r="http://schemas.openxmlformats.org/officeDocument/2006/relationships" id="273" r:id="R18882ec838654fd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1b238ee3d04c0f" /><Relationship Type="http://schemas.openxmlformats.org/officeDocument/2006/relationships/slideMaster" Target="/ppt/slideMasters/slideMaster1.xml" Id="R51ef82379e5c48fa" /><Relationship Type="http://schemas.openxmlformats.org/officeDocument/2006/relationships/notesMaster" Target="/ppt/notesMasters/notesMaster1.xml" Id="R1df08b338a8243c1" /><Relationship Type="http://schemas.openxmlformats.org/officeDocument/2006/relationships/presProps" Target="/ppt/presProps.xml" Id="Rfab858be26cc4028" /><Relationship Type="http://schemas.openxmlformats.org/officeDocument/2006/relationships/viewProps" Target="/ppt/viewProps.xml" Id="R46dbcb666aab46c2" /><Relationship Type="http://schemas.openxmlformats.org/officeDocument/2006/relationships/tableStyles" Target="/ppt/tableStyles.xml" Id="Rfba99bfe193f4b3a" /><Relationship Type="http://schemas.openxmlformats.org/officeDocument/2006/relationships/slide" Target="/ppt/slides/slide1.xml" Id="R04c897df34be4b6b" /><Relationship Type="http://schemas.openxmlformats.org/officeDocument/2006/relationships/slide" Target="/ppt/slides/slide2.xml" Id="Rac45f37f79434cb1" /><Relationship Type="http://schemas.openxmlformats.org/officeDocument/2006/relationships/slide" Target="/ppt/slides/slide3.xml" Id="R2ad6b94dec134bf8" /><Relationship Type="http://schemas.openxmlformats.org/officeDocument/2006/relationships/slide" Target="/ppt/slides/slide4.xml" Id="Rc0a7a5ae650a4ada" /><Relationship Type="http://schemas.openxmlformats.org/officeDocument/2006/relationships/slide" Target="/ppt/slides/slide5.xml" Id="Rfa5c3665be124e95" /><Relationship Type="http://schemas.openxmlformats.org/officeDocument/2006/relationships/slide" Target="/ppt/slides/slide6.xml" Id="Re6cf2c6c1c0246a1" /><Relationship Type="http://schemas.openxmlformats.org/officeDocument/2006/relationships/slide" Target="/ppt/slides/slide7.xml" Id="R8d15e5819d2c49f4" /><Relationship Type="http://schemas.openxmlformats.org/officeDocument/2006/relationships/slide" Target="/ppt/slides/slide8.xml" Id="R8eafc4c69d644eb9" /><Relationship Type="http://schemas.openxmlformats.org/officeDocument/2006/relationships/slide" Target="/ppt/slides/slide9.xml" Id="Rd807e3b8b45a4ae0" /><Relationship Type="http://schemas.openxmlformats.org/officeDocument/2006/relationships/slide" Target="/ppt/slides/slide10.xml" Id="Rd38ddab0c8dc4367" /><Relationship Type="http://schemas.openxmlformats.org/officeDocument/2006/relationships/slide" Target="/ppt/slides/slide11.xml" Id="Rafc99aa7dcee4fae" /><Relationship Type="http://schemas.openxmlformats.org/officeDocument/2006/relationships/slide" Target="/ppt/slides/slide12.xml" Id="R8ea9140c2d814f8c" /><Relationship Type="http://schemas.openxmlformats.org/officeDocument/2006/relationships/slide" Target="/ppt/slides/slide13.xml" Id="R65c5b83adb394a34" /><Relationship Type="http://schemas.openxmlformats.org/officeDocument/2006/relationships/slide" Target="/ppt/slides/slide14.xml" Id="R81acc4821c7c49b7" /><Relationship Type="http://schemas.openxmlformats.org/officeDocument/2006/relationships/slide" Target="/ppt/slides/slide15.xml" Id="R58da95eda8a54a18" /><Relationship Type="http://schemas.openxmlformats.org/officeDocument/2006/relationships/slide" Target="/ppt/slides/slide16.xml" Id="Rf4782ca83ea944d3" /><Relationship Type="http://schemas.openxmlformats.org/officeDocument/2006/relationships/slide" Target="/ppt/slides/slide17.xml" Id="Rb17103fc6bf6454f" /><Relationship Type="http://schemas.openxmlformats.org/officeDocument/2006/relationships/slide" Target="/ppt/slides/slide18.xml" Id="R18882ec838654f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847b8b3a0e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10f9ea235e4243" /><Relationship Type="http://schemas.openxmlformats.org/officeDocument/2006/relationships/notesMaster" Target="/ppt/notesMasters/notesMaster1.xml" Id="Rbd84270663d04b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27c457243440fe" /><Relationship Type="http://schemas.openxmlformats.org/officeDocument/2006/relationships/notesMaster" Target="/ppt/notesMasters/notesMaster1.xml" Id="R1a7bad5705ec4d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862ddc8cc24283" /><Relationship Type="http://schemas.openxmlformats.org/officeDocument/2006/relationships/notesMaster" Target="/ppt/notesMasters/notesMaster1.xml" Id="R674099fd31cf48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582447232940ee" /><Relationship Type="http://schemas.openxmlformats.org/officeDocument/2006/relationships/notesMaster" Target="/ppt/notesMasters/notesMaster1.xml" Id="Rdc6dd9e3e59540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7a02e2e8244695" /><Relationship Type="http://schemas.openxmlformats.org/officeDocument/2006/relationships/notesMaster" Target="/ppt/notesMasters/notesMaster1.xml" Id="R108ce32fc5cd46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b314aedcd44b3e" /><Relationship Type="http://schemas.openxmlformats.org/officeDocument/2006/relationships/notesMaster" Target="/ppt/notesMasters/notesMaster1.xml" Id="R013cca67dec543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d3157be4740e0" /><Relationship Type="http://schemas.openxmlformats.org/officeDocument/2006/relationships/notesMaster" Target="/ppt/notesMasters/notesMaster1.xml" Id="R0ebd7289a31e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68f8de5084d34" /><Relationship Type="http://schemas.openxmlformats.org/officeDocument/2006/relationships/notesMaster" Target="/ppt/notesMasters/notesMaster1.xml" Id="Re076dbc02337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f799f778bc4dd2" /><Relationship Type="http://schemas.openxmlformats.org/officeDocument/2006/relationships/notesMaster" Target="/ppt/notesMasters/notesMaster1.xml" Id="Re961f468c2fb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b5185535054fac" /><Relationship Type="http://schemas.openxmlformats.org/officeDocument/2006/relationships/notesMaster" Target="/ppt/notesMasters/notesMaster1.xml" Id="Ra413b54f04b141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f0f4c5d76548fc" /><Relationship Type="http://schemas.openxmlformats.org/officeDocument/2006/relationships/notesMaster" Target="/ppt/notesMasters/notesMaster1.xml" Id="Rf30e6405aeb34f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3036ebfb8142db" /><Relationship Type="http://schemas.openxmlformats.org/officeDocument/2006/relationships/notesMaster" Target="/ppt/notesMasters/notesMaster1.xml" Id="R29b6813465bc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204ff4d8dc4876" /><Relationship Type="http://schemas.openxmlformats.org/officeDocument/2006/relationships/notesMaster" Target="/ppt/notesMasters/notesMaster1.xml" Id="Ra88d3cd501fe4a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cc95b8fd5548d2" /><Relationship Type="http://schemas.openxmlformats.org/officeDocument/2006/relationships/notesMaster" Target="/ppt/notesMasters/notesMaster1.xml" Id="Rda86de7445614b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e536d5928c4696" /><Relationship Type="http://schemas.openxmlformats.org/officeDocument/2006/relationships/notesMaster" Target="/ppt/notesMasters/notesMaster1.xml" Id="Rd1377be0c8254b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7934e5327f4620" /><Relationship Type="http://schemas.openxmlformats.org/officeDocument/2006/relationships/notesMaster" Target="/ppt/notesMasters/notesMaster1.xml" Id="R890ecd133c714e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5db4f99cf94a5c" /><Relationship Type="http://schemas.openxmlformats.org/officeDocument/2006/relationships/notesMaster" Target="/ppt/notesMasters/notesMaster1.xml" Id="Rd55f6cf3e48a46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860989c902404d" /><Relationship Type="http://schemas.openxmlformats.org/officeDocument/2006/relationships/notesMaster" Target="/ppt/notesMasters/notesMaster1.xml" Id="R8ea5844d4508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79b1cdd3b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2c3fcd19fc4a58" /><Relationship Type="http://schemas.openxmlformats.org/officeDocument/2006/relationships/slideLayout" Target="/ppt/slideLayouts/slideLayout1.xml" Id="Rdca00a622347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00a622347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e463a5bd24799" /><Relationship Type="http://schemas.openxmlformats.org/officeDocument/2006/relationships/image" Target="/ppt/media/image.png" Id="R7e404b7c34c342fb" /><Relationship Type="http://schemas.openxmlformats.org/officeDocument/2006/relationships/notesSlide" Target="/ppt/notesSlides/notesSlide1.xml" Id="Rc588823f07b6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f7a5bc5064bea" /><Relationship Type="http://schemas.openxmlformats.org/officeDocument/2006/relationships/image" Target="/ppt/media/image2.png" Id="R1af8f9b3354a4b6c" /><Relationship Type="http://schemas.openxmlformats.org/officeDocument/2006/relationships/notesSlide" Target="/ppt/notesSlides/notesSlide2.xml" Id="R2adaf6287a6f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94dfb38f42c1" /><Relationship Type="http://schemas.openxmlformats.org/officeDocument/2006/relationships/image" Target="/ppt/media/image3.png" Id="Rf1c49d44a61f4327" /><Relationship Type="http://schemas.openxmlformats.org/officeDocument/2006/relationships/notesSlide" Target="/ppt/notesSlides/notesSlide3.xml" Id="R82a4411ebd15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5df14c144423e" /><Relationship Type="http://schemas.openxmlformats.org/officeDocument/2006/relationships/image" Target="/ppt/media/image4.png" Id="R8c2df858b61b4da6" /><Relationship Type="http://schemas.openxmlformats.org/officeDocument/2006/relationships/notesSlide" Target="/ppt/notesSlides/notesSlide4.xml" Id="R9c3dca42dcb9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022541aef4507" /><Relationship Type="http://schemas.openxmlformats.org/officeDocument/2006/relationships/image" Target="/ppt/media/image5.png" Id="Rc5d9d069e65349d4" /><Relationship Type="http://schemas.openxmlformats.org/officeDocument/2006/relationships/notesSlide" Target="/ppt/notesSlides/notesSlide5.xml" Id="Rbc135908a1b241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a36c7f6fe4fcb" /><Relationship Type="http://schemas.openxmlformats.org/officeDocument/2006/relationships/image" Target="/ppt/media/image6.png" Id="R2335c349634d4347" /><Relationship Type="http://schemas.openxmlformats.org/officeDocument/2006/relationships/notesSlide" Target="/ppt/notesSlides/notesSlide6.xml" Id="R5ef0036955ba49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6776cca6b49d3" /><Relationship Type="http://schemas.openxmlformats.org/officeDocument/2006/relationships/image" Target="/ppt/media/image7.png" Id="Rdf548b44e627420e" /><Relationship Type="http://schemas.openxmlformats.org/officeDocument/2006/relationships/notesSlide" Target="/ppt/notesSlides/notesSlide7.xml" Id="Ra28a8bd3ae6647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b8a38a6174b12" /><Relationship Type="http://schemas.openxmlformats.org/officeDocument/2006/relationships/image" Target="/ppt/media/image8.png" Id="Rd8e3d26224da412a" /><Relationship Type="http://schemas.openxmlformats.org/officeDocument/2006/relationships/notesSlide" Target="/ppt/notesSlides/notesSlide8.xml" Id="R3e5c6d3692ed49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cf09cb0d24644" /><Relationship Type="http://schemas.openxmlformats.org/officeDocument/2006/relationships/image" Target="/ppt/media/image9.png" Id="Ra642093c66de48a6" /><Relationship Type="http://schemas.openxmlformats.org/officeDocument/2006/relationships/notesSlide" Target="/ppt/notesSlides/notesSlide9.xml" Id="Rf85fd51e23de41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45ebc3d334957" /><Relationship Type="http://schemas.openxmlformats.org/officeDocument/2006/relationships/image" Target="/ppt/media/image10.png" Id="R2a36c3f504884ff7" /><Relationship Type="http://schemas.openxmlformats.org/officeDocument/2006/relationships/notesSlide" Target="/ppt/notesSlides/notesSlide10.xml" Id="R99911b66f95342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18de288a440e2" /><Relationship Type="http://schemas.openxmlformats.org/officeDocument/2006/relationships/image" Target="/ppt/media/image11.png" Id="Raf1070fc7e4142ac" /><Relationship Type="http://schemas.openxmlformats.org/officeDocument/2006/relationships/notesSlide" Target="/ppt/notesSlides/notesSlide11.xml" Id="R7ad4ce2649f342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9f17ef32b410b" /><Relationship Type="http://schemas.openxmlformats.org/officeDocument/2006/relationships/image" Target="/ppt/media/image12.png" Id="Ra01a291c0b84493a" /><Relationship Type="http://schemas.openxmlformats.org/officeDocument/2006/relationships/notesSlide" Target="/ppt/notesSlides/notesSlide12.xml" Id="Rc43682a4140447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4324a1c09420f" /><Relationship Type="http://schemas.openxmlformats.org/officeDocument/2006/relationships/image" Target="/ppt/media/image13.png" Id="R710ccf5e87324632" /><Relationship Type="http://schemas.openxmlformats.org/officeDocument/2006/relationships/notesSlide" Target="/ppt/notesSlides/notesSlide13.xml" Id="R3ee8b45d8c0149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f3f8153f4a94" /><Relationship Type="http://schemas.openxmlformats.org/officeDocument/2006/relationships/image" Target="/ppt/media/image14.png" Id="R482a60e2807d441d" /><Relationship Type="http://schemas.openxmlformats.org/officeDocument/2006/relationships/notesSlide" Target="/ppt/notesSlides/notesSlide14.xml" Id="Ra3724a8c608c4b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eaf7881054d92" /><Relationship Type="http://schemas.openxmlformats.org/officeDocument/2006/relationships/image" Target="/ppt/media/image15.png" Id="Rc58cfaaba429417f" /><Relationship Type="http://schemas.openxmlformats.org/officeDocument/2006/relationships/notesSlide" Target="/ppt/notesSlides/notesSlide15.xml" Id="R9ca4d2988f7548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8fae46f0646c7" /><Relationship Type="http://schemas.openxmlformats.org/officeDocument/2006/relationships/image" Target="/ppt/media/image16.png" Id="R91d6cdf4eeb84740" /><Relationship Type="http://schemas.openxmlformats.org/officeDocument/2006/relationships/notesSlide" Target="/ppt/notesSlides/notesSlide16.xml" Id="R3c70363ba0d043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92f3541584622" /><Relationship Type="http://schemas.openxmlformats.org/officeDocument/2006/relationships/image" Target="/ppt/media/image17.png" Id="R0c2508f4b7734304" /><Relationship Type="http://schemas.openxmlformats.org/officeDocument/2006/relationships/notesSlide" Target="/ppt/notesSlides/notesSlide17.xml" Id="R802b56b93b064f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2171a5b76448c" /><Relationship Type="http://schemas.openxmlformats.org/officeDocument/2006/relationships/image" Target="/ppt/media/image18.png" Id="Rf8029fdeab8046f1" /><Relationship Type="http://schemas.openxmlformats.org/officeDocument/2006/relationships/notesSlide" Target="/ppt/notesSlides/notesSlide18.xml" Id="R4ab1abc1db2a4b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04b7c34c342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8f9b3354a4b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49d44a61f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df858b61b4d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9d069e65349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5c349634d43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48b44e627420e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3d26224da412a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2093c66de48a6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6c3f504884ff7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070fc7e4142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a291c0b8449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ccf5e873246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a60e2807d44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DF13A666-59D2-4E3F-BB55-670C2C6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4A5A36E2-049B-4BB4-8DC5-833CF82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A50E4129-F4E1-45B7-891C-C18D824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047FEBBA-E3E4-424D-A72E-8A1ADAE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039CE-B074-4D68-AB03-9F0CB1A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5D82AAC3-DE32-4CCC-86A1-C5C2302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1007DDC8-9B3B-4F84-96F2-1CB2055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DC7C-B707-49BC-B43A-4F071F2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8847-0DED-4CFF-92D6-5891ED8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638E-D59F-47EB-87D7-81F145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practice. It helps leaders preserve understanding when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7E91-DEF5-4A4B-85EA-718A0C8E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70CB-3373-474E-A3A4-8076CC6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54B1-8007-4519-9448-8B6D09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5D60B-4035-438A-90B6-B319DF7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2233-51E0-4723-B352-354FB9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632BC-7DC2-4992-9606-0134EDBC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cfaaba429417f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63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09B9FDBC-7ABA-460C-B812-CA39806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932BD54F-BCBA-4608-BCC6-A49CC93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F3E1627C-E83D-42FC-9B67-1AA187C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5E7E7170-4BD5-481F-9B86-DCD540A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AC37E46F-09FD-46E5-8288-2862246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8BCA3B96-9C00-45AD-953F-19CEA02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4DA8E5DC-5E6B-47FD-8AF0-2B3E1FB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80D-8E6B-4BA9-9766-E00A0C7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5EE0-76A5-41E6-B427-847A60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0F39-6419-4197-A4F2-6403C7E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35C3-C3FB-4B78-B712-98E3009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89730-0C34-4613-8694-EA73D9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3917D-12E8-4F25-B547-1A82A3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DE0-E7AB-46DF-BF5F-C4799D1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379B-7928-416C-8D71-29E5141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2D33-7578-49C6-850B-97BAB21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AC62-6BD3-4FD1-A969-1AD5660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2EB59-FF83-4137-9577-3EDBD40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4F4F4-BF5C-4D62-84B4-74A54D4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1081-82A1-4E19-9BA1-744677D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3E07-B9E4-4302-AF01-90F992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B601-7AAA-48CA-B94B-DF59041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D38D-AD89-4A2E-9076-EA38E66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6cdf4eeb84740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C54103BC-6F1B-4928-B7E8-00E5DB1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406AFCA3-2CAE-4005-82BF-CC71F41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691E8795-E07F-4662-B6E9-7E799A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A2A419A4-9125-422F-B235-4B135FE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CC359807-860F-498A-B30A-B547CDF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10C24AA5-7D57-4314-BBF6-5D938A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4B921704-8FA7-4199-8F77-7F0FB06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D9F6-3CAE-4F03-8946-CCD624D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85EA-A497-4D6B-B374-C62C62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59F-8DAB-4F54-A734-E4BD5A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E42F-B5C6-42EE-BE35-6F530A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692E2-0B75-47AC-928D-95A698C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0821-FC84-41BB-8111-F05ADF6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3D62-0230-4A43-ADDE-9E23623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B1D0-E4A3-48F1-8E33-233BD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F533-112A-4174-BF18-3DE0A70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DE9F3-65BD-4219-B7E7-418577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E3FFA-74E5-4995-AD5D-51445BA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CD84-C0FD-4F22-90D8-FF8AE2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508f4b7734304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136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95377C22-EA3E-4403-8E96-334FEF2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AE326208-0C5D-41FB-9D97-0840AE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75EF84A3-345F-4E67-BCBB-D94AB1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93F18BB9-F656-4732-A9EC-DB571BD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CDB90981-AF6F-4A77-BB91-E9723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35BF0542-3458-4863-AF0D-1A4E80A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42A78415-F932-406B-9E91-3B3012A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CF68-6E29-4E2F-996A-A4E779E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6364-D6AC-4532-A0D0-EFA81F7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4FFF-45D9-4079-AA16-1610A62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084F-B287-4BBA-A21B-A0E00EF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E410-BA6B-41C0-B8FB-7F496E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CA357-1A1F-4F37-9BBA-AFB795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7E7F-BCDF-491A-B853-246D277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E7544-130F-451B-B27C-3465821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986E9-2CC9-425F-96A7-4B0C7CE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7F0C-9AB8-4A9F-8CEE-72D54A0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FCAA-714F-4364-9B17-AE5DBD7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A223-D673-47FF-8C7E-230F40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7CAC-C88E-40D6-ABD4-5D7480E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6B453-23DD-4741-BA87-3F719CF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29fdeab8046f1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2026-06-15T03:10:37.8050000Z</dcterms:created>
  <dcterms:modified xsi:type="dcterms:W3CDTF">2026-06-15T03:10:37.8060000Z</dcterms:modified>
</coreProperties>
</file>