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bcedb0abc8414f" /><Relationship Type="http://schemas.openxmlformats.org/officeDocument/2006/relationships/extended-properties" Target="/docProps/app.xml" Id="R6c276ce677a64bed" /><Relationship Type="http://schemas.openxmlformats.org/officeDocument/2006/relationships/officeDocument" Target="/ppt/presentation.xml" Id="Rb8e4622926fa40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ddd3890cfe43e2"/>
  </p:sldMasterIdLst>
  <p:notesMasterIdLst>
    <p:notesMasterId xmlns:r="http://schemas.openxmlformats.org/officeDocument/2006/relationships" r:id="R2a7e0005b62b4750"/>
  </p:notesMasterIdLst>
  <p:sldIdLst>
    <p:sldId xmlns:r="http://schemas.openxmlformats.org/officeDocument/2006/relationships" id="256" r:id="R357f64e9aee543ab"/>
    <p:sldId xmlns:r="http://schemas.openxmlformats.org/officeDocument/2006/relationships" id="257" r:id="Rf9999cee676d4858"/>
    <p:sldId xmlns:r="http://schemas.openxmlformats.org/officeDocument/2006/relationships" id="258" r:id="R7d5dee0a346146a5"/>
    <p:sldId xmlns:r="http://schemas.openxmlformats.org/officeDocument/2006/relationships" id="259" r:id="R356c9c6a8d7f4bd7"/>
    <p:sldId xmlns:r="http://schemas.openxmlformats.org/officeDocument/2006/relationships" id="260" r:id="R84e12f4dc7f74c6d"/>
    <p:sldId xmlns:r="http://schemas.openxmlformats.org/officeDocument/2006/relationships" id="261" r:id="R51f9f531f7114bbb"/>
    <p:sldId xmlns:r="http://schemas.openxmlformats.org/officeDocument/2006/relationships" id="262" r:id="R889e191627a3403e"/>
    <p:sldId xmlns:r="http://schemas.openxmlformats.org/officeDocument/2006/relationships" id="263" r:id="Rcb2a1b9488e44c58"/>
    <p:sldId xmlns:r="http://schemas.openxmlformats.org/officeDocument/2006/relationships" id="264" r:id="Rb4cd892bfbb5439b"/>
    <p:sldId xmlns:r="http://schemas.openxmlformats.org/officeDocument/2006/relationships" id="265" r:id="R633208aa75e244c7"/>
    <p:sldId xmlns:r="http://schemas.openxmlformats.org/officeDocument/2006/relationships" id="266" r:id="R6541bed375e34120"/>
    <p:sldId xmlns:r="http://schemas.openxmlformats.org/officeDocument/2006/relationships" id="267" r:id="R4a9c76f9a7884377"/>
    <p:sldId xmlns:r="http://schemas.openxmlformats.org/officeDocument/2006/relationships" id="268" r:id="R999b5c9303324758"/>
    <p:sldId xmlns:r="http://schemas.openxmlformats.org/officeDocument/2006/relationships" id="269" r:id="Rec9dd36caa9a4833"/>
    <p:sldId xmlns:r="http://schemas.openxmlformats.org/officeDocument/2006/relationships" id="270" r:id="R003ee04fdeb942d7"/>
    <p:sldId xmlns:r="http://schemas.openxmlformats.org/officeDocument/2006/relationships" id="271" r:id="R5e7bcf289b51425d"/>
    <p:sldId xmlns:r="http://schemas.openxmlformats.org/officeDocument/2006/relationships" id="272" r:id="Re665c1591f5b4df2"/>
    <p:sldId xmlns:r="http://schemas.openxmlformats.org/officeDocument/2006/relationships" id="273" r:id="R937d22d28cfe48e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31a390eda04d88" /><Relationship Type="http://schemas.openxmlformats.org/officeDocument/2006/relationships/slideMaster" Target="/ppt/slideMasters/slideMaster1.xml" Id="R5fddd3890cfe43e2" /><Relationship Type="http://schemas.openxmlformats.org/officeDocument/2006/relationships/notesMaster" Target="/ppt/notesMasters/notesMaster1.xml" Id="R2a7e0005b62b4750" /><Relationship Type="http://schemas.openxmlformats.org/officeDocument/2006/relationships/presProps" Target="/ppt/presProps.xml" Id="R17ce82ac832a46a3" /><Relationship Type="http://schemas.openxmlformats.org/officeDocument/2006/relationships/tableStyles" Target="/ppt/tableStyles.xml" Id="R717fb3caf6d745e4" /><Relationship Type="http://schemas.openxmlformats.org/officeDocument/2006/relationships/slide" Target="/ppt/slides/slide1.xml" Id="R357f64e9aee543ab" /><Relationship Type="http://schemas.openxmlformats.org/officeDocument/2006/relationships/slide" Target="/ppt/slides/slide2.xml" Id="Rf9999cee676d4858" /><Relationship Type="http://schemas.openxmlformats.org/officeDocument/2006/relationships/slide" Target="/ppt/slides/slide3.xml" Id="R7d5dee0a346146a5" /><Relationship Type="http://schemas.openxmlformats.org/officeDocument/2006/relationships/slide" Target="/ppt/slides/slide4.xml" Id="R356c9c6a8d7f4bd7" /><Relationship Type="http://schemas.openxmlformats.org/officeDocument/2006/relationships/slide" Target="/ppt/slides/slide5.xml" Id="R84e12f4dc7f74c6d" /><Relationship Type="http://schemas.openxmlformats.org/officeDocument/2006/relationships/slide" Target="/ppt/slides/slide6.xml" Id="R51f9f531f7114bbb" /><Relationship Type="http://schemas.openxmlformats.org/officeDocument/2006/relationships/slide" Target="/ppt/slides/slide7.xml" Id="R889e191627a3403e" /><Relationship Type="http://schemas.openxmlformats.org/officeDocument/2006/relationships/slide" Target="/ppt/slides/slide8.xml" Id="Rcb2a1b9488e44c58" /><Relationship Type="http://schemas.openxmlformats.org/officeDocument/2006/relationships/slide" Target="/ppt/slides/slide9.xml" Id="Rb4cd892bfbb5439b" /><Relationship Type="http://schemas.openxmlformats.org/officeDocument/2006/relationships/slide" Target="/ppt/slides/slide10.xml" Id="R633208aa75e244c7" /><Relationship Type="http://schemas.openxmlformats.org/officeDocument/2006/relationships/slide" Target="/ppt/slides/slide11.xml" Id="R6541bed375e34120" /><Relationship Type="http://schemas.openxmlformats.org/officeDocument/2006/relationships/slide" Target="/ppt/slides/slide12.xml" Id="R4a9c76f9a7884377" /><Relationship Type="http://schemas.openxmlformats.org/officeDocument/2006/relationships/slide" Target="/ppt/slides/slide13.xml" Id="R999b5c9303324758" /><Relationship Type="http://schemas.openxmlformats.org/officeDocument/2006/relationships/slide" Target="/ppt/slides/slide14.xml" Id="Rec9dd36caa9a4833" /><Relationship Type="http://schemas.openxmlformats.org/officeDocument/2006/relationships/slide" Target="/ppt/slides/slide15.xml" Id="R003ee04fdeb942d7" /><Relationship Type="http://schemas.openxmlformats.org/officeDocument/2006/relationships/slide" Target="/ppt/slides/slide16.xml" Id="R5e7bcf289b51425d" /><Relationship Type="http://schemas.openxmlformats.org/officeDocument/2006/relationships/slide" Target="/ppt/slides/slide17.xml" Id="Re665c1591f5b4df2" /><Relationship Type="http://schemas.openxmlformats.org/officeDocument/2006/relationships/slide" Target="/ppt/slides/slide18.xml" Id="R937d22d28cfe48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90fbdfee6c47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f5a3b7317a47d7" /><Relationship Type="http://schemas.openxmlformats.org/officeDocument/2006/relationships/notesMaster" Target="/ppt/notesMasters/notesMaster1.xml" Id="Re32107836a8042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946e63f5c248b4" /><Relationship Type="http://schemas.openxmlformats.org/officeDocument/2006/relationships/notesMaster" Target="/ppt/notesMasters/notesMaster1.xml" Id="R7e7013931cda46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6de72d7a174feb" /><Relationship Type="http://schemas.openxmlformats.org/officeDocument/2006/relationships/notesMaster" Target="/ppt/notesMasters/notesMaster1.xml" Id="Rf80cc6f3b67c45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217e6666d241c0" /><Relationship Type="http://schemas.openxmlformats.org/officeDocument/2006/relationships/notesMaster" Target="/ppt/notesMasters/notesMaster1.xml" Id="R6ee0ac7eaf0847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3558e3c99c4095" /><Relationship Type="http://schemas.openxmlformats.org/officeDocument/2006/relationships/notesMaster" Target="/ppt/notesMasters/notesMaster1.xml" Id="Rb27dfce4f80149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ed7b8390ca4519" /><Relationship Type="http://schemas.openxmlformats.org/officeDocument/2006/relationships/notesMaster" Target="/ppt/notesMasters/notesMaster1.xml" Id="R8f1f2dd678634e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a87f80ffe2497a" /><Relationship Type="http://schemas.openxmlformats.org/officeDocument/2006/relationships/notesMaster" Target="/ppt/notesMasters/notesMaster1.xml" Id="R1bb6092d68594f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4412608c644d79" /><Relationship Type="http://schemas.openxmlformats.org/officeDocument/2006/relationships/notesMaster" Target="/ppt/notesMasters/notesMaster1.xml" Id="R56491f854c4041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fe11b36d384719" /><Relationship Type="http://schemas.openxmlformats.org/officeDocument/2006/relationships/notesMaster" Target="/ppt/notesMasters/notesMaster1.xml" Id="R45d6a33afa7f47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96f7e6edf54c9b" /><Relationship Type="http://schemas.openxmlformats.org/officeDocument/2006/relationships/notesMaster" Target="/ppt/notesMasters/notesMaster1.xml" Id="R1d0d240e65c541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7570b0934b4d2c" /><Relationship Type="http://schemas.openxmlformats.org/officeDocument/2006/relationships/notesMaster" Target="/ppt/notesMasters/notesMaster1.xml" Id="Rb480088e18c443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7c2cef4ae74510" /><Relationship Type="http://schemas.openxmlformats.org/officeDocument/2006/relationships/notesMaster" Target="/ppt/notesMasters/notesMaster1.xml" Id="R7ab52e9d79614f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4ff8eb7849448e" /><Relationship Type="http://schemas.openxmlformats.org/officeDocument/2006/relationships/notesMaster" Target="/ppt/notesMasters/notesMaster1.xml" Id="R2bf911e0f8d14a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38ca760d854766" /><Relationship Type="http://schemas.openxmlformats.org/officeDocument/2006/relationships/notesMaster" Target="/ppt/notesMasters/notesMaster1.xml" Id="Rcc4b4f3f1b3340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5eaf6925444732" /><Relationship Type="http://schemas.openxmlformats.org/officeDocument/2006/relationships/notesMaster" Target="/ppt/notesMasters/notesMaster1.xml" Id="R50e3dd33210b4e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07627d08d34dd8" /><Relationship Type="http://schemas.openxmlformats.org/officeDocument/2006/relationships/notesMaster" Target="/ppt/notesMasters/notesMaster1.xml" Id="R63c62088ba5f49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3b7089aa964f06" /><Relationship Type="http://schemas.openxmlformats.org/officeDocument/2006/relationships/notesMaster" Target="/ppt/notesMasters/notesMaster1.xml" Id="R1dc95ed1cfcd40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e53dbc7cabc43c3" /><Relationship Type="http://schemas.openxmlformats.org/officeDocument/2006/relationships/notesMaster" Target="/ppt/notesMasters/notesMaster1.xml" Id="Rf3b40017165b45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c2cf5e30304b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faf2e8e2794f4a" /><Relationship Type="http://schemas.openxmlformats.org/officeDocument/2006/relationships/slideLayout" Target="/ppt/slideLayouts/slideLayout1.xml" Id="R8b134fb575bf4f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134fb575bf4f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fed35977e4404" /><Relationship Type="http://schemas.openxmlformats.org/officeDocument/2006/relationships/notesSlide" Target="/ppt/notesSlides/notesSlide1.xml" Id="R63bb6cdf4d1b4f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cded7b1e94ab3" /><Relationship Type="http://schemas.openxmlformats.org/officeDocument/2006/relationships/notesSlide" Target="/ppt/notesSlides/notesSlide2.xml" Id="Rcd6365fd39194f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6b7d6d6ca4c4d" /><Relationship Type="http://schemas.openxmlformats.org/officeDocument/2006/relationships/notesSlide" Target="/ppt/notesSlides/notesSlide3.xml" Id="R5d373f2769cc43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eab9a4fc54051" /><Relationship Type="http://schemas.openxmlformats.org/officeDocument/2006/relationships/notesSlide" Target="/ppt/notesSlides/notesSlide4.xml" Id="Rb8785f24839444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0ef984a874118" /><Relationship Type="http://schemas.openxmlformats.org/officeDocument/2006/relationships/notesSlide" Target="/ppt/notesSlides/notesSlide5.xml" Id="Ra834e0be2b5f4b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857a9d3f54712" /><Relationship Type="http://schemas.openxmlformats.org/officeDocument/2006/relationships/notesSlide" Target="/ppt/notesSlides/notesSlide6.xml" Id="Rc2d419b3bd0948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e94ce2ef74d3c" /><Relationship Type="http://schemas.openxmlformats.org/officeDocument/2006/relationships/notesSlide" Target="/ppt/notesSlides/notesSlide7.xml" Id="R831b81f69fdc4c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e7b402eb54ea5" /><Relationship Type="http://schemas.openxmlformats.org/officeDocument/2006/relationships/notesSlide" Target="/ppt/notesSlides/notesSlide8.xml" Id="R694ddd48719145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92783175043a4" /><Relationship Type="http://schemas.openxmlformats.org/officeDocument/2006/relationships/notesSlide" Target="/ppt/notesSlides/notesSlide9.xml" Id="Refe9324455f74e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8fb6ff33d4477" /><Relationship Type="http://schemas.openxmlformats.org/officeDocument/2006/relationships/notesSlide" Target="/ppt/notesSlides/notesSlide10.xml" Id="Rc9b711ac26da4f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472379be347da" /><Relationship Type="http://schemas.openxmlformats.org/officeDocument/2006/relationships/notesSlide" Target="/ppt/notesSlides/notesSlide11.xml" Id="R5eeb4d041b9847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0897344bd480b" /><Relationship Type="http://schemas.openxmlformats.org/officeDocument/2006/relationships/notesSlide" Target="/ppt/notesSlides/notesSlide12.xml" Id="Re5bbc1d049224c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5ff562d924c39" /><Relationship Type="http://schemas.openxmlformats.org/officeDocument/2006/relationships/notesSlide" Target="/ppt/notesSlides/notesSlide13.xml" Id="Rf4dbca4a086c42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723ae253149c9" /><Relationship Type="http://schemas.openxmlformats.org/officeDocument/2006/relationships/notesSlide" Target="/ppt/notesSlides/notesSlide14.xml" Id="Rf63611dcb2c749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d6731218e4917" /><Relationship Type="http://schemas.openxmlformats.org/officeDocument/2006/relationships/notesSlide" Target="/ppt/notesSlides/notesSlide15.xml" Id="R5466bcd0a19145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c460566294d26" /><Relationship Type="http://schemas.openxmlformats.org/officeDocument/2006/relationships/notesSlide" Target="/ppt/notesSlides/notesSlide16.xml" Id="Rb05c6c77b55840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2ed9c60a04f38" /><Relationship Type="http://schemas.openxmlformats.org/officeDocument/2006/relationships/notesSlide" Target="/ppt/notesSlides/notesSlide17.xml" Id="R13221fe03bbb428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e754566344d15" /><Relationship Type="http://schemas.openxmlformats.org/officeDocument/2006/relationships/notesSlide" Target="/ppt/notesSlides/notesSlide18.xml" Id="Ra32e0a0ce16b40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A68ACE-9203-4B07-9A70-72E9DD0A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88150-2250-4979-861F-8137936D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5AF4F-4B31-4C30-8CC5-414A8215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42871-1CE8-4FCC-A8E6-8428F557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10D78-B902-475C-A887-E58151A2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57481-4A11-4820-88BB-EC23F4D5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EC549-69FD-4754-8486-9D314A3D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A4A6D-3D15-40F9-85E2-D8F29F0A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B1FA2-7A56-49E0-966A-7379D24C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06745-9A63-4861-A87B-D55E9809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5B4D7-4327-42A6-87AF-AD9FC378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F247F-3862-4BBE-8EA7-D7662F04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39371-C7FA-492A-9FA4-95F816CB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4D9CC-AB68-409F-8330-FA0089BE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2CEFDF61-4F2E-4CDF-A8F9-8C11FA6E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F8C90-F2FA-4AA2-ACC7-074C653B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EA5AE-2E7D-4A2F-9360-3515CC9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D891F-A5F9-4F39-B127-2C757C12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A9F66-C403-465A-9133-BDA5A6BB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D5F04-9D3F-418C-9AAF-B3E773D2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06201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B843E3-ED90-4F89-8C11-C5429F1E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555A0-5AC0-4562-B19D-1E256831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84736-5FB8-4EE2-B70A-65BFC23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B6B9F-07AB-4FDF-A4A7-10A9D7AE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2BB7F-44C0-40DF-9EA9-5B9EC935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B1053-915F-4803-B139-C36CD31A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619DD-6694-4EAD-AC24-F22FDF3B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24D41-47BF-4688-BBDB-82024BA2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E302D-2A6A-4797-980D-C05F8A68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7FCA6-59C8-4003-BEEC-5D2D08A4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055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Organizations struggle to</a:t>
            </a:r>
          </a:p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4E699-2060-4719-B869-E3B8F190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3EA2B-6317-467F-BB5F-6EC023AE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0F808-DBF9-4E82-BB3C-5B9E5B19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6F7CD-3813-4230-8B1C-0112A5E3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27F45-2105-4265-9DCD-BB4DC17E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E59AE-168C-4933-A52E-83F0093B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B6FF2-0FE2-4B61-9E86-160C469F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2BD93-090E-4234-84B8-CFEED11B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48C6C-03D5-4631-A8EE-5C7306A7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833C00-0607-417E-9ADB-6E2CCFB8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9B56A-CB68-422C-87C9-65736D42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6A0636-3F41-4E8B-AADF-A83684BF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73A4EB39-902A-4D06-9C8B-B6B72AF1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A8F60-C217-4710-800A-91063FC7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3BF0A-CE81-4377-9907-90B67EA3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6B83FD-1307-402F-B6B9-F0A01377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FA62BA-79BE-4C0F-9824-F526286C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8A7C43-70A8-4B6B-82B8-EEDDBD8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32374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09BACD-6BA5-48F3-875A-23060065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4C811-08A5-441E-B41C-8CC57970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27B21-5CBB-422B-9FE1-1DBB17CA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61523-A013-49DF-9515-4E32CE77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B1655-D3D8-4984-A560-44B7D131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D4A6C-7111-4997-A9A9-48DB7CF8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441CE-E2B9-4E44-B1AE-9FBDCB79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6DD7C-B6F2-40F7-88E6-E05A256D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B6F08-AFD8-444E-9C17-74F7AE76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26DF9-0089-4844-AFAD-F28DC645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C7BD8-45FB-4C81-BA4E-B0EA9F09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53875-F408-442A-92B7-18514D73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7A454-6FA1-492D-992A-C7E20F4A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D5D84-AFD7-4072-89BB-B2975AE7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66AA7-FEE1-48C0-9569-35C09A8A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833E8-09AC-4670-8AB8-64A832C5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658AD-7D55-4A11-820C-43E208E2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BB716C-1FA9-48B5-A81F-5965E5CA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68ED6-F47A-4169-8E28-5782958F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63D0A-7C85-4D60-B209-A6FF2394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48568-696A-4C68-9318-92296BD8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F770D8-D795-4342-8678-BC123C0E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307CB2-E952-4EDD-89A3-6B133B11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AFC93D-F1F2-41EF-9E49-D512CB57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DCEDB-E4C0-4D65-A483-EA347789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3FE48-FF78-48E6-9EF4-6CB96188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E48F9-E3D9-44C6-AA4F-EC2FD6EB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5860DD-F052-4168-AE05-48812AAF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ADC6D-ECCC-447D-9DFA-C1F12B7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7372F6-F5FF-495F-BCB4-97A23A10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1521F9-E208-4841-91C8-2FEC7FA8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429354-7CA9-4752-9514-A5AE3093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46D582-F4EC-4490-8042-039CD10A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9BEF72-3E36-4020-B71E-5C6AF4EC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525C7524-399C-4F2E-9044-59AEBBC9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137A42-7238-4375-A8D6-2B1B71A7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2B6B46-8657-4B12-9DB5-56363789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A68575-3B82-4B41-9574-3807C4D5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991833-43A8-48E7-8C14-ACF92B5D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F4DC15-B757-41EC-9E2A-96EB7040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28695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3DEFCA-9CC7-40AD-9A8F-2B9D5DA9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8FBC1-FD5F-4B83-B637-E8E67101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B63F1-0F77-430E-B163-73D4B205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26FB8-7C9D-450C-B9F0-E7ECF903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FB6FC-22BA-4A9F-9502-895BA4D6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2BE4F-B0A1-4594-8BD4-987975DC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2D45B-8101-4AEF-8026-5AA66802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47C14-4A25-4EA4-A8ED-29D5F3C8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01653-C79A-4956-929A-62A9C9BD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34B7A-64A3-4CAE-BF12-CA6C33C8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2BCC7-7DD8-45E1-A40E-1C38E373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1DA52-1F22-4B57-BDC0-649A89A4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7B8C6-AA0F-425F-B0A0-94231F5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576C5-AA44-4639-9E8C-F4480D5A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02773-416C-46BC-9BDB-A01DBBFD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891E6-A147-4F63-90F4-78F62638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3BABB-4DF0-48F7-BC2D-AC7A6D0C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44E3C-9222-43A8-B9C9-E103F81D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80E83-0AC3-4BE9-8701-A726C9B8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8B427-C7C7-497D-8634-0AE49B8D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3E86A-F67C-42A6-8CE8-7B0F7F54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2D9ED-DF3A-4EBB-B8E5-31FC279F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F5B83-1551-42E2-80C6-F2753BAF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E382FD-E8CD-418A-A455-05F4F972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F3FF1-9143-4779-9BEE-A07F0C4C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97D2AB-7615-4C9A-8A84-8458C202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9D706-CACE-4A2B-9620-F279A3A8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DC691669-AD11-4856-A263-2350F4B8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AA7E00-4839-49BE-8E54-D51347F2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0603C6-AA0D-4E81-99DE-8D210CB8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342435-5763-4C44-8545-13E43C16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B369DA-F72C-4845-BF3A-72A55C3B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05ED4E-AD5C-4C9B-90B2-10D0C376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08158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49C053-383C-499F-92CE-63F15FB7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EDCBF-6A2C-4A11-898D-2CC5E527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CFD5C-0EE0-4275-835C-6DFE1200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507D9-184A-4E08-AD16-057D4A73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39096-AADF-45BC-9C51-CFE74786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C38E9-1306-404E-8501-EB546C36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9D629-8326-4FBD-A17B-582C94E1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BF229-6093-438A-8DB8-8A4B645B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16E56-AA94-468B-8479-C01685D4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judgment, change,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accountability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A711C-D69D-4C1C-B683-ED711C73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0C906-B749-41C5-BF98-F07A79D1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6C218-222B-494C-A62F-FBE10EF6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F840A-16E0-40E8-8617-89F61C5B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789E7-FE2E-455E-82EB-1821D6DE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61A2B-4779-4406-8BEF-FEC8B0DC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0D108-7321-437C-B193-35E097A5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0512E-40C7-4E6F-ADA8-5A34AC1B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28F85-6A89-422F-91FA-D538857A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CD6F4-3750-416D-A739-C14D2EF4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C0D0A-6A4F-496C-82D4-ECB9FEC8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F2EAB-A18F-4B60-BA6E-E21199A6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4C1CA-4E9A-43B5-AE70-3DAC7689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0953D-8D4B-4DD6-9D5F-817180F9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A14C4D-7861-4D00-8297-CCDA8D79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EE184-EECB-42F9-A885-35539C98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774A16-06D9-4CCE-B0C1-D8ED930D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EFB377-8ADB-4411-9FDE-31348DCE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A41E83-BBB8-441D-9345-36830848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492CF7-EEAA-4E67-A6DC-08C19C66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14B7AD-D8DB-4A7C-9214-8DC805C3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AF5C20-C6BF-49BE-A41C-BE3E5A1B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2F41BB-C6B3-4090-B132-30B54759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F28789-1E13-418C-AA11-4DBAFE9C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EC7B31-BFE7-4EAE-B431-ABDCD3E9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420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26F9ED-2986-4FC5-ACAA-C2F86CBF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Not every function owns AI. Many functions inherit the</a:t>
            </a:r>
          </a:p>
          <a:p xmlns:a="http://schemas.openxmlformats.org/drawingml/2006/main">
            <a:pPr algn="l">
              <a:defRPr sz="21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consequences of AI-enabled change.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08A18A-65B4-4091-A7B8-FC950313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32DA1C-6E8D-4A41-9265-A9369FD3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Not every function owns AI. Many functions inherit the consequences of AI-enabled change.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E5D714CF-3933-40C5-8C71-E82FD1A0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E1B9A3-E041-474F-A180-552E0820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7E6FF8-B559-45A8-ABAE-ED65BA35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C565AE-96C6-4D9A-BA71-9AA3BB90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BDEC12-7F22-4B73-AD13-A0E7F27D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C93466-F28A-4FEC-9799-9BD87D4C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33931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6857D0-A9ED-4C7F-944B-2AE9686B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8AAFB-6C4E-42EB-890A-6088DD82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77748-3F3D-4C9F-922B-7FC39232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24955-9826-4788-905E-EAAC3EB2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7C0AE-1A48-4886-82D8-CB810F2E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7A68A-FE87-4A7A-A7E9-8B2880FB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56ABD-F75E-479C-8BA7-DCDBCD68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DB0A1-DE68-4B6B-9B04-B63418CB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EE1-BD9F-4983-9704-357C2E89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47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A572E-4F14-4951-A2A2-24A0178B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4BA49C-09F4-4E44-9397-0E86083C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E07F2-9F7C-480F-AE89-82A5FBFD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11510-9CD2-4323-8BAD-0956D3C3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8D971-C40D-49CE-A9F5-5E3185EC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F9B59-FC58-4897-B966-9BD570E1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730C6-CE53-47F5-8ADE-0F3A84DD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A09DE-4189-44E3-9561-13FF0774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BD6B0-E16A-4206-92F0-EA186D3D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61A89-614D-4066-A8BE-B098365D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3B41A-9524-4051-8622-724CED3A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2DA34-7FFA-4465-8D4E-402B2AEE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748607-ACD8-40DA-B2B0-EDB0D0F0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DDFED-F377-497C-BCED-EBDE8CC0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B66ECE-4E18-46EF-B910-E876793C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F9199-867D-4952-ABBE-96DDEE6C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E50288-7DA7-49B3-A807-40586757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23271D36-CE9B-4663-98C8-7D3DEB0C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A5AE6A-9029-48E4-A3B2-7C7165CC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FE2342-D962-4E9D-B8F1-13AAA3DB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A03EA7-D451-4908-9555-28F62B0F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A4B4B5-5A44-4FF4-B4FC-0F8C3257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92DAE9-3F98-4F83-95CA-9CD536F9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63815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2C0603-BC54-4343-BFA9-82B8AFE4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14A77-81D4-4E95-9C77-2417CC56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F3EB7-1ACA-404A-ABE0-CD5BAB3C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C7CA2-B6C8-41E6-8ED6-7D3F71E8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298C5-F423-4293-A4A9-5FA251C5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95741-8B9F-483D-A875-BCAB6B96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82536-3887-41B9-B28D-040CF6C4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9911B-0B1E-44BE-BC43-16F0277E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C8AB1-3068-4B10-BEA4-A9DBEDBE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815E5-A85D-4CFC-8C05-F3347925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177A4-E59E-4556-AFC8-7D067C7D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1C751-691F-41AF-A3E9-5A520BCD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75F05-E05D-451C-893D-CBB74F2E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61CF4-06AD-4D75-ABC3-43D0113F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8527F-2BA0-4FEE-B34A-A84C084F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ECFF7-CF70-4EAC-BFF6-8B12C31A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E3F33-C3BF-4E45-BA1C-57733AB4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A3DB6-2EC9-42F3-9496-39ADCFA9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175D2-6DBA-499C-99F6-1308CCC5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E4909-76E0-4D86-BA54-471F0143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138FD-F727-45FF-89E2-4F50B43F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CCA55-7A5C-4C6E-B2CF-11369186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E3E15-837E-4E58-BC6F-F25CB0BC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2534E-F49B-4062-8C59-3DD46EE3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C476B0-B806-4354-BD3E-11C0BAD9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B9B4E0-F1BB-4517-AC10-BA8213BA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A55526-1174-46F8-B9A2-0A93BFEE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BFCE91-D598-4F58-8D6D-142D6CD9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F2E498-A247-4BA4-A00B-BA4BC74B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E6514A1D-6E5F-40F7-867F-152216C9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A22CEF-2D1E-45B5-84E9-B98B96C5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2087AD-6193-4910-B53D-7010346B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8DEF69-E9C4-420F-86D6-6B41219D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516776-DC43-427F-8A0F-12E4D78C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BBCC12-B0E6-4814-9375-773D30F2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145558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96552B-A3B7-4F51-A829-697F42B6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102A9-B1B3-4175-8850-6112E660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E882F-DAE0-4BC2-9C47-3F084719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96308-7FD9-4149-859A-03604835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03C6D-368F-43B0-BE8A-8DC99489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AA41D-2A86-49DF-882E-E9DA3578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D00F1-3BE4-4EC8-A96B-67D36A31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776D1-5F50-4EB1-A4C0-2D5738F6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70688-839A-4F1E-A49D-6F124693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ACC1E-548D-4010-99F2-8F66B2F7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1918F-2BBC-40AF-81EA-269AA207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DA712-D832-4096-B6F4-D1CB2BB9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6B34C-C4FE-4DA9-9841-9D9C1758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1A3CF-81C3-4439-B555-41C31509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D8442-7CAA-4790-AE14-ADCA000B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0E8D5-A2F3-4367-945E-CC4CD49D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E40B8-0661-4681-B509-905A6BA0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C91E6E-9AE4-44C4-95D5-44CB719A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BF619-3DFD-4DAB-A971-FE557274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7197E-D0DD-4A4A-886C-C40296DA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E340AC-BF62-4346-B32C-8EC0F356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71FC8-6676-43BB-8918-C3E77018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77EC0-4754-4063-9D1B-458BBBC1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EFDD1-F4CA-477A-8B8B-1E4D936B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80085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B62F38-F9F7-4F98-AA64-C7DE41B7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254A33-6298-43E3-B51E-4AE3919F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2DE7DC1B-9256-473D-8CAB-1A9AE15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D3A8BC-7F3C-4C3F-A01D-BFCBD3B1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7395EE-75D9-4B09-AB87-609C25A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AC49EB-A889-4A26-9975-BC279DD9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F38E9D-685C-4545-BB83-041494B0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876DD6-3EA8-4CBA-A61E-45A2445B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22492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486625-367D-4DBB-9524-79ECE3E6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27014-9C4F-4418-AE79-04D40B4E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B0020-4CB1-4099-A61E-60F45E8D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16941-075F-46E0-B829-8BA1073E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710C4-BC46-4099-BFC7-23D1E7D7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08D09-DC91-43E5-871E-ED74EF5D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11482-6AE0-4105-AF36-7F97C680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12D47-0FBB-40E9-B663-82E26DEA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86769-8C34-4D91-AFAC-48BCDA09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10FE3-C34C-493C-9137-3DE189B7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2BEBE-FDB3-4FB6-8FA2-39912BF7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3EC9B-65F2-4C50-828D-07295303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B8DA8-5B26-4933-A2E7-CC342EF9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5D829-C266-465E-908D-11A091E2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C36C7-0896-46C5-9D90-E73F9573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8F0CF-C668-4035-B31F-EB249B07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31252-8E76-4B0D-85A6-7692EE7D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E2F54-4B8C-4036-B24D-3CD7B3EA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76C1D-D8A9-4C79-A09D-9DEB4933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8D562-C605-403B-8582-2CEA956E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B3C69-92F3-45FC-85D2-85DB2C34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F97EB-C93F-4F31-B534-F1451754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F4B88-E450-4B9F-B11E-F7A8EE3B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83A89-47E2-431D-9A85-9D7432CA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72104-BB34-4F36-94A2-DC50DDB7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2B91CC-9632-4BB5-B4D7-3E555542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56E2D1-C62B-4C05-8BDF-7B7CE1BD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B8EB12-3759-4DD4-BF17-9CDB9272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5F418-6AA3-4ACD-AD27-410D2942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314BF0-4FFA-4A19-A860-0716276B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654B6C-C079-4A92-9F6D-3DD26281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ACB19B-6973-4566-8ACD-960FB153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547A51-3EFF-4C96-AC3A-CD0AEF4D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A34DD-FD9C-490B-8E0F-850B4C80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09990D-276A-4C4B-A42C-996B18FC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8AAFD147-1D3B-4CF3-BDDD-B01455BD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F45353-6FC3-4FCD-8D9B-0F7C26FF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107F4E-3272-44AB-B342-A44C1E89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7750E8-F33A-472E-9CA9-58902E2E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625BF1-91F7-48A9-B88F-16E07C48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72F720-EDCB-4708-9A02-9B70EA01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346760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F74024-5A79-4607-9F69-B2DCC9F1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82083-953D-45B8-853E-4C69BEBA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E5A9D-092E-4839-AB65-D89BA28A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A5238-6F8E-41B2-8137-8D70E3BD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5DC50-485A-444F-979F-043444E9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FC156-D950-4043-8594-78C4BE36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997CE-43BE-43FA-8F93-073962CC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27FC2-8BC1-4E2B-9CED-EF6D194D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C45A4-038A-44A3-BE1C-07563227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BDE9F-4CD3-463E-AA7F-6188BDD9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16C39-E390-4E73-9388-3A9E89C0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B80A2-7A79-41E4-BA88-E1F84252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7C53F-BEFA-4DA6-81B5-D723C494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D4E81-7172-43F7-993A-59AA856C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CF59A-085D-4676-9208-184865EE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44186-85F4-4D65-A713-8AF5A994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207F8-113B-411A-BFCD-566FB807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70B63-C344-4424-A9F3-E7601CA9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FBC040-F839-4352-BD01-A815062B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53F15-2E7A-4302-9609-3E362D98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1C7C3-5651-443D-86B1-DB41840F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2114C-8F06-434A-A91D-64275534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73794-1121-4BC3-A8B0-B328D2C4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2FEE65-22F4-4A97-92B8-29DB2833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3914D8-5406-45A6-8D5A-034C5D19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A3FB47-C229-4E18-9A61-8EE863E5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118DC-A2EF-41AB-BD93-54B558EF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70F1D0C8-5CE7-4393-918A-C1861E86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9B1F57-7C60-4288-BB4E-67CB784F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5CD00A-AB75-4896-AEBB-B70E6704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11E62D-F09F-4BDD-8B16-2B81CFB0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B76D91-A9DF-4107-AC6C-133E081D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315852-B8FD-4357-A990-B55363A7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261214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4CDB2-8F5D-4DCA-9D63-F773A7AC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B0625-E464-4B55-85BF-43342702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45497-8509-46D5-B4D2-54DE48FB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1A397-451B-4505-96D3-36C72EAC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B1B91-B349-47E7-BF29-417F2B44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B28AC-0AAC-4715-8968-09B2AF14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AE2CB-B229-44D4-A8AC-090E1C12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2B450-1101-4BCE-9D29-9328F2C5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56174-BBC5-440A-A2D2-BE4172D0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DD0CE-DACA-4F61-9A76-2E9CADA0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18EE8-5A5F-4779-9FD6-95E96DB0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face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technology shortage.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9A1DF-4F4E-4024-A475-4D6CC120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EA9CA-9DC9-4348-A703-68445BE2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224E3-A785-49BF-8028-E06B249B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1EA5A-5B4C-4FC6-BE6A-B5A8159C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46FE0-83EB-4D4F-900F-187B8F80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AFCE0-1207-497F-AFA3-5A4AB529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12BC1-7D66-4D53-9DD4-86F2240F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441B94-A737-4405-972C-A4C1DE42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43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F3F41-80CE-45BF-94B8-E91CF7E5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7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65844-FE4F-42BF-8096-38264F85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8295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A2D7D-CBD1-49DC-8933-DDE3EB32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82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9F0152-B23E-45A8-8E17-29E5008C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BDE77-2295-4477-9A76-B1B6E723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DAAE5005-10EF-4A85-B10E-8B35ACD4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AAD674-4DED-4D6B-9593-72D340A7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25B581-C06F-4F01-B49B-7B4BB1AF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A3AE04-3092-4F37-86B6-81C9A5E3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108857-C53C-4160-9B7C-7803D6D0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34F80F-65F3-4D72-BD9D-A0094185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755280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A5BE57-C907-47F3-B129-3382AFEA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043DA-2CE7-4EE3-83EF-CE34C64F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A6279-EC55-4B15-AB6D-E26437C0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73332-E5E3-4D1D-BA19-50E1A331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DE3B3-ACC5-4EBD-8134-3C2BCE5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0FCC3-11D5-4AAC-8C2A-5A84C2D7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80661-5EC4-44D2-9C40-B1699EA0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B94D0-A253-462F-A354-0CC31DB9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0C9B9-6791-4B7B-9379-16B6E725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56A59-4541-4E58-9BA1-ECDA3B8C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7FA75-A139-472B-8DB3-346852A8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2E667-6C42-4DB0-9E4D-D2A766D9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FB9AB-0EA4-4B9D-9600-FF54EEF4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001F9-7507-4A0B-B99C-2F6AC323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9D05F-FE93-4586-8610-B20A0C2E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05553-51D0-4A7E-9A18-B6C100A7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1E72D-D2DF-4306-B888-BBCCC6AA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974AC-A2A3-4E2E-9821-58AE16C7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177B3-E661-4DDC-8A9C-2E50F10C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2C9EB-0468-44BF-9F97-9647962B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E32A5-0ED9-48AD-8619-6C17AE6A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86577-BB62-45D0-B01E-A2B16D19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1E05D-0700-4496-987C-87146D93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C8972C45-4185-426A-A565-0C34946B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693BE4-90B1-43D9-893C-C80D03EE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C110B-DCDE-4B9C-91D4-55F75C17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FF7B9-2AD1-47E5-9A54-9D6F0F13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AF0D63-005B-42A3-95F8-EF0A25E2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4A7FE-41AB-4699-A188-A01711DC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871229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4470E-3EA3-462D-9157-EBE343B8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2788C-A5CB-4AFF-975C-EB14DB7C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20259-256C-4DAD-A5D9-F2B97B67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931A8-EEB0-4003-8B30-5A32BF8A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ACFBA-6735-4D3F-9D3A-C9809F05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41C8E-B3AD-4671-883E-BCBA7C45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FB959-BD1B-492B-AA20-73F96C25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CACDD-10AB-4064-9B41-8E7138D0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9919C-BAE1-4C66-8840-AA88169A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BDCBC-3129-41F7-AE54-D901C19B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739D9-5A9A-4DC1-B9A1-5135D327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08A4D-A36F-46FF-AB55-267D3EDE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0E413-AF60-4D11-BCF3-C0899D38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6E10C-6EEE-4D56-B1D1-02676D73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72419-4686-4CAC-8FF9-BFCA82FF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adopting AI.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3381A-15BD-4F12-A2AD-98CD8371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8E7C9-F87D-4769-B528-567242B6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63EF8-1F99-441E-B662-CEC87AE9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undergoing significant change.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F5D90-277B-4A6F-A130-EE533691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FEF91-87EE-44DF-A928-90A9599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53ED6-EE5A-4961-9B01-5A2FDC69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losing critical knowledge.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C020A5-B9EF-4069-8CD7-85B9438A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CF2726-E084-456D-B507-3541E8D7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1F421-8376-4063-A5E7-CC400856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needs stronger governance and accountability.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5A153-B1AE-44D7-BC9F-A4B7F3C5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E583A-225F-4EAA-9D77-21CF3515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1ECBB-E78D-4674-B460-6C9847E6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wants confidence that can be explained, reviewed, and defended.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552C6E-7D56-454F-A2B8-3492841F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134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01FC33-34C0-4B25-AEB2-A2BE4A31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16008B-7038-4517-B9FC-8938C0A4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1" name="pager-pill">
            <a:extLst xmlns:a="http://schemas.openxmlformats.org/drawingml/2006/main">
              <a:ext uri="{FF2B5EF4-FFF2-40B4-BE49-F238E27FC236}">
                <a16:creationId xmlns:a16="http://schemas.microsoft.com/office/drawing/2014/main" id="{7EBE49BB-7419-4437-BC7A-015CCBCC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FE2A8E-08C9-440F-8C6C-C35269DF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6C9C14-545F-4ADD-88EF-09746ACE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7B2392-223F-4E81-BFAC-658002AE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597BD1-816F-45C2-940C-5F050068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7ECFCC-D80E-482B-89D0-0C93105D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470580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6D51AA-CD09-4EBC-8357-A09B1D01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4484A-60E9-4921-97D1-BF1524BF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AAC0D-74E3-4659-A71C-6179A692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25DC5-A7A9-4233-9373-EDF234E4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A8D38-1B41-438C-A142-C7F5282C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B8B35-9ACB-4B7B-9891-DD5BD45E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6A774-5916-4508-AC96-BE600EF2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29223-CB6F-423B-906D-BE173112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F2A8D-FC30-40D0-955D-71A8D2AA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42B29-2C8B-418C-B1BE-9EAD9EAD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F62EA-A829-40E3-B612-E2488A10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12EAD-DC74-420C-9FB9-534EA0B4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DDF89-CF97-4E3B-B7C4-DE56EAE3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EDD51-2642-4A70-B614-434D8257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CF9A8-2B9A-4C4C-9543-991EFF1F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FD721-8B75-4E55-9F6A-D6CE1B3C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B2BA7-7EB8-47FB-81FB-1825848F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8A28A-F390-40B4-9ECE-D0FC24D1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15C5A-5E6A-40A4-8396-FC7AF739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C083D-77A2-479C-9F6D-84C7E63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31E0D-580B-4E10-82D0-BCE1E9A5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A9078-B508-4CF8-96FD-81ED42FA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866B03-4F5F-4A5E-A775-60BC4943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160ED43F-A399-4CA0-AE53-97A75559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CF689-53C1-42B3-9C05-1EDFD487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8C485D-EDF3-4588-A967-6A4D093B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4DAEA5-939F-4918-A6A8-B09CE58C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CD533-247F-4D23-B25B-332C5F3F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071A27-C3C6-40B4-B6CA-98ECC991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592395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61F013-0178-4282-9AC5-DD367712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F5142-36FB-43B6-A42B-3EF642D1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A1CE3-A848-41BD-8F22-C247D921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E168F-772E-435B-8D81-1BBC1F32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9509B-8788-4E68-8826-0B443141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AF723-F96F-4E20-822F-0CE5D05C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AFDFF-BFC0-496D-8D60-684C9153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65097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982147-5218-40A2-B03C-D6E141FC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01E1E-33B4-4ACB-8DE9-54FCF9F0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FEBA9-C8F9-4114-892C-35F066AB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F266C-65A6-4851-AA5C-42A35742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62ADD-DC00-4E46-9CAE-49461232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5D7CD-D283-4C03-8080-FA1C1911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4C19D-6517-4AE3-9320-607035B8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90228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692470-79DA-4B47-93B2-5CFEF45C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34944-C99D-4162-A47E-DE279BB0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5CA5A-AFF8-45FC-B9DD-EAF4B4E4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9142F-50C1-410C-8E2E-ECFF5FF2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792C6-90D6-48D7-8235-876CE672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B3A95-D4D1-472E-AD63-8D84D015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647F0-D475-43E1-98CC-A6B3D7C8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75194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FD3A05-B4A3-400A-9A08-B1DE3674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148FF-3ACE-4A40-B979-6030F2FF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75809-B76B-4E31-A5F9-4C387C23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FA5BB-979C-4780-9388-1ED86703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A46CC-8776-4D73-87FB-55CE6EBF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B21F3-E1AF-4C02-A166-E55A614D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D2786-0E47-49CC-B907-5AB352B1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5778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2026-06-15T05:39:53.8310000Z</dcterms:created>
  <dcterms:modified xsi:type="dcterms:W3CDTF">2026-06-15T05:39:53.8310000Z</dcterms:modified>
</coreProperties>
</file>