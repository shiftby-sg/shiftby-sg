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a8e8bc5985483d" /><Relationship Type="http://schemas.openxmlformats.org/officeDocument/2006/relationships/extended-properties" Target="/docProps/app.xml" Id="Rfd2db0b90bf149bd" /><Relationship Type="http://schemas.openxmlformats.org/officeDocument/2006/relationships/officeDocument" Target="/ppt/presentation.xml" Id="R7a440281bf0349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b5ac8efefd48da"/>
  </p:sldMasterIdLst>
  <p:notesMasterIdLst>
    <p:notesMasterId xmlns:r="http://schemas.openxmlformats.org/officeDocument/2006/relationships" r:id="R9b2a196c54cf4584"/>
  </p:notesMasterIdLst>
  <p:sldIdLst>
    <p:sldId xmlns:r="http://schemas.openxmlformats.org/officeDocument/2006/relationships" id="256" r:id="Rc9d9c7af8a834403"/>
    <p:sldId xmlns:r="http://schemas.openxmlformats.org/officeDocument/2006/relationships" id="257" r:id="R06c510a1e9a147fe"/>
    <p:sldId xmlns:r="http://schemas.openxmlformats.org/officeDocument/2006/relationships" id="258" r:id="R1d5d749c74a94503"/>
    <p:sldId xmlns:r="http://schemas.openxmlformats.org/officeDocument/2006/relationships" id="259" r:id="R33b58a6a8230491e"/>
    <p:sldId xmlns:r="http://schemas.openxmlformats.org/officeDocument/2006/relationships" id="260" r:id="R66bd9bfc2e4c4ad8"/>
    <p:sldId xmlns:r="http://schemas.openxmlformats.org/officeDocument/2006/relationships" id="261" r:id="R737a75f8359341fc"/>
    <p:sldId xmlns:r="http://schemas.openxmlformats.org/officeDocument/2006/relationships" id="262" r:id="R7f21ffa5e8b042d5"/>
    <p:sldId xmlns:r="http://schemas.openxmlformats.org/officeDocument/2006/relationships" id="263" r:id="Rab201dabd3f64880"/>
    <p:sldId xmlns:r="http://schemas.openxmlformats.org/officeDocument/2006/relationships" id="264" r:id="Ra5039673537743c4"/>
    <p:sldId xmlns:r="http://schemas.openxmlformats.org/officeDocument/2006/relationships" id="265" r:id="R63a9f9085bac4fe9"/>
    <p:sldId xmlns:r="http://schemas.openxmlformats.org/officeDocument/2006/relationships" id="266" r:id="Rb0e9c5bac5eb4399"/>
    <p:sldId xmlns:r="http://schemas.openxmlformats.org/officeDocument/2006/relationships" id="267" r:id="R3358aa78d74e4af4"/>
    <p:sldId xmlns:r="http://schemas.openxmlformats.org/officeDocument/2006/relationships" id="268" r:id="R32b4e5bea437430d"/>
    <p:sldId xmlns:r="http://schemas.openxmlformats.org/officeDocument/2006/relationships" id="269" r:id="R662522bee89148d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3db0d79ff04bea" /><Relationship Type="http://schemas.openxmlformats.org/officeDocument/2006/relationships/slideMaster" Target="/ppt/slideMasters/slideMaster1.xml" Id="R75b5ac8efefd48da" /><Relationship Type="http://schemas.openxmlformats.org/officeDocument/2006/relationships/notesMaster" Target="/ppt/notesMasters/notesMaster1.xml" Id="R9b2a196c54cf4584" /><Relationship Type="http://schemas.openxmlformats.org/officeDocument/2006/relationships/presProps" Target="/ppt/presProps.xml" Id="R61b415337b0f4bf9" /><Relationship Type="http://schemas.openxmlformats.org/officeDocument/2006/relationships/tableStyles" Target="/ppt/tableStyles.xml" Id="R9e458c4410ea4d91" /><Relationship Type="http://schemas.openxmlformats.org/officeDocument/2006/relationships/slide" Target="/ppt/slides/slide1.xml" Id="Rc9d9c7af8a834403" /><Relationship Type="http://schemas.openxmlformats.org/officeDocument/2006/relationships/slide" Target="/ppt/slides/slide2.xml" Id="R06c510a1e9a147fe" /><Relationship Type="http://schemas.openxmlformats.org/officeDocument/2006/relationships/slide" Target="/ppt/slides/slide3.xml" Id="R1d5d749c74a94503" /><Relationship Type="http://schemas.openxmlformats.org/officeDocument/2006/relationships/slide" Target="/ppt/slides/slide4.xml" Id="R33b58a6a8230491e" /><Relationship Type="http://schemas.openxmlformats.org/officeDocument/2006/relationships/slide" Target="/ppt/slides/slide5.xml" Id="R66bd9bfc2e4c4ad8" /><Relationship Type="http://schemas.openxmlformats.org/officeDocument/2006/relationships/slide" Target="/ppt/slides/slide6.xml" Id="R737a75f8359341fc" /><Relationship Type="http://schemas.openxmlformats.org/officeDocument/2006/relationships/slide" Target="/ppt/slides/slide7.xml" Id="R7f21ffa5e8b042d5" /><Relationship Type="http://schemas.openxmlformats.org/officeDocument/2006/relationships/slide" Target="/ppt/slides/slide8.xml" Id="Rab201dabd3f64880" /><Relationship Type="http://schemas.openxmlformats.org/officeDocument/2006/relationships/slide" Target="/ppt/slides/slide9.xml" Id="Ra5039673537743c4" /><Relationship Type="http://schemas.openxmlformats.org/officeDocument/2006/relationships/slide" Target="/ppt/slides/slide10.xml" Id="R63a9f9085bac4fe9" /><Relationship Type="http://schemas.openxmlformats.org/officeDocument/2006/relationships/slide" Target="/ppt/slides/slide11.xml" Id="Rb0e9c5bac5eb4399" /><Relationship Type="http://schemas.openxmlformats.org/officeDocument/2006/relationships/slide" Target="/ppt/slides/slide12.xml" Id="R3358aa78d74e4af4" /><Relationship Type="http://schemas.openxmlformats.org/officeDocument/2006/relationships/slide" Target="/ppt/slides/slide13.xml" Id="R32b4e5bea437430d" /><Relationship Type="http://schemas.openxmlformats.org/officeDocument/2006/relationships/slide" Target="/ppt/slides/slide14.xml" Id="R662522bee89148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e30e0be0c047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0ecc4a7ba84c67" /><Relationship Type="http://schemas.openxmlformats.org/officeDocument/2006/relationships/notesMaster" Target="/ppt/notesMasters/notesMaster1.xml" Id="Rfdbed74e101c42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0f9419b646449c" /><Relationship Type="http://schemas.openxmlformats.org/officeDocument/2006/relationships/notesMaster" Target="/ppt/notesMasters/notesMaster1.xml" Id="R43a4a5ed632541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9c4f4f8b094b0b" /><Relationship Type="http://schemas.openxmlformats.org/officeDocument/2006/relationships/notesMaster" Target="/ppt/notesMasters/notesMaster1.xml" Id="R35f088eda8874f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8377c1f5754c51" /><Relationship Type="http://schemas.openxmlformats.org/officeDocument/2006/relationships/notesMaster" Target="/ppt/notesMasters/notesMaster1.xml" Id="Rd374edf737ee43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e95e755eee4d0b" /><Relationship Type="http://schemas.openxmlformats.org/officeDocument/2006/relationships/notesMaster" Target="/ppt/notesMasters/notesMaster1.xml" Id="Rdef70b4f950542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3a1d19a52e411c" /><Relationship Type="http://schemas.openxmlformats.org/officeDocument/2006/relationships/notesMaster" Target="/ppt/notesMasters/notesMaster1.xml" Id="R59dfae4bba8d41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e33ac5ad82445f" /><Relationship Type="http://schemas.openxmlformats.org/officeDocument/2006/relationships/notesMaster" Target="/ppt/notesMasters/notesMaster1.xml" Id="R11498d535fe04c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b4412d02884432" /><Relationship Type="http://schemas.openxmlformats.org/officeDocument/2006/relationships/notesMaster" Target="/ppt/notesMasters/notesMaster1.xml" Id="Rfc7b7d977e6647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292e402ea24120" /><Relationship Type="http://schemas.openxmlformats.org/officeDocument/2006/relationships/notesMaster" Target="/ppt/notesMasters/notesMaster1.xml" Id="Rcfc69c5a734c4c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1307dfd7fc454d" /><Relationship Type="http://schemas.openxmlformats.org/officeDocument/2006/relationships/notesMaster" Target="/ppt/notesMasters/notesMaster1.xml" Id="R599ea7d14aeb42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b5bb351b804433" /><Relationship Type="http://schemas.openxmlformats.org/officeDocument/2006/relationships/notesMaster" Target="/ppt/notesMasters/notesMaster1.xml" Id="R804082673f1748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15cef963154807" /><Relationship Type="http://schemas.openxmlformats.org/officeDocument/2006/relationships/notesMaster" Target="/ppt/notesMasters/notesMaster1.xml" Id="Ra2c5645c168e48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845b1e330a46ce" /><Relationship Type="http://schemas.openxmlformats.org/officeDocument/2006/relationships/notesMaster" Target="/ppt/notesMasters/notesMaster1.xml" Id="R3be2f4fea2354d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fe901d866540b2" /><Relationship Type="http://schemas.openxmlformats.org/officeDocument/2006/relationships/notesMaster" Target="/ppt/notesMasters/notesMaster1.xml" Id="Rec23cd4d745c41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85269804b46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24fc07451a41c0" /><Relationship Type="http://schemas.openxmlformats.org/officeDocument/2006/relationships/slideLayout" Target="/ppt/slideLayouts/slideLayout1.xml" Id="Ra13c82c7320f44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3c82c7320f44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12706d49d4d21" /><Relationship Type="http://schemas.openxmlformats.org/officeDocument/2006/relationships/image" Target="/ppt/media/image.png" Id="R28426e001aa64fa2" /><Relationship Type="http://schemas.openxmlformats.org/officeDocument/2006/relationships/image" Target="/ppt/media/image2.png" Id="R41e90abbe53c476e" /><Relationship Type="http://schemas.openxmlformats.org/officeDocument/2006/relationships/notesSlide" Target="/ppt/notesSlides/notesSlide1.xml" Id="R7b6ffbf794f342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d50bd289a471c" /><Relationship Type="http://schemas.openxmlformats.org/officeDocument/2006/relationships/image" Target="/ppt/media/image3.png" Id="Rf3995c54bc8a4d3b" /><Relationship Type="http://schemas.openxmlformats.org/officeDocument/2006/relationships/notesSlide" Target="/ppt/notesSlides/notesSlide2.xml" Id="R5698b3cc838040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c1b3c49134b10" /><Relationship Type="http://schemas.openxmlformats.org/officeDocument/2006/relationships/image" Target="/ppt/media/image4.png" Id="Rea515e6d263549e0" /><Relationship Type="http://schemas.openxmlformats.org/officeDocument/2006/relationships/notesSlide" Target="/ppt/notesSlides/notesSlide3.xml" Id="R5775739dfd124f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f4ff0c7954f35" /><Relationship Type="http://schemas.openxmlformats.org/officeDocument/2006/relationships/image" Target="/ppt/media/image5.png" Id="R7f7050de5cf44bf3" /><Relationship Type="http://schemas.openxmlformats.org/officeDocument/2006/relationships/notesSlide" Target="/ppt/notesSlides/notesSlide4.xml" Id="R35d507c780694b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f8844b78e40e6" /><Relationship Type="http://schemas.openxmlformats.org/officeDocument/2006/relationships/image" Target="/ppt/media/image6.png" Id="R484109ea64d645e0" /><Relationship Type="http://schemas.openxmlformats.org/officeDocument/2006/relationships/notesSlide" Target="/ppt/notesSlides/notesSlide5.xml" Id="R2892720d6cd944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e3f40339143a3" /><Relationship Type="http://schemas.openxmlformats.org/officeDocument/2006/relationships/image" Target="/ppt/media/image7.png" Id="R3c55bf9f38dc4991" /><Relationship Type="http://schemas.openxmlformats.org/officeDocument/2006/relationships/notesSlide" Target="/ppt/notesSlides/notesSlide6.xml" Id="R9cf71715cc0642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d2ca471914617" /><Relationship Type="http://schemas.openxmlformats.org/officeDocument/2006/relationships/image" Target="/ppt/media/image8.png" Id="R8a649eef3bbd421e" /><Relationship Type="http://schemas.openxmlformats.org/officeDocument/2006/relationships/image" Target="/ppt/media/image9.png" Id="Rda56882861694b6b" /><Relationship Type="http://schemas.openxmlformats.org/officeDocument/2006/relationships/notesSlide" Target="/ppt/notesSlides/notesSlide7.xml" Id="Rca6dc977bd6943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23d9c9b6542fe" /><Relationship Type="http://schemas.openxmlformats.org/officeDocument/2006/relationships/image" Target="/ppt/media/image10.png" Id="R61056bc9a2de48fd" /><Relationship Type="http://schemas.openxmlformats.org/officeDocument/2006/relationships/image" Target="/ppt/media/image11.png" Id="R76fe9fd468364a03" /><Relationship Type="http://schemas.openxmlformats.org/officeDocument/2006/relationships/notesSlide" Target="/ppt/notesSlides/notesSlide8.xml" Id="R41559de6b80b43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da6392f344449" /><Relationship Type="http://schemas.openxmlformats.org/officeDocument/2006/relationships/image" Target="/ppt/media/image12.png" Id="R54b944beaf134d40" /><Relationship Type="http://schemas.openxmlformats.org/officeDocument/2006/relationships/image" Target="/ppt/media/image13.png" Id="Re5c7af69b98647d4" /><Relationship Type="http://schemas.openxmlformats.org/officeDocument/2006/relationships/notesSlide" Target="/ppt/notesSlides/notesSlide9.xml" Id="Rf3bf2ae3c4f040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58877d6464a50" /><Relationship Type="http://schemas.openxmlformats.org/officeDocument/2006/relationships/image" Target="/ppt/media/image14.png" Id="R2c361295b8404ddc" /><Relationship Type="http://schemas.openxmlformats.org/officeDocument/2006/relationships/image" Target="/ppt/media/image15.png" Id="R1396c96bc78a48b3" /><Relationship Type="http://schemas.openxmlformats.org/officeDocument/2006/relationships/notesSlide" Target="/ppt/notesSlides/notesSlide10.xml" Id="R3d5e5d62041f41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b3fb148ae4b9d" /><Relationship Type="http://schemas.openxmlformats.org/officeDocument/2006/relationships/image" Target="/ppt/media/image16.png" Id="Rab61952c8c194ab5" /><Relationship Type="http://schemas.openxmlformats.org/officeDocument/2006/relationships/notesSlide" Target="/ppt/notesSlides/notesSlide11.xml" Id="R17534b567cdf41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3e293cfa24af5" /><Relationship Type="http://schemas.openxmlformats.org/officeDocument/2006/relationships/image" Target="/ppt/media/image17.png" Id="R0b576a363404430d" /><Relationship Type="http://schemas.openxmlformats.org/officeDocument/2006/relationships/notesSlide" Target="/ppt/notesSlides/notesSlide12.xml" Id="Rb5a80d8efb9542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4e19710ad4701" /><Relationship Type="http://schemas.openxmlformats.org/officeDocument/2006/relationships/image" Target="/ppt/media/image18.png" Id="R3491ac92ef20413d" /><Relationship Type="http://schemas.openxmlformats.org/officeDocument/2006/relationships/notesSlide" Target="/ppt/notesSlides/notesSlide13.xml" Id="Rbe49365019e740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25c1024ce4b3d" /><Relationship Type="http://schemas.openxmlformats.org/officeDocument/2006/relationships/image" Target="/ppt/media/image19.png" Id="Rb2a29c8d34ab46d7" /><Relationship Type="http://schemas.openxmlformats.org/officeDocument/2006/relationships/notesSlide" Target="/ppt/notesSlides/notesSlide14.xml" Id="R1ba0294e9ab34a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ABEBC2-99D2-4D4D-AC7F-0E48C479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508E9-600F-42DD-9A86-F70A58CC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26e001aa64fa2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DA536-1A14-47A7-83F7-D09BB0E2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67C26-53AD-416A-8185-14FF4C1A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B7EF6-EFA1-4FEE-A2C5-BF36A2DD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458C4-7D90-4051-9B6A-F703A2F7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27DED-BB33-4883-9575-D1A90142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90abbe53c476e"/>
          <a:stretch xmlns:a="http://schemas.openxmlformats.org/drawingml/2006/main"/>
        </p:blipFill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06100-59A3-4A46-B1F6-F1427A0F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4110C-1F42-473D-A68A-05D75F83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2" name="pager-pill">
            <a:extLst xmlns:a="http://schemas.openxmlformats.org/drawingml/2006/main">
              <a:ext uri="{FF2B5EF4-FFF2-40B4-BE49-F238E27FC236}">
                <a16:creationId xmlns:a16="http://schemas.microsoft.com/office/drawing/2014/main" id="{CF3998DD-1442-4FF8-9A42-A0963FD5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FBE02-20EB-48BB-987B-078C3A3A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E2294-3B1C-4B4B-BB74-B7165856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EDB47-5414-47A1-9438-353089F7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0705B-BB1F-4D62-9AC5-DC8F2B19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59B82-6D68-4AC4-9E7D-FF405A80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70000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EE8F46-E3D7-4E04-80D4-BED5AABA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7A82D-1A48-4799-A9EA-ED034831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95c54bc8a4d3b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45168-2A40-4B09-ABC1-B39039C1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1D82C-1B83-43DB-9129-9381125E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88835-A094-41CA-A83F-D5ADB96C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30ABB-6F05-480C-BA6C-BC29BAEB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CF80D-677F-4898-A668-DF47605F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353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understanding as execution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15C9C-ACA3-4F91-87B6-039A3D42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0DA3A-04A4-4506-956B-A281B3F4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AC4ED-6207-4D35-A09C-48CEA03B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43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D9A44-CA39-4742-8C56-61148257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AC18A-76E2-49C2-9D7D-8902F978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4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162D2-E402-4951-AAE5-BE5DD205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924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A43C4-6A81-4F5D-9A1D-7F1FFAAA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76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192DC-525A-4C3C-AF42-4CE5AEA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05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F424D-5C65-451A-A5F5-641ED621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305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B5E68-8EB4-46E5-9631-C756CD8E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58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0749E-76E4-4FC1-BB63-A51C86F0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1878E-0DC9-4541-8232-4ED707B4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1" name="pager-pill">
            <a:extLst xmlns:a="http://schemas.openxmlformats.org/drawingml/2006/main">
              <a:ext uri="{FF2B5EF4-FFF2-40B4-BE49-F238E27FC236}">
                <a16:creationId xmlns:a16="http://schemas.microsoft.com/office/drawing/2014/main" id="{AC0DA3FC-C1E6-4ACD-AC2B-8B89E666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8EE41-57E3-4E86-9F45-A727B4BA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0F23F6-88F9-4811-99B5-D9976686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7282C0-51DF-4D12-B453-6320BCE6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591AB-A759-4D48-B918-EF118111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8FA29F-7F7C-46F8-BAB5-8BBD56B0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48538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71EB6E-4576-4A02-A520-EE355BDB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52BF5-5446-4A15-9F68-8BDB4BD6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15e6d263549e0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0D057-EB2C-4F70-8DB9-0FD3AF11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26829-8EB9-429A-82D8-31DB17E7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6B119-0A85-46DA-8836-12B2BEC3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04491-1C29-47AF-9D27-F9870991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82395-D393-4A32-9568-C1CBCFC1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83968-7E90-4192-A550-E407AC3C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BEE48-1EA4-4D08-B6AE-48A2E1FF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5633B-9F96-4242-8F8A-BD3E8A3D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71A7C-AD27-4228-9E60-31D91F55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961A2-7FDB-45A8-BB46-A9120D7C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B9AB9-C215-407F-804E-6F8668BC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A3E7D-B9B2-4377-A635-7EE081B6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9F132-4406-4E57-9408-D27B79CF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EC556-725A-4CF1-ABCD-8E5EFFAF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40B393-046C-4AA5-8C97-C60A2B52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22670-32F4-4F43-B612-F3733D65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D0448-0A63-448A-842D-BABDF793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C02950-EEB8-4431-96DF-8C1B175F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DD01B6-CD1C-4C58-ADEA-99DA92DB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7F7BEC-90C8-498C-AF94-02C3B0B8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49C9FD-AD18-4362-B641-17BF5E3C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7C293-1866-4C70-87E3-7329F884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BEB5F5-E0C1-41EC-9435-99FAE257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0133CC-D025-4D3A-A42C-4F0D32D2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164BD2-0D7B-4324-8009-DCCBA0A7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5C30E5-EF42-4266-BD33-D960F737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029D13-1C93-4F34-95C8-E1686AA9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35761F-0648-4061-A1B4-BC8B8266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436EF1-65A0-4EFC-9399-28403DDC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 xmlns:a="http://schemas.openxmlformats.org/drawingml/2006/main">
              <a:ext uri="{FF2B5EF4-FFF2-40B4-BE49-F238E27FC236}">
                <a16:creationId xmlns:a16="http://schemas.microsoft.com/office/drawing/2014/main" id="{5C456F33-14EF-40A1-B432-68FB8AFA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A51E73-37D4-4B51-9E82-7D10A8D1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74B8C5-FCAD-45B9-B93F-708EBC12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FB2D05-6A4D-4CFB-9399-8F15DDD6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2B2D53-52A7-40EE-AA11-14DF48F0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652867-E9DC-4EC4-9095-967108D8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159748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CBF606-DB66-4939-A5C5-B3A4B315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E9404-65CD-48C0-9199-D07285EE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050de5cf44bf3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A71E8-FCF7-4457-8928-95FF8D07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F0E15-3927-4D3B-805D-8C6798A4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1B893-7458-4E91-936F-14BD7E59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D18EA-A06B-44E1-93AE-78329DB8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0F4EC-3A60-4D43-853A-D263A6D6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ED3A4-0AD0-4C8D-9C03-50727E31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47980-FF86-49E7-A383-CA81CFE8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1AF2E-78B8-4B84-AB55-6087EC66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234A1-A5C2-4BBE-8EDB-21776EAC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DED04-1333-4C8C-A48A-C6AD65AA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63AE9-9159-4532-9AE8-48ACE2FE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B5D0E-E2C8-4220-9E42-0A108262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49422-563E-4BE7-85C6-122028A4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7B8A0E-FFA3-45FC-AED2-96A73FE9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F3C22-AAA7-451C-A082-2075AD11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F86BA-98B3-40B0-A5B7-86BB6C36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97900-17C9-47D6-997B-6E293D49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E2808-9E59-424B-AF86-BF5CCBCF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BCE87-1A0A-4DE4-8078-9F370C6F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69F5C2-9BF6-46CC-ADD6-8590B317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86600"/>
            <a:ext cx="12001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E8A51E-9C7C-4862-AB9B-8E3EE45D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410DF7-052E-49D4-A3EC-2238D097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6" name="pager-pill">
            <a:extLst xmlns:a="http://schemas.openxmlformats.org/drawingml/2006/main">
              <a:ext uri="{FF2B5EF4-FFF2-40B4-BE49-F238E27FC236}">
                <a16:creationId xmlns:a16="http://schemas.microsoft.com/office/drawing/2014/main" id="{4E8D4450-9D73-4FF4-B6EC-C2D5C7B3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45FBAE-6FDE-4EC2-9F44-9D100A53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30393E-0451-446A-86DD-BC4413CE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BEC539-6C5F-45B0-A6AB-1833A6D4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85E4E0-4551-4D41-8348-E969C4AF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C28BED-9953-49A0-852D-303D81C4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877871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2D4FC5-9452-4D95-BF98-C2C65179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0BFAE-8740-4976-98E0-D1E67206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109ea64d645e0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2D947-A9A9-4D1B-BC14-C06E8B08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FUNCTIONAL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7FF87-7EDD-4C6B-8919-3A7C938F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FF327-7EC8-443E-86FF-A0E7E35C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CB401-9A4F-4D81-A05E-D90B3912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9412B-5D41-4AA4-B26D-1F9EC726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E24A3-92FE-42EA-BF57-433995AB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06EA7-8D81-4E82-9D04-183388E0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FA646-DF9C-4B75-BA6F-27BE269F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8D7CF-496E-415C-A5AC-DC3644A7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360A8-3A54-45F7-9DC8-C8142B91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D183A-9EB3-4E94-904A-715FD5A2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78D55-7886-4CDE-A287-DB2CE836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4B8FD-513E-457E-8384-DE6C9FFF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63445-7BA4-46D3-ACEC-C10B7549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ADA7F-4345-4EB8-A182-EC6B43E4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5FCA8-F140-40A9-B47C-091D0DC7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456AD-4AB1-4610-B801-4C1BC170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C7E9F-82A3-45B4-BD5A-1C04EC2E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4C589F-D029-4664-82B3-032A2912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070A1B-7E84-491A-91EC-AEAD4E18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E31A9-0C8C-4DD4-91A0-0BBF8F8A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C7A69A-5F10-4959-A412-E3131CB2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64122F-7AC5-4885-8E0F-B260D805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AE31B5-DF32-4074-B12C-AFB6FB3C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258C16-05CB-4BBF-8492-967AD1ED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49E0D9-C295-465F-8B5F-43E5D32A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9A6412-883B-4CE6-B666-5050296F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D1901E-8D2A-47D4-B92A-755AA398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DDFFCB-4FB4-465E-8670-FA549C2C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0A765D-68A5-4DCA-92DA-7B5835F0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516296-D62A-4D78-AF0E-E98A4EC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312C47-7CB6-459B-BAAB-D00880A7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25A58B12-7D73-4B0C-B545-786787D9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3873C2-CF20-4D82-A861-86469EC4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CCC6AE-34E4-4804-B00B-9CE59D99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C6E016-F803-490D-BB0A-9EC1DDD6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11519C-37C3-4A9A-B9A3-0D0E303E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362A56-C243-445E-9AD9-78E24EA7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43273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13F724-BAC9-4186-A4D6-D14670D0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B1469-66ED-485E-A9A9-69F9ADFF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5bf9f38dc4991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50571-7552-4AEA-AA17-74F0ACEF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63F39-2F05-48D3-A67D-06997E66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1F635-DE11-44DF-866C-F364DDB1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291C9-9F73-42CC-9EDB-9597EBBA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41C6E-1F3A-485A-A328-DD67CCBB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934CE-3B73-4017-B338-7047DE4E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5FEF1-5411-46CC-B44A-BC724EB9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need a starting point.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A3C85-4D64-4996-B290-9C217279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B8409-17A1-4497-A1DA-9F0EF314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74594-F779-4BE0-A70F-57BF7C57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AI ideas and need priorities.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984DC-C01C-4FFB-8F88-541DAD0C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F142A-B62E-4707-832A-49B2F97F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656A0-3EB8-4D2B-918A-951F0A09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 and audit readiness.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17049-05F7-4AD7-8A89-47FEC778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307B0-66C4-4F6C-A09A-8740520A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2289E-9DD4-48F3-944F-9C822D67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workflows.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267286-CBB5-46A3-88F8-AE3736D5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E91AF5-2432-47FD-AF00-A6154AA4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164FD0-2AEF-4BEA-A17C-BB79E382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preserve critical knowledge.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4C2216-BA4F-4AE0-9C31-697BC729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BFCF85-F9E5-47D1-9474-F7BD2C44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38B2BAD9-921F-4B26-88CB-54BA8F28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33C66B-621C-4D4D-A10C-9C30810B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65DE4D-88A9-435F-AD64-13CCBFF5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7B816F-8AEE-4C3B-8F12-C2773148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50085C-0E60-4B61-8508-4C3C941B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7752F9-FBD8-4950-9336-5409DA17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001125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314559-5A80-4A37-9BBF-9D857ED1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529F8-10C2-49A5-B36D-40C00766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49eef3bbd421e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5B7E4-1BD5-4CFE-9E2A-D3F4D1C8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READINESS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00013-5879-45B6-8E55-0DD49ADD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C747B-0346-4082-96D7-58CA995F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30E6B-5FA1-4591-B5B6-2EF7B8B5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120B3-56E7-49CB-9266-69BF66AF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3643B-B2C0-4CD9-BB61-41565275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6882861694b6b"/>
          <a:stretch xmlns:a="http://schemas.openxmlformats.org/drawingml/2006/main"/>
        </p:blipFill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80374-70B5-4AC1-BF24-FAC3C137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77C5B-6243-44C3-A78F-D5BA8396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BFAF0-8F03-49F6-988F-5AD84161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CD312-FD79-40B4-B30C-AA0595B5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2261E-BE61-43F0-A655-316AE84F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4B2146-BE91-49E4-9C79-3CC89919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39A3D-8A8D-484C-8EB2-0255E55D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E64DD-D3C2-473A-B7D2-F0B21820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6753D-D0B4-4FC7-A472-C4BEB15D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63DB5D-9EB8-4EC2-8B1B-201FD79F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6FE52-4760-4484-B80A-6C3554B5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C57BB3-F895-4623-9955-D2134C02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9BA70E-9B2C-4174-B686-FFFAB029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1EA5EB-5554-4130-BBD2-0EBE30BE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question is whether data, knowledge,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operating model can support change.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DA7A1D-4681-45C1-952C-9D182376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F0C7D5-2320-4447-A422-B8E5E650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7AC2CC0C-3FB6-44B1-8A5B-28FB8C55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701212-E193-4626-A823-FFA73A75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DBFBD4-BC9A-47A9-A0B8-DA270904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F223ED-A4BB-47CC-AF1C-495BDA1A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31BA93-6F17-4E3D-B33F-4F4DF094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2DC298-78F5-41E4-890E-C5B13C71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970724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2659AB-4970-4BCC-9247-83866724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D6899-E211-4D5A-9C50-773821C1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56bc9a2de48fd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2BD76-39AF-4324-8FAA-98168AC3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PRIORITIES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B2D70-0A5A-4158-AD6F-01EA89B6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640EA-DEC3-4D62-8A14-25CC2256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8DC95-4ACE-422B-994E-5C751383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19608-25C7-4A86-8BC0-8E1CB96A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BB206-C1DC-4D5D-B370-F3FCFFC6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e9fd468364a03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72F5A-DE45-4255-9A91-EF60165B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6135E-4FB0-4F34-85DD-22FFC369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3328C-4BF5-49A5-961A-3A523A4D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10758-A993-4822-922B-1E32C259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3E13B-EDF7-47E3-952B-B914E5E2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F9DB2-16F8-44B8-9524-629A925E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30157-C798-491B-872D-717D1EAD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A8125-A248-4904-8C52-526A696B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1DD05-75E4-4DE1-B1D3-775EECE7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CC57A-0B86-49F2-910D-3F17533A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8E0717-D5E0-4F81-9CEE-FD4FEA1F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87CC7-6FF0-4284-A242-3E3C48AC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54C9C99C-2E7C-4224-8CC1-100C5894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54DF1F-BAD4-4FC6-B3B8-873BE224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F60C6-A8A1-4A84-B12A-BBF807B1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06BDF3-4018-4AED-8D2E-7995DB82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BF3C4-0DB7-417F-9620-4D8B3266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1C5C1-8FB7-48E4-BDF8-76E30CA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515788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DC1782-F5A5-4C70-BCC1-C3F883DA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0CB87-B69D-44B4-9AC1-EF7A514E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944beaf134d40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F3889-407D-472D-A6BC-FA74F6B9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&amp; OVERSIGHT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C9D58-B31C-4E17-B12E-3A9F34D2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2FAD3-B379-40D2-9926-D6C5B575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781D7-268E-4664-B7E3-A7059C21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35080-FFE7-4D96-9459-B9402846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29460-124E-4B5A-8B6A-C817BAB0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7af69b98647d4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1CEE1-35D0-4754-A27C-781D9F19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43BD3-7116-4E02-8E25-6B5776B5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55C26-55AF-415C-8BB5-1A327EAC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56D57-77A4-4A25-9CCB-A3D83B54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CFAB6-1DC3-4EA8-95F5-28A7036F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C8FAD-34A1-42F0-A776-D0CFA068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3881F-808F-4E07-8188-772C3DFB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783EB9-35AA-4931-94FC-2D8551F8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D1D21-FB88-4143-9857-297750A2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996190-2FAD-4DF3-A8DA-BD51797A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3B8D11-2BD1-4D44-87F4-376A1CCE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B43DB-356D-4ED7-A511-FEE5719D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19225-6D76-4772-BFBB-D6C16043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12ED63-C8EF-4AC5-8EA5-4781D14C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7345AD-E891-4D9D-A8C1-5BE37714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638251-9780-4938-A598-A9A4CD15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09D3B9-8B61-4CA4-9688-67F383A6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13BA99-8463-459B-ADE5-F8BFA19F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DCD2C5-F3F1-423C-8C2B-67FA80F8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A317C3-9690-47D9-BB81-D0977E8D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72D0CA-1207-4013-8737-E9666EA8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D60059-40DA-44ED-BE38-865DAED6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 xmlns:a="http://schemas.openxmlformats.org/drawingml/2006/main">
              <a:ext uri="{FF2B5EF4-FFF2-40B4-BE49-F238E27FC236}">
                <a16:creationId xmlns:a16="http://schemas.microsoft.com/office/drawing/2014/main" id="{DBD7C81B-C4C7-417D-8BBB-6EA7BC15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1A426E-5FDC-4CDA-BC1E-F35967C8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B6F6D0-6F94-4CD4-9C02-8FDA96F2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E1A04F-06BB-457F-91E9-A6B9A5D0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98840B-EE93-426C-B561-F567E023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961DD8-473F-441D-B64B-FC6CD4B5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466042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6C116C-E293-4B7D-9116-1099F95C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092F6-1501-400D-B469-62E25547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61295b8404ddc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611E9-EC2E-46C4-B894-83142D0E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0F296-DF61-41C1-BA1F-D03B071B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F0A03-55B6-41E1-BF3B-FE314D2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A9434-92F0-44C0-B931-B8AE1B60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2B34E-0F77-4C73-9831-301CABAA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A07FA-18DD-40D2-850B-9838E0FB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6c96bc78a48b3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73A87-E8A2-40E1-AD49-65C2CAD6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4129C-29C0-47E5-8DF1-1C51D5C1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60C70-D94A-4C2B-95CC-ACC526C1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D7927-7DAB-4171-899D-45F8C092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12CA8-2BF2-4487-826A-BB3ECD88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97BEB-F735-4ECD-A329-DE98B9CB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C7E745-4C32-4A4D-98DA-FD27D29A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539586-A507-4224-ADFF-5A6B6885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C5B49-326A-46FB-8734-F6E70072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937E6-20F7-4A99-BE79-A4009204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731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CA6A32-FADF-4E25-B2C0-5B909F84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0522B-A5F1-487A-9F30-2242C4AF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920E6E-D0B8-4D9D-A5A7-8FBB3233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85CCC-9D5A-42B7-A9FB-12243588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BFC17273-ED45-4862-B140-B10989D9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1583FC-23D4-47FB-97C9-78568BCD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420B2A-377B-4C51-9255-8311ECFA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049CDF-7AA5-4B16-8F66-6A6B77E4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5E398D-A1DC-4380-9C33-FABF25C0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B99AC4-632D-449E-99E9-296A513B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979070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01F58E-A78B-45D6-87B2-5D8245D5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ED1E9-BD6F-4C7D-8E91-3FE9B35D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3B798-0888-4CE5-A3D1-9E86E4D3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38ABE-10B1-4200-BCA3-2EE2D8E5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1952c8c194ab5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66AB1-D4F7-4B41-AAA8-A5D4A6CC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BA98D-A9CE-4B39-9D82-6C88F61B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17E0C-06B9-41AE-9934-CE214B89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20E68-9302-42FB-8ACD-0D411EC1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0C8BA-51A7-48D4-9342-D15A9DAB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45922-816A-4580-8E82-42872BC1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the rationale behind execution as change accelerates.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5EA53-7971-4A6B-BBE5-5C993FDA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CA536-006B-4D3C-8A46-EE335C11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F5856-DD4E-483E-BEC2-401C0E90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82775-7197-475C-9E5C-85DC5FB7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6" name="pager-pill">
            <a:extLst xmlns:a="http://schemas.openxmlformats.org/drawingml/2006/main">
              <a:ext uri="{FF2B5EF4-FFF2-40B4-BE49-F238E27FC236}">
                <a16:creationId xmlns:a16="http://schemas.microsoft.com/office/drawing/2014/main" id="{715D1100-25C4-4C6A-B3AB-79D583C9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C6A9A-E7C2-4F0D-8FEC-2A9C363D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57184-C96E-4298-ABE3-FBC096B5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95961-669B-42DA-B3CD-A860700A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170FE-061C-490B-AB68-118699A1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64C60A-7339-468E-816D-0C21FC73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901258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6AFACF-CF37-4FC8-AD83-F902C60E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212E2-CF1D-4105-8C1D-1FB9215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76a363404430d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8F0A1-6B3F-4D61-BB88-6B7174EF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40C72-9401-4093-8CD7-249E9E9C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E0A95-0AF1-4A82-BCAB-EF8AE0C8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5513F-F08A-4F2F-9E09-FC76EBE5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019C7-A661-41FF-9FDA-55C7392A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C243C-9E53-4CD2-ABD7-3FD342E8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9E00E-A892-4013-9CF5-3C3D5324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E6453-A54D-49BE-AF11-D65AA7F6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B2BBD-3602-4BC4-B6B3-4F51001C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0AF64-1BE9-42AC-B46F-88FDB496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867D4-278C-468C-A2D6-9205F890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21722-E75A-4AD6-94B1-8603FAC9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3924B-A99D-48B0-861C-4C64A522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87343-ED89-43E5-B136-B43F201F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50945-D796-446F-89E5-E0D9F979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2676B-39F0-4C57-870F-C5BECD1A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8358DB-D716-487F-B106-AE8A3F3C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F5C9D-7125-4803-B0D5-97AC09E8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 xmlns:a="http://schemas.openxmlformats.org/drawingml/2006/main">
              <a:ext uri="{FF2B5EF4-FFF2-40B4-BE49-F238E27FC236}">
                <a16:creationId xmlns:a16="http://schemas.microsoft.com/office/drawing/2014/main" id="{A1409E54-F986-4185-8058-BFD77B61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1907DF-FEAA-40A3-80B2-45EC9FC5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C0B260-7486-4002-B645-241C6D43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862A8B-95D1-4804-9C8C-F6E68E33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C11437-310D-48A8-8AB8-D315EFB6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3024DB-4D72-4702-B00A-DE5C1B02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271931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F4D4BB-D5C7-451B-8589-ADEDE80A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390DB-F0AD-48F7-9FB9-EB3CEEA5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1ac92ef20413d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8E120-D87E-4929-A61E-CA0F49F8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5D8A4-050D-4D6A-AD63-FED23947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E2573-824A-4C6D-A56E-81BF7212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6667500" cy="841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CE18F-E549-4DFD-8DB8-4BF82213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DE5BF-44CE-4F85-B210-B393BA32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10ABE-4250-4AD1-85CA-D7CEDE62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C4912-F8CA-4F05-B9A2-678CD267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C4B22-9365-40D6-AE89-182AA739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4323A-A026-4DE3-99EC-8F68D8FA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A17A7-7151-4CE5-8CD6-9F373404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D6933-D156-4785-9B58-7B0D51BF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07B4D-0465-4560-A499-7BF69135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BE937-7620-49B4-B3ED-585D0622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381A18-C7BE-4A02-9DF9-8E7215B4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70C61-FB77-4461-A2BF-2D3988DF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98534-2744-42A2-BC31-A4553C74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11581-238B-40A9-BC56-6DFAD241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1B1A9-2BB8-415A-BC41-BCC0A368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DF5386-15DB-405D-A148-CFE5D5BC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6A474-8CF5-4E90-B26E-4E22BAE9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F4539-90B4-43EE-8CD6-C809285B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A4C962-54A9-433F-B731-2AA38AC1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19FB30-40C4-4589-8DD8-F60EE813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98C23F-87EE-4145-90B0-FCA5E368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205DC27B-70BE-42E1-846D-F85E2C6E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8510CD-5AFD-4CC3-B3B0-63A6C719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977ED2-CEF6-4A92-AF67-BE287E2E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635025-E499-4B29-B2B8-45B1AC18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7B08B8-7A20-4D97-A3C2-8377B514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9B2DFC-DBEF-4C5B-AA6E-19DB3767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062795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12A0FF-BB8A-4142-9A95-440C6A33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6D865-8EE3-4615-B934-4D398323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29c8d34ab46d7"/>
          <a:stretch xmlns:a="http://schemas.openxmlformats.org/drawingml/2006/main"/>
        </p:blipFill>
        <p:spPr>
          <a:xfrm xmlns:a="http://schemas.openxmlformats.org/drawingml/2006/main">
            <a:off x="781050" y="323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609BC-DA51-46CB-9E2F-CE2F9863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88CFD-5D3B-4265-B141-4305F3C0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131C3-4F44-4079-8519-CCB88CE2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60C72-AD61-437F-BEFA-4B3653E3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73AB1-77B8-4225-B0D8-91440AD2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88C2E-E6EF-4AA1-B772-B5C1F224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03A0B-BA00-4AE7-9896-2F317D0D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2B576-8074-46A5-830C-747DF84D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59D09-508F-43AF-8DD2-1632A2B2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D4DBB-D253-40CF-A74D-4C01B61D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1931A-B4D7-4DED-9FFB-2D45382B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97370-FF05-42BD-BF7A-CAF0CEC8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3F37C-52D2-4ABE-934C-CB59106C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BDA23-1A90-48EC-BF9B-D8160387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BE251D-7C89-4DD0-A5ED-5BFC36CB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883F7-EF6F-4286-B4A3-F1765028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C4B235-6AF3-48F8-9F7E-9D9276B3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F0EED-E8FE-47C4-931F-36442F45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 xmlns:a="http://schemas.openxmlformats.org/drawingml/2006/main">
              <a:ext uri="{FF2B5EF4-FFF2-40B4-BE49-F238E27FC236}">
                <a16:creationId xmlns:a16="http://schemas.microsoft.com/office/drawing/2014/main" id="{499601F8-8C9D-4055-8ABB-56361C4C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BEACB-6077-4C02-950D-04C8EB3C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6F71CE-4ED6-45DF-BD4B-EAE0B633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5BACE0-6C90-4C5B-AA0F-676EFFCB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6F99A0-A6DE-4900-9927-36E2E0FB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578115-E96A-4933-B065-34548D85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53937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2026-06-15T09:55:03.5380000Z</dcterms:created>
  <dcterms:modified xsi:type="dcterms:W3CDTF">2026-06-15T09:55:03.5380000Z</dcterms:modified>
</coreProperties>
</file>