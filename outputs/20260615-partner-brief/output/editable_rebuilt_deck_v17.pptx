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908d2a8e464986" /><Relationship Type="http://schemas.openxmlformats.org/officeDocument/2006/relationships/extended-properties" Target="/docProps/app.xml" Id="R89af4e986bc04008" /><Relationship Type="http://schemas.openxmlformats.org/officeDocument/2006/relationships/officeDocument" Target="/ppt/presentation.xml" Id="Rb1703639f90e46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32fa8a8b5a4e2f"/>
  </p:sldMasterIdLst>
  <p:notesMasterIdLst>
    <p:notesMasterId xmlns:r="http://schemas.openxmlformats.org/officeDocument/2006/relationships" r:id="R5f129ec59cef4cf8"/>
  </p:notesMasterIdLst>
  <p:sldIdLst>
    <p:sldId xmlns:r="http://schemas.openxmlformats.org/officeDocument/2006/relationships" id="256" r:id="R13f05bf3613f4024"/>
    <p:sldId xmlns:r="http://schemas.openxmlformats.org/officeDocument/2006/relationships" id="257" r:id="R1ac0bfaaa892439b"/>
    <p:sldId xmlns:r="http://schemas.openxmlformats.org/officeDocument/2006/relationships" id="258" r:id="R5cd2abc5de574f5d"/>
    <p:sldId xmlns:r="http://schemas.openxmlformats.org/officeDocument/2006/relationships" id="259" r:id="R702065bf7c324ff9"/>
    <p:sldId xmlns:r="http://schemas.openxmlformats.org/officeDocument/2006/relationships" id="260" r:id="Rddc158e757434087"/>
    <p:sldId xmlns:r="http://schemas.openxmlformats.org/officeDocument/2006/relationships" id="261" r:id="R04c8fb2ba98342e4"/>
    <p:sldId xmlns:r="http://schemas.openxmlformats.org/officeDocument/2006/relationships" id="262" r:id="R45fba080d58348a8"/>
    <p:sldId xmlns:r="http://schemas.openxmlformats.org/officeDocument/2006/relationships" id="263" r:id="R37dd255361c74812"/>
    <p:sldId xmlns:r="http://schemas.openxmlformats.org/officeDocument/2006/relationships" id="264" r:id="R7714d5eb0fa247dc"/>
    <p:sldId xmlns:r="http://schemas.openxmlformats.org/officeDocument/2006/relationships" id="265" r:id="R7edab00f9658409f"/>
    <p:sldId xmlns:r="http://schemas.openxmlformats.org/officeDocument/2006/relationships" id="266" r:id="R82565df0b5ff4b1c"/>
    <p:sldId xmlns:r="http://schemas.openxmlformats.org/officeDocument/2006/relationships" id="267" r:id="R389f0351138b421d"/>
    <p:sldId xmlns:r="http://schemas.openxmlformats.org/officeDocument/2006/relationships" id="268" r:id="R2d4d183543184d00"/>
    <p:sldId xmlns:r="http://schemas.openxmlformats.org/officeDocument/2006/relationships" id="269" r:id="R038644576af34164"/>
    <p:sldId xmlns:r="http://schemas.openxmlformats.org/officeDocument/2006/relationships" id="270" r:id="R8ab28a106a384b1a"/>
    <p:sldId xmlns:r="http://schemas.openxmlformats.org/officeDocument/2006/relationships" id="271" r:id="Rea397a5f7ce344ad"/>
    <p:sldId xmlns:r="http://schemas.openxmlformats.org/officeDocument/2006/relationships" id="272" r:id="Rfffa224fccec40d6"/>
    <p:sldId xmlns:r="http://schemas.openxmlformats.org/officeDocument/2006/relationships" id="273" r:id="Rb3157ce31fd042b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9a4ce1c2cf49cd" /><Relationship Type="http://schemas.openxmlformats.org/officeDocument/2006/relationships/slideMaster" Target="/ppt/slideMasters/slideMaster1.xml" Id="R2f32fa8a8b5a4e2f" /><Relationship Type="http://schemas.openxmlformats.org/officeDocument/2006/relationships/notesMaster" Target="/ppt/notesMasters/notesMaster1.xml" Id="R5f129ec59cef4cf8" /><Relationship Type="http://schemas.openxmlformats.org/officeDocument/2006/relationships/presProps" Target="/ppt/presProps.xml" Id="Re2418d1beabc4957" /><Relationship Type="http://schemas.openxmlformats.org/officeDocument/2006/relationships/tableStyles" Target="/ppt/tableStyles.xml" Id="Rd26fb72c49a84802" /><Relationship Type="http://schemas.openxmlformats.org/officeDocument/2006/relationships/slide" Target="/ppt/slides/slide1.xml" Id="R13f05bf3613f4024" /><Relationship Type="http://schemas.openxmlformats.org/officeDocument/2006/relationships/slide" Target="/ppt/slides/slide2.xml" Id="R1ac0bfaaa892439b" /><Relationship Type="http://schemas.openxmlformats.org/officeDocument/2006/relationships/slide" Target="/ppt/slides/slide3.xml" Id="R5cd2abc5de574f5d" /><Relationship Type="http://schemas.openxmlformats.org/officeDocument/2006/relationships/slide" Target="/ppt/slides/slide4.xml" Id="R702065bf7c324ff9" /><Relationship Type="http://schemas.openxmlformats.org/officeDocument/2006/relationships/slide" Target="/ppt/slides/slide5.xml" Id="Rddc158e757434087" /><Relationship Type="http://schemas.openxmlformats.org/officeDocument/2006/relationships/slide" Target="/ppt/slides/slide6.xml" Id="R04c8fb2ba98342e4" /><Relationship Type="http://schemas.openxmlformats.org/officeDocument/2006/relationships/slide" Target="/ppt/slides/slide7.xml" Id="R45fba080d58348a8" /><Relationship Type="http://schemas.openxmlformats.org/officeDocument/2006/relationships/slide" Target="/ppt/slides/slide8.xml" Id="R37dd255361c74812" /><Relationship Type="http://schemas.openxmlformats.org/officeDocument/2006/relationships/slide" Target="/ppt/slides/slide9.xml" Id="R7714d5eb0fa247dc" /><Relationship Type="http://schemas.openxmlformats.org/officeDocument/2006/relationships/slide" Target="/ppt/slides/slide10.xml" Id="R7edab00f9658409f" /><Relationship Type="http://schemas.openxmlformats.org/officeDocument/2006/relationships/slide" Target="/ppt/slides/slide11.xml" Id="R82565df0b5ff4b1c" /><Relationship Type="http://schemas.openxmlformats.org/officeDocument/2006/relationships/slide" Target="/ppt/slides/slide12.xml" Id="R389f0351138b421d" /><Relationship Type="http://schemas.openxmlformats.org/officeDocument/2006/relationships/slide" Target="/ppt/slides/slide13.xml" Id="R2d4d183543184d00" /><Relationship Type="http://schemas.openxmlformats.org/officeDocument/2006/relationships/slide" Target="/ppt/slides/slide14.xml" Id="R038644576af34164" /><Relationship Type="http://schemas.openxmlformats.org/officeDocument/2006/relationships/slide" Target="/ppt/slides/slide15.xml" Id="R8ab28a106a384b1a" /><Relationship Type="http://schemas.openxmlformats.org/officeDocument/2006/relationships/slide" Target="/ppt/slides/slide16.xml" Id="Rea397a5f7ce344ad" /><Relationship Type="http://schemas.openxmlformats.org/officeDocument/2006/relationships/slide" Target="/ppt/slides/slide17.xml" Id="Rfffa224fccec40d6" /><Relationship Type="http://schemas.openxmlformats.org/officeDocument/2006/relationships/slide" Target="/ppt/slides/slide18.xml" Id="Rb3157ce31fd042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cd59094f0244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b3543cc8e7442c" /><Relationship Type="http://schemas.openxmlformats.org/officeDocument/2006/relationships/notesMaster" Target="/ppt/notesMasters/notesMaster1.xml" Id="Rc770c27504c04c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953b142ac2411d" /><Relationship Type="http://schemas.openxmlformats.org/officeDocument/2006/relationships/notesMaster" Target="/ppt/notesMasters/notesMaster1.xml" Id="R91c0ea93c7eb4e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f2491e51104af4" /><Relationship Type="http://schemas.openxmlformats.org/officeDocument/2006/relationships/notesMaster" Target="/ppt/notesMasters/notesMaster1.xml" Id="Rc652092502be45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6f7a5a6eae47f5" /><Relationship Type="http://schemas.openxmlformats.org/officeDocument/2006/relationships/notesMaster" Target="/ppt/notesMasters/notesMaster1.xml" Id="Ra10be7f3622246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f63164c26d4673" /><Relationship Type="http://schemas.openxmlformats.org/officeDocument/2006/relationships/notesMaster" Target="/ppt/notesMasters/notesMaster1.xml" Id="Rcb8ef0c9e5de40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e8ea071de1450d" /><Relationship Type="http://schemas.openxmlformats.org/officeDocument/2006/relationships/notesMaster" Target="/ppt/notesMasters/notesMaster1.xml" Id="Rdb9ea4a9c7af4d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e4aa68eaa64c66" /><Relationship Type="http://schemas.openxmlformats.org/officeDocument/2006/relationships/notesMaster" Target="/ppt/notesMasters/notesMaster1.xml" Id="R6091143b4d3b43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30cb6f890f45eb" /><Relationship Type="http://schemas.openxmlformats.org/officeDocument/2006/relationships/notesMaster" Target="/ppt/notesMasters/notesMaster1.xml" Id="Rd88ca81775934d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4802fbe2214ada" /><Relationship Type="http://schemas.openxmlformats.org/officeDocument/2006/relationships/notesMaster" Target="/ppt/notesMasters/notesMaster1.xml" Id="R00ee51f7a1f94f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7a979cff2a4b9f" /><Relationship Type="http://schemas.openxmlformats.org/officeDocument/2006/relationships/notesMaster" Target="/ppt/notesMasters/notesMaster1.xml" Id="R0e2da463454647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f8a47485f74ef2" /><Relationship Type="http://schemas.openxmlformats.org/officeDocument/2006/relationships/notesMaster" Target="/ppt/notesMasters/notesMaster1.xml" Id="Re8c4a76e48a641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e36c0d5b1d4872" /><Relationship Type="http://schemas.openxmlformats.org/officeDocument/2006/relationships/notesMaster" Target="/ppt/notesMasters/notesMaster1.xml" Id="R3f88ccb4c37642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4bfb45e4724657" /><Relationship Type="http://schemas.openxmlformats.org/officeDocument/2006/relationships/notesMaster" Target="/ppt/notesMasters/notesMaster1.xml" Id="Rf3ef74f55c2544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290c3bf79a4b47" /><Relationship Type="http://schemas.openxmlformats.org/officeDocument/2006/relationships/notesMaster" Target="/ppt/notesMasters/notesMaster1.xml" Id="R6e7fcb33da5b4b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de773660f14694" /><Relationship Type="http://schemas.openxmlformats.org/officeDocument/2006/relationships/notesMaster" Target="/ppt/notesMasters/notesMaster1.xml" Id="Rae25cda6bec746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0cb0cc0698435d" /><Relationship Type="http://schemas.openxmlformats.org/officeDocument/2006/relationships/notesMaster" Target="/ppt/notesMasters/notesMaster1.xml" Id="R4b805796b1c540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33971526ab44db3" /><Relationship Type="http://schemas.openxmlformats.org/officeDocument/2006/relationships/notesMaster" Target="/ppt/notesMasters/notesMaster1.xml" Id="Rab6367bf3d564f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87b4898ffba4c95" /><Relationship Type="http://schemas.openxmlformats.org/officeDocument/2006/relationships/notesMaster" Target="/ppt/notesMasters/notesMaster1.xml" Id="Rdf87d973d01e43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19de8cce948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4bab083bfb4438" /><Relationship Type="http://schemas.openxmlformats.org/officeDocument/2006/relationships/slideLayout" Target="/ppt/slideLayouts/slideLayout1.xml" Id="Rd66667bc2a0045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6667bc2a0045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fe0a886a74381" /><Relationship Type="http://schemas.openxmlformats.org/officeDocument/2006/relationships/notesSlide" Target="/ppt/notesSlides/notesSlide1.xml" Id="R2ed3aaf31af44a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a7647346347c3" /><Relationship Type="http://schemas.openxmlformats.org/officeDocument/2006/relationships/notesSlide" Target="/ppt/notesSlides/notesSlide2.xml" Id="R4ee25cac059d41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fa9576fda4de5" /><Relationship Type="http://schemas.openxmlformats.org/officeDocument/2006/relationships/notesSlide" Target="/ppt/notesSlides/notesSlide3.xml" Id="Rd3aead1fd77843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d5732b3bb4717" /><Relationship Type="http://schemas.openxmlformats.org/officeDocument/2006/relationships/notesSlide" Target="/ppt/notesSlides/notesSlide4.xml" Id="R59fdef8ecc744d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b234535eb4e86" /><Relationship Type="http://schemas.openxmlformats.org/officeDocument/2006/relationships/notesSlide" Target="/ppt/notesSlides/notesSlide5.xml" Id="Rfa633a1b1c394d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12651ec484bc4" /><Relationship Type="http://schemas.openxmlformats.org/officeDocument/2006/relationships/notesSlide" Target="/ppt/notesSlides/notesSlide6.xml" Id="Rfdb55975048a49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453706f814d14" /><Relationship Type="http://schemas.openxmlformats.org/officeDocument/2006/relationships/notesSlide" Target="/ppt/notesSlides/notesSlide7.xml" Id="R2f4e05780d0d46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bfb38433646ab" /><Relationship Type="http://schemas.openxmlformats.org/officeDocument/2006/relationships/notesSlide" Target="/ppt/notesSlides/notesSlide8.xml" Id="R6a8fa16c725144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4bb759f1a472a" /><Relationship Type="http://schemas.openxmlformats.org/officeDocument/2006/relationships/notesSlide" Target="/ppt/notesSlides/notesSlide9.xml" Id="Re2d2f979342749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8321b5fa7428f" /><Relationship Type="http://schemas.openxmlformats.org/officeDocument/2006/relationships/notesSlide" Target="/ppt/notesSlides/notesSlide10.xml" Id="R6032cfd63f7546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3857b648b4810" /><Relationship Type="http://schemas.openxmlformats.org/officeDocument/2006/relationships/notesSlide" Target="/ppt/notesSlides/notesSlide11.xml" Id="Rca0b085d97fa44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ded264a4b441a" /><Relationship Type="http://schemas.openxmlformats.org/officeDocument/2006/relationships/notesSlide" Target="/ppt/notesSlides/notesSlide12.xml" Id="Rf4cda6447d324b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e43a8eac74e7c" /><Relationship Type="http://schemas.openxmlformats.org/officeDocument/2006/relationships/notesSlide" Target="/ppt/notesSlides/notesSlide13.xml" Id="R149fc6b2c6cd4e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e75904ed640f5" /><Relationship Type="http://schemas.openxmlformats.org/officeDocument/2006/relationships/notesSlide" Target="/ppt/notesSlides/notesSlide14.xml" Id="R8bb6bb7d54af4d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92842695b4eab" /><Relationship Type="http://schemas.openxmlformats.org/officeDocument/2006/relationships/notesSlide" Target="/ppt/notesSlides/notesSlide15.xml" Id="Rb27193e07eab42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906fe003e4308" /><Relationship Type="http://schemas.openxmlformats.org/officeDocument/2006/relationships/notesSlide" Target="/ppt/notesSlides/notesSlide16.xml" Id="R55a4840dc57d49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32ebba55a47c0" /><Relationship Type="http://schemas.openxmlformats.org/officeDocument/2006/relationships/notesSlide" Target="/ppt/notesSlides/notesSlide17.xml" Id="Rced926800ba440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2c46a8d9e4621" /><Relationship Type="http://schemas.openxmlformats.org/officeDocument/2006/relationships/notesSlide" Target="/ppt/notesSlides/notesSlide18.xml" Id="R4906db31e07f4e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72CD66-2B9A-4376-888E-706D1396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889D0-923C-4B38-B87F-C4116C66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0A71B-6F1E-495F-8147-2DC8D669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ECD5E-351C-47B4-8011-C153AB07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9E3AA-4DFC-4985-B769-640AD4D8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3FED5-1034-4C81-AE1C-377C8941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C1E00-4FAE-47B1-81C0-9090166B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CF274-779E-4C5A-8F59-A6F2227A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C2CD6-82F0-4A3D-B283-528F3444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91EFD-2877-4A47-9C7A-1181C5BC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D5914-1F26-4C8A-9276-069AF360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60B47-1EFE-428D-B19E-1252C713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C8A6B-A025-48E2-B0BA-CAE897A4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6A22C-7CAF-4633-92AD-F790DF37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F09B596F-7667-442C-87AF-099F7A51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46D44-A16D-445E-AE62-C44FC1C8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91813-999B-468E-ADB8-794E066B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20A3D-06F4-48E2-B446-28AD2CFB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24597-EE7B-4299-B222-44C1511F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E647A-C776-452C-9E7D-ADAB257E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711406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B64A17-5675-47BF-BA5C-08BA71D3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54D71-271A-4F38-9F85-A7062878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0D603-3631-4798-A911-9AC497FA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DF51E-CA2F-4164-883A-74C8D152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4E111-F260-4F96-AFEF-9DB04193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DB187-4AB5-41C4-898A-5C974B6C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D3E26-6C3E-4348-9B9C-0AC48A36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5C515-4326-4184-98B0-6AEF5218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36E42-4434-4ACC-86CA-F3B58A32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34B69-2449-4692-A45E-C9D0D66B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the rationale behind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F79C0-9A38-460D-9F22-DF119C9B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B3494-29D7-48B6-93A5-3C603CAF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765A2-20F9-40C8-BFA5-DFE5104A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6BAE8-B4FA-4CF9-A847-37BDBE09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22EF8-FAEC-46C9-97D9-4DD5AA14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BF34F-93E3-43A5-A3FE-48079C9D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FAFA8-DA38-4CCC-9DEC-C7CEAFB0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C8117-3B42-464D-8457-6EA4E68C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40FE5-3EE3-4B6C-892C-4641750E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25A77-5736-400C-BFEE-F9310855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5BE26-2429-4EAD-825C-53D8CD2E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644AF-B770-4001-83A9-16F2FEAB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C87413CE-44B2-48D8-879B-F12A6973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A740E-50F5-4EE9-A1E8-073E0CBC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A33F77-A7DC-4601-906D-49A1DD2D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C55713-BCF9-4725-B3B1-D3687931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F79853-794A-4746-8320-796384A3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FEDC63-3684-4887-B9E8-D8729EB4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26943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5B6E01-79CC-411B-9950-D4E9C7B0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57A75-1345-4DE1-BB52-0ACE66A4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B47F9-C755-4FB1-AED2-0B11B054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2B768-91A5-4DC6-9BC7-DDD72BDD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C8260-BEA8-4D71-9857-7029744F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2B884-6A07-4DBF-B766-2ECBC9EC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ED695-BA56-42D0-8F9E-E7C65DC8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1A9E7-A20F-4B0C-BF15-7FF13CEA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A4D74-5331-4917-A60D-D5F9FC52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3B3E7-12E9-485C-8175-53739285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80F9F-8967-407A-8C7D-947185E3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5E7B7-EECD-4461-91BB-7F238717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6594B-361F-4F8F-978D-80727E4F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F79E7A-2999-4690-90F7-663FEF73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9D592-20BA-44A8-982C-86FF909E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46AB5-7C85-4198-95A9-0022203D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B2EF3-9805-4658-B9CB-ED2E11AD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9D6048-EA8A-462C-8545-324AAA77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C0C54-03C5-4B1B-95C4-859DD291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F0EDC-B3E4-4BD9-8113-DD08DA97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F6098-61B1-4B2C-B8EC-5883160E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481E6-CB13-49D3-A004-047ABBE6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554AB9-5A91-44AB-AB19-5ECFBCEE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08F5D0-C37A-4F02-B933-C463FD67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8F4208-6A7F-4C69-8BEB-FA48B5B1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6B9FE2-9371-4D63-9CDA-80D91F33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406B98-3C47-47F1-A735-308BE93A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9FD1B9-555B-4DA8-BBD0-F846B447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9B13CA-47BD-4D81-BCE5-85841DDF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69A067-FD69-4307-8227-171285EC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AB1A0C-DF07-41DC-8B91-845F6F97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EB4A2D-B31F-47C3-9AA8-D161EE30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D42595-D28C-48B3-8233-38CBC7D8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564DA0-6A89-4528-972C-4359C1A8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E65A85DB-ADC3-4A5C-8FD5-BD473456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63923C-06F0-4B2C-AC82-AB45392D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386AB8-0393-470C-80A4-058116F4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56606B-F8BD-4E41-AA3D-FE8D7904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440D11-6320-470D-A685-06F94462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41B394-DB73-4B13-8BC7-76A3BE0F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354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84A3FA-F349-456F-8605-EBF1054B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2C2B8-5EFF-48BF-A611-A87EADD8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5A5D5-3CD0-4812-B7D1-4807C475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6075F-0F0D-4816-95A2-48931BBD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CAC43-43D2-42A9-8E04-9A723760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BAA2F-A0AD-4BC5-81FA-ED63BEAB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FDB12-310E-4EB2-B7E6-39FDDE7C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7C889-B972-4D91-986C-D57C83C3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E788C-4C92-4DFE-869F-FC564C6B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37F09-EF28-4F18-B53D-0D3C7370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FAF75-5D2A-48E3-A170-57E973CB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C24BA-368C-4DFB-8CA1-0FC4DF88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B1C5B-4859-499F-9FB0-F039CF9D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6F93D-8490-4718-A9D1-036B2E40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0C361-C496-4071-8244-5CCB1E5B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26C4A-397B-43AC-B5A9-1A8BFBE1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0F9F4-03DA-4A54-BB5E-68B6AD25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5149E-678C-45FF-B35F-753D5A4F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FA80C-805F-489F-AA38-5BB6BE76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AC9E01-2296-4533-82F0-25FFE00D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E7205-9961-442E-9B59-DEBED17B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77E756-5181-49C0-9503-12249C12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66823F-5457-44FC-BB8A-38F491E7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A0A3E-FA9F-4EF8-BF80-42B1F8DF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527CB0-F3AD-4E0F-AD49-1191DD0D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B38694-F675-4F3D-A9C1-1BF86012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61AABC-0685-43BD-85A1-04469C14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E7FAB109-8971-44C7-9FCC-6027F893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CD8ABC-1C6C-46B2-9666-170F8F31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D1A058-A838-4B0A-9D22-30E7EEDF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F41A76-020B-492B-A736-33946E91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313B00-B544-476D-825C-8738C451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3CA63B-6151-4B2E-A2AF-0E8CD8B6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214895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E8EBC6-3C9F-450A-868F-5D717C02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DC002-6C6E-4451-8E50-4ACAC451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19F42-6DE0-46EB-983E-F97F7AEB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EC3C6-562B-4984-904B-F4F36F6E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9B798-DE10-48BE-941B-E25A7DE9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965EA-5A42-45F1-A79C-C5A91C27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9906F-7516-442C-9396-86E44B64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F0312-92AE-49E5-969C-DBF700A5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9E1E2-96D0-4C3B-AE60-66913740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start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E4CB0-A331-450B-89E0-135D1FE9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D6DBA-4438-4653-A64D-F4450F60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7A12F-F68E-4362-A8DA-77069C9E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75798-2BD9-49E3-90D7-A374252F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49A6A-14A6-4E64-A6A8-A7B6B269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7671D-7AE0-4F00-8A10-0AFE735E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297C8-A505-4E14-A466-5B16627F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B3451-747B-4772-A6D4-FA2B0153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7DA2D-B87C-4270-8983-1BCDE861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CB970D-1CA7-41D1-AE87-EBCB147F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3A90D-77B3-49E6-8F0B-D94A36F7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9D0F9-4656-4189-B13F-AD5F163F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2AC53-4AEF-4CB3-B017-B3380E61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98775-319E-4805-AB60-DC110941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F70720-13C3-4948-B016-25D0FD6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FBE5E-8A3B-4D7F-A1A9-39326D0D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08A23D-7CEA-4B14-B2A0-D6B99F28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97359F-A042-4209-ACF3-7C21A8E9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E95E2E-90BB-4F4C-A46C-4CE718EC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30F539-CC0D-487F-9758-02D16ED4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8827BD-D62F-4B9C-8EBE-F8426373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81D1E2-2B1D-44B5-ACED-64FA1E99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A6FA42-C867-4DBD-A1CF-D7D2C052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CA19DF-9BAB-4094-9409-1D30C99C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8EC42F-E7C8-4664-90D8-A07987E5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420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555045-2248-4C0C-AA0F-108C81FC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21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480530-218F-4378-8853-DEA632CA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8FA110-A033-4F2F-9541-4452889D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4571313E-6C2D-4887-9416-3BDBAEE6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5A563D-F2C1-4440-9AA6-9E9BADFE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18E5D6-8D60-4151-B01A-37F09B16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E7B2E2-D5B4-4E12-B7C4-D74D65C9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5FD211-C027-4CF2-ABF8-3A9EA833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C31A96-AAAD-436C-ACFE-2BFFA59B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56770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B9CE7C-B998-4274-8C2B-DCBCB1A5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35D54-18E1-4A74-AE9F-8E726D75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64AC9-3AD8-47C6-8A8C-E5439D37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B4668-F28B-4AF3-9C23-BE513447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D57BF-310D-42C7-A70C-DDF29D3D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4108B-A3D8-4366-B5B0-75BF6EF5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3ED46-B815-4A0A-A3E0-E523B7E9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09A89-2BE5-41FB-85F6-9346809C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BCB02-5EA1-43FA-85F0-005EFD43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47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23FC9-6EE8-4745-A4DC-93C05E6F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B2A7B-2CB7-4985-B5A3-4056102C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2F25A-6812-4340-86D4-958BF92C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4BC35-5BB2-462D-BBED-747472DF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2DA15-C4D2-4D0D-A68C-54E2250F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4C00A-CE5C-4696-B7BC-09082B53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94C10-6C0E-4E77-9D3C-003621D7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73CF0-C460-41C5-A7FB-866F39A9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9F42D-D4EA-4B0A-9998-2BD3510F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6656B-E711-4E96-8A2F-6EC6A390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4CF66-82C1-439D-926A-A58EF827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0E069-C639-4FE0-9841-AD6F50FD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328AA-9E45-46D6-8DB2-79C0C785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2E615-A144-42B6-8F05-353C03A3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0D365-59A3-4AC9-82FD-A8A02DA8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1D6987-956E-4E71-AFBF-CB84D662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5C8B42-5341-46AC-BC65-B1F7D496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71ABA86B-9F30-4AFE-B168-6EE4440F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C746DB-A5B1-4820-8218-7A75F128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4566B-61DD-43DB-BCF8-3A978D71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4EC5A5-A289-42AC-B9CC-5C89A38E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44EAD2-8841-45AD-A8B6-246D824E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E6B600-4C6D-427D-86AF-DB1356A2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02860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FB7EBB-A979-4802-9EE1-EE5E66B1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89F3E-630A-4726-834E-FEB708DE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FE141-7ED6-451E-B17D-D9D7D6F5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B0746-6E2F-4570-8887-CCDA1BC3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6A0BB-43C9-48E5-A438-3B8149AD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69E60-7DBC-472A-8E02-ED9EF413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9B7A2-3929-4B2D-97C1-38AB9B9D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C1CCD-2238-44D7-B899-96FEF2FB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3E8B3-A25F-40D0-BE58-E31EB701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3F995-BF07-43BC-83FB-EEA070FB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4D71E-0B80-42C9-88E1-11220E8E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0E67B-D5A3-4E97-8E94-198BC128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5FFAD-4006-480E-82DE-B5D11C5E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0C43A-BDF2-4309-84D0-05E4DF61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21B85-0AF2-4F29-B430-E535AC38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AE098-4165-455B-ABAD-66FF60F9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6B2C5-6ED2-4DA0-86CF-A923E430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78E83-15C5-4057-B01B-F0C51352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F5F3F-7C86-4598-B709-E574A56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7337F-7A7F-429B-AB30-868F9BD8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111C7-F259-4066-97C0-CB42F931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5B05F-37BC-4ABE-92F6-D707C110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FE83AB-88B0-4331-B11F-82933B86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DA0BCC-D204-4540-82FF-BD06E1F3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CEEAC5-C688-40AA-91C0-280268F8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611254-F57D-4ADA-83BB-F4D4F913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91D6C5-44D0-4F47-8042-F7AE01CC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A9DC6C-6D0A-45F2-A280-F80EF8AC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324C3E-876C-40DD-8E79-A82B5945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B5675C78-36C9-4D82-9EEB-D26598A2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EE5467-E8DA-4215-837D-0CD8511B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478D21-422D-4225-96EE-0923F2C5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9DDB6B-6DA1-43D8-B5A0-20AA08D4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302CD1-9F22-4C00-8AAE-A9E78EE3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378396-851B-46EB-A3BE-6056B772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368320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71B737-7A01-4EFD-9509-A77107EA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FD552-127A-4A69-BE66-B6E1742F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C3252-AE73-44CE-ADEA-06E7EBA7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1463B-DE78-4371-B793-67196A94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9CC71-5C52-418A-B8A7-33F60103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A023E-BBDB-4352-981A-39C17626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D8422-411D-41ED-B2F5-8E6A4DCB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9E18E-F1F8-42BB-B3A8-677D1B4E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C7D7F-5353-4475-89B5-E5E5B5A3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71004-E98D-42D7-B3DE-D73D8C0D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4081D-0FB6-40C9-84DE-C1333FAC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0C8F6-32D3-4360-BD56-E32F44B3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A8EC3-C88F-409F-B358-1001C94F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3BA5C-3550-4F28-B263-4112DF3A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20BB6-862B-4E60-B49F-03E9BD97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85CBA-C147-468A-8D4D-2D99F65E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6101C-EAC4-4BD7-808A-1B0C299E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186EC-B791-486C-A2AF-C35EB478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33B19-B3DF-4E3E-8645-0125FCD0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77F4D-0A4B-4CD5-BB86-6B1B38E5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23FEB-5C9C-4221-AEE5-129CD7C1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4BE55-EA2A-46BC-B46D-D5112786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8F43FA-778A-471B-9639-CE99C27C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41ED2F-A89F-401E-B67C-65680007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800850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ED9C6B-01B2-440E-8D3A-E9BBB728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7A26C2-384C-4BBB-92EB-85139F64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751061DB-03A9-4C1D-8E03-C298AB3E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0C00B0-4DE3-4BF7-A63E-13EAEB64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28D5D6-8BAC-4055-BACF-4A476F8D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91FADD-8823-4830-85A1-E3F404A2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7E5FA2-D055-4DCD-A795-13C2F863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411358-7AA0-47C8-ACE3-C8903581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984529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48DEDD-93D2-42D4-B1B4-4D28CB5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E49CE-EE11-4F23-A57F-685223E5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71AEC-72F7-4D47-A0F3-BB7E9884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6BD06-4733-422B-ADAE-9CF5EEA0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8F554-FAB8-439F-A162-F7857D6D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F1996-E9B4-473A-9E62-FB01BB00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60117-DE06-4C6F-81F1-91654FE6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A9D2B-E787-4EE9-9EAC-00592E0A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30782-1F3F-4615-B83C-D4CF86FC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8E75D-C3CE-46D3-9A18-882B23A8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C3A9C-D16B-4AB7-9AA4-A5D3636D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76F3B-C543-4277-A1B8-39BE8F0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E58BA-5BEF-496D-8AA7-AA91FE90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AE3DA-BAD0-4967-8837-32D53D66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27164-BC1D-4092-8156-E3861CCE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14FAE-259A-401B-9E29-88295F94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C1CDE-F8BA-4F8F-81C2-93002221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7B635-412F-4760-83EC-E56E49C8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2ED2C-6AA1-45ED-A239-11373C6A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61D0A4-BD00-4412-9C3D-11B242B4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77A904-D1E4-4D05-8BE1-E02E6288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5AF1B0-2D2B-48D4-940B-33128989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17877-184A-49FB-A3A2-74860470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3B624-7935-4FF0-9BB0-86B45318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CD10B-F548-45C9-9910-E1EF0A5A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16BA0-735D-44BB-8ED6-9AE33175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EAAF8F-F4BA-46EA-A40B-507620C3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27900B-4756-466A-AAE8-1D9F77B5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32685F-D2D6-46A4-A30A-12B80FE3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28A829-117B-4078-B485-809A02C3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77C926-5378-4AD2-AE76-49982639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878138-0C8D-4E88-9F61-741A3E7B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B0A85C-4C47-4D16-992F-F31834C7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F85BF2-FAB6-4751-AEDD-0E62104E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192B22-DF80-49C3-9D86-FFF5A1B7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60EE6404-C8ED-4D97-A103-18085A18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9E310D-1471-4314-8848-C93AFF08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830FD9-601B-4AFB-99C6-7B0B8BE4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21784D-C75F-4C05-9EDA-F88F58E5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12048A-30D3-40C3-8CD0-1D7A8758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BF5A44-E687-48C9-A762-76C45728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826825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E23EDF-F284-467C-A41A-D374DDD4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2EA70-26C6-4E71-826F-E61B2179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CA44E-40EA-478C-B3F1-3C41C8F7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35752-B0CF-4E99-BB63-DE211280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B1A05-8882-44D8-AAF8-6E3B10D6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F0921-0FB2-461B-9DA0-E027CB74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D7C38-7D98-4F3E-A7A6-0BD84E3E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9F012-108D-4236-B526-5A61884F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9571C-4F32-4450-A89E-B8D7DBC2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9EAC6-4ABB-4270-B9E5-5A5700EF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A019F-9BFA-4495-A9A7-7A9374EC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FDD74-8DBE-47C3-84F1-94B05730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E1AFE-D5AC-4E48-88AC-ABAEC869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49BBD-1D60-4055-8087-CEB22C8E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07C27-58CC-4F2A-B0D5-711DBC2B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1A59F-94ED-405A-A42F-8FEC577D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66088E-03E1-40A7-9685-0A07F9C9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465EB-F4EB-4EC4-BDBF-C2A16CB8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8478D-C39F-48B3-A19E-CEA73885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D4F30-C9EE-431F-9A3F-3286BEF7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CCE864-DEAA-4642-8AC2-28C78AE8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D0B063-581D-4D93-9B25-57B6C914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DE13B2-C495-47EE-A8C4-14AD0781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9A1918-87C5-46B2-BB44-33AC3E73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45ABCB-BEC8-48F1-90B2-D231B4D9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636D2C-59F8-466F-B17B-AF4EAF43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4853CD-785C-4EE8-A5F4-D9ABDDA6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6AA9ED2A-AE4A-4DE3-914D-BC6B6B1F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357864-2AA4-45AB-9101-B8F7FE14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5F5EA-1335-43D9-A27D-2D8ED235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8EC95B-69BD-4C61-B3B8-C2CD5A85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3A39E2-E7BC-4EE8-9A6F-160A5FB0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287C82-DC2D-4B8C-BC5B-B3B2991E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73912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D9ECC6-A1EB-456B-A475-5AD7AFE8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A2D54-5AF8-4D0B-932A-9A02E554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1E3AD-86B8-4778-874F-BA524770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26B6F-803E-4B64-9855-417EBE79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B56CA-7606-4260-B867-C1A04CBC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DCD7E-F3FB-41C1-BCA7-A02F039B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162BD-8F3F-4B29-BDC4-DCADD06E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8E67A-9D07-494A-ADA3-97426F30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E8220-A7DA-48B9-8E06-2B904C87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94FC7-FB27-4433-BB56-D3BCF3DD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A0258-BB77-49D7-9091-6AF73B80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6C70C-2EE0-45B5-99BB-45329859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A2F7F-F728-4034-AD81-DDBE8CF3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1C0BC-17E5-44ED-9382-CDB8978A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9CE92-3D6F-4C68-9CA4-BC71CDF2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2AB9F-041A-486D-91E5-82EC7A4C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3D54E-2FBE-418E-9951-90A0733D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19D79D-41A2-4F45-A20B-D470F367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191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Founder-led advisory practice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314E2-B2DE-4FA3-A1AB-CB795DED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F6F04F-7D49-43DE-9C37-96DFE588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43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2C61F-26C7-4DD5-BE45-2AC9D6A4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7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50223-333F-4A4D-BFE3-4EC7986C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8295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0CE04-2FD6-49BC-92B1-228E3FD0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82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D2E505-72A9-4FCF-96B6-244CF26E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40FFF0-6D02-47CF-B8A5-55A6CF49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E17E06FE-C5A2-470E-8976-A6D53775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B6E41C-83B7-4933-A712-94A3D4F3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17B65E-8DE8-4AE0-B4D7-5D2FC19D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680CCB-50DC-4441-8557-5B21A482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74C474-57A0-4707-A862-E182785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D53F0C-4842-402D-A1D7-F418D3CB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369272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CD02DB-8D8F-4C4C-AEAB-9216B9E5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EC0AD-F570-41A1-B80A-E97CBD10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541B9-BAD4-4B56-92AF-5A35235F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BAA3F-92DD-438F-BEBC-5ED0AFFC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C2AE7-C7BE-47B7-8640-AA7CEB19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69F08-0507-480D-A322-965DB974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8DDB1-8CFE-4721-95FF-2415575F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F81C9-635B-4015-905D-2454370A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1ED70-590F-4DD4-994A-D51B590F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7337D-1379-4E19-B77A-50E93AA8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5AE4A-48B1-4956-BE1D-DFA1B90D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3A4A2-CE66-47BF-9475-85BACE9B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1AD39-F0FF-4405-8F8F-F2D9378E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34A69-09FB-4E49-ACF4-377E4671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AB8F5-D744-45B3-BE3B-152395B3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8592E9-D822-4DB4-B4B9-90B380D3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33E1A-9DCD-40B3-A008-179CC7E4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1DE4D-3E94-4F3A-A487-09BD734D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4A742-B6D1-445A-ACA2-0E0C1C28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06B09-4878-462C-89FD-8692D247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16889-1D64-4997-B0B3-770EC48F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BBD7FA-2D53-44EF-88D3-E17345EA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3663C-81B9-47A3-AF25-7EFE0836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37DA0A15-4888-4008-949E-E57EF800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1DC041-D31D-4FB9-A215-6FC55151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80AAA8-96A7-4813-A637-3E16A0C8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7A74ED-19F7-4BE5-8B7C-E3A5EBEA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A10271-C8E2-457F-8325-675AAEF3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B61352-1D9C-4E75-93A6-143B9533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423563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EEA234-D57D-458D-B2F7-4AAF0EA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517CA-B98F-4E7D-9426-79098D81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4F5B4-42C1-4E54-B227-B9A117F9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75222-FDEC-4819-A2D6-B3373479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FFBBE-C11A-4EDC-AE64-F06548B0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9E963-A4B2-4DEE-B1BC-76B76CDC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F8E44-A88F-4E27-A477-991788D2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96AF2-0E66-4096-9C66-5C21F4C9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F3615-AB71-4765-B4AD-EE07B7B2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6ED8B-7EEF-4BF5-B240-A442ACFF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7C663-1854-465A-AFAD-6916811A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8D94D-87CA-4A3E-8475-7105871F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B8D7E-7436-4F1D-8594-25910402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DC150-DF92-4CB8-A9BB-CF7C9322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E6D47-5740-4926-9E5A-5FB4FE3C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1E48A-02C3-40A5-8EC9-F9C5F9BB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17FAB-01F0-4A45-A35A-E180BAE3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1622C-5321-4344-BEDB-18114BE6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867A5-7177-4A56-AE74-A2910C6F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B3DC8-6F67-49D8-84FC-01E87AE6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9DFCF-38FD-48F1-B2FB-A207CBF4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69964-7DB3-42FB-9BF5-E18B1821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69BF90-E8FE-4BA1-B1FE-140B9ECE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A29E2C-AFDB-44C3-B4D5-8A9B2499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FDD42-66B2-45FB-B52B-8C740190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140C4E-466E-41CF-AE9C-A926DB23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C59F60-6860-4CA0-BD1A-545EE96F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812185-9F89-40A3-BBC9-B4AE7F60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134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FA688F-DCC1-4317-B637-3DB306B4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40B7C4-1059-4065-B972-54AB861F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1" name="pager-pill">
            <a:extLst xmlns:a="http://schemas.openxmlformats.org/drawingml/2006/main">
              <a:ext uri="{FF2B5EF4-FFF2-40B4-BE49-F238E27FC236}">
                <a16:creationId xmlns:a16="http://schemas.microsoft.com/office/drawing/2014/main" id="{B2A58DCF-0DA9-447C-9120-F8EE9297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0390A0-2018-45E2-A84E-4C4AC69E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EA5525-3460-41F4-8133-1BF913C3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7F19C-15FA-481C-A9EB-964B64E8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25A95C-B6AC-4396-84E1-39095D26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ED32BB-B8CE-430F-9B42-2B0BCF74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581195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21E763-A903-4975-A88A-F1B12B38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4696B-DD36-4228-9088-FEA11B3D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E972C-2A71-49F3-8888-808B0F05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D5DB4-41E1-457D-9500-9BED2420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8BD0E-1A76-47FD-BAB6-3CFBF662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88B3D-CE92-4E5D-95A5-3CD30475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C8A91-3130-48F7-8A3D-C1D67808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F1ABB-CC99-4DD9-8437-CD27DBE0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0EB3E-5E69-40F0-BE55-C5A5A48F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70D21-777E-49AA-A544-8612BD64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78EE2-2DBF-4ED5-8F13-B7FF8117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252CE-430B-402D-BEFE-A10B9857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B38AF-AE52-41E2-933F-92CD326E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28FA2-CF18-4B75-B22C-39EB820F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2CD78-F3CB-4614-A02C-ACF23A09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2699B-279B-4533-86D4-C9E15441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D07C1-B24F-4A35-96EB-CEC42EFA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2B6FE5-7B0E-4C7A-B972-F153782E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B9E93-EF7C-461E-958C-62582038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29B74-F4A2-49D7-9D12-995B8DE7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C6E97-FDE3-4C2E-8B34-F9D3C21F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A529F8-3CE4-478B-BDC9-8CBD434B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8BE85-6385-453A-9FBA-46708EE9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8CF8664D-6AEC-4370-BB53-98798E4B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15A0A-F4B5-44A3-9A34-44F0571E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7F737-85C3-4FCE-A496-38E672C2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90B8E5-F3E0-4D76-9D18-23931404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165ED9-F18E-4546-B8DD-50C7E26E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D435F1-DE2F-4BB5-ABBB-0FFA96B7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344816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4AE1DD-0E59-4851-B189-28E89853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DA0C8-6B15-4910-877D-CC840E9B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AC81E-B542-4C5E-AC80-D9892CD8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4ADC8-69A0-48E0-9D8D-9AD2803F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F42D0-9A5C-4668-AC56-CD0D23AB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6514F-4B8A-4AE4-9E78-CE2D67D0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EB4C5-82EF-44AD-894D-5ED8C4C8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59602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ADE5FD-4D0F-499B-8D54-F2ACBBB5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5ECDA-9397-4D54-A16D-AB4B1CD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80C20-37A3-4CDA-84A6-44680BB7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447BB-3690-4D82-AA1B-7FDF34E2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5B4A7-0E37-4D84-922B-B2C7AAA1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AB7EA-CA7B-43D8-BA7B-FA4B0DE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A6D2A-22E7-4BB1-8F2E-78346168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54803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7960D4-D7F1-40EB-BCB1-12DA789A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A5583-DC85-4A75-9D85-0F0DFD81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130C4-6559-42AE-BE3E-AD59D0DF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16904-08EB-4399-B8E9-40F11793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96A59-1135-432C-868F-1C31E2D6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DBF2F-505D-4F2D-BD2E-20705E01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B7B24-0B89-4233-B246-9A895225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93889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ACEE9E-A5B1-4851-B8EF-C74ECFE9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916D3-BE21-479A-A303-67FADCBE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07D4E-ECE7-48C2-8741-43FF0DD6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FD144-FD3E-4D7A-9016-FFA7B8B2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FE732-189C-470D-85EB-EA0AD9AC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B9ECA-2661-4302-97A2-98F554CF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56EB3-72E3-4FAA-B4B4-36BAF1DF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107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2026-06-15T06:09:34.9190000Z</dcterms:created>
  <dcterms:modified xsi:type="dcterms:W3CDTF">2026-06-15T06:09:34.9190000Z</dcterms:modified>
</coreProperties>
</file>