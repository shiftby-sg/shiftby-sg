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fe8a1240434d5a" /><Relationship Type="http://schemas.openxmlformats.org/officeDocument/2006/relationships/extended-properties" Target="/docProps/app.xml" Id="R3cef63f89cee4523" /><Relationship Type="http://schemas.openxmlformats.org/officeDocument/2006/relationships/officeDocument" Target="/ppt/presentation.xml" Id="R871b9721c43946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bede54d4049b7"/>
  </p:sldMasterIdLst>
  <p:notesMasterIdLst>
    <p:notesMasterId xmlns:r="http://schemas.openxmlformats.org/officeDocument/2006/relationships" r:id="R92230a48358640a5"/>
  </p:notesMasterIdLst>
  <p:sldIdLst>
    <p:sldId xmlns:r="http://schemas.openxmlformats.org/officeDocument/2006/relationships" id="256" r:id="Rc505a0ce806c4754"/>
    <p:sldId xmlns:r="http://schemas.openxmlformats.org/officeDocument/2006/relationships" id="257" r:id="R7330cc1179104331"/>
    <p:sldId xmlns:r="http://schemas.openxmlformats.org/officeDocument/2006/relationships" id="258" r:id="Rc8bed767e8a84578"/>
    <p:sldId xmlns:r="http://schemas.openxmlformats.org/officeDocument/2006/relationships" id="259" r:id="R51e9f7ea5024454c"/>
    <p:sldId xmlns:r="http://schemas.openxmlformats.org/officeDocument/2006/relationships" id="260" r:id="R70b26c5cc6aa46fc"/>
    <p:sldId xmlns:r="http://schemas.openxmlformats.org/officeDocument/2006/relationships" id="261" r:id="Rad5c10d49734441a"/>
    <p:sldId xmlns:r="http://schemas.openxmlformats.org/officeDocument/2006/relationships" id="262" r:id="R1e0d758019ae441c"/>
    <p:sldId xmlns:r="http://schemas.openxmlformats.org/officeDocument/2006/relationships" id="263" r:id="R7bc5bb105ac040f7"/>
    <p:sldId xmlns:r="http://schemas.openxmlformats.org/officeDocument/2006/relationships" id="264" r:id="Rc853ae770ed9469c"/>
    <p:sldId xmlns:r="http://schemas.openxmlformats.org/officeDocument/2006/relationships" id="265" r:id="R4c08714c53bb43e2"/>
    <p:sldId xmlns:r="http://schemas.openxmlformats.org/officeDocument/2006/relationships" id="266" r:id="R20a76b96a7084695"/>
    <p:sldId xmlns:r="http://schemas.openxmlformats.org/officeDocument/2006/relationships" id="267" r:id="Rb50ae7be4a294070"/>
    <p:sldId xmlns:r="http://schemas.openxmlformats.org/officeDocument/2006/relationships" id="268" r:id="R433528213be14aa3"/>
    <p:sldId xmlns:r="http://schemas.openxmlformats.org/officeDocument/2006/relationships" id="269" r:id="Rfe36242419704f0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2ae1b8ad324a5e" /><Relationship Type="http://schemas.openxmlformats.org/officeDocument/2006/relationships/slideMaster" Target="/ppt/slideMasters/slideMaster1.xml" Id="R92ebede54d4049b7" /><Relationship Type="http://schemas.openxmlformats.org/officeDocument/2006/relationships/notesMaster" Target="/ppt/notesMasters/notesMaster1.xml" Id="R92230a48358640a5" /><Relationship Type="http://schemas.openxmlformats.org/officeDocument/2006/relationships/presProps" Target="/ppt/presProps.xml" Id="Rd7597d17f02c4e0f" /><Relationship Type="http://schemas.openxmlformats.org/officeDocument/2006/relationships/viewProps" Target="/ppt/viewProps.xml" Id="Rcd0172ced97f4084" /><Relationship Type="http://schemas.openxmlformats.org/officeDocument/2006/relationships/tableStyles" Target="/ppt/tableStyles.xml" Id="Rdc800dab4911417e" /><Relationship Type="http://schemas.openxmlformats.org/officeDocument/2006/relationships/slide" Target="/ppt/slides/slide1.xml" Id="Rc505a0ce806c4754" /><Relationship Type="http://schemas.openxmlformats.org/officeDocument/2006/relationships/slide" Target="/ppt/slides/slide2.xml" Id="R7330cc1179104331" /><Relationship Type="http://schemas.openxmlformats.org/officeDocument/2006/relationships/slide" Target="/ppt/slides/slide3.xml" Id="Rc8bed767e8a84578" /><Relationship Type="http://schemas.openxmlformats.org/officeDocument/2006/relationships/slide" Target="/ppt/slides/slide4.xml" Id="R51e9f7ea5024454c" /><Relationship Type="http://schemas.openxmlformats.org/officeDocument/2006/relationships/slide" Target="/ppt/slides/slide5.xml" Id="R70b26c5cc6aa46fc" /><Relationship Type="http://schemas.openxmlformats.org/officeDocument/2006/relationships/slide" Target="/ppt/slides/slide6.xml" Id="Rad5c10d49734441a" /><Relationship Type="http://schemas.openxmlformats.org/officeDocument/2006/relationships/slide" Target="/ppt/slides/slide7.xml" Id="R1e0d758019ae441c" /><Relationship Type="http://schemas.openxmlformats.org/officeDocument/2006/relationships/slide" Target="/ppt/slides/slide8.xml" Id="R7bc5bb105ac040f7" /><Relationship Type="http://schemas.openxmlformats.org/officeDocument/2006/relationships/slide" Target="/ppt/slides/slide9.xml" Id="Rc853ae770ed9469c" /><Relationship Type="http://schemas.openxmlformats.org/officeDocument/2006/relationships/slide" Target="/ppt/slides/slide10.xml" Id="R4c08714c53bb43e2" /><Relationship Type="http://schemas.openxmlformats.org/officeDocument/2006/relationships/slide" Target="/ppt/slides/slide11.xml" Id="R20a76b96a7084695" /><Relationship Type="http://schemas.openxmlformats.org/officeDocument/2006/relationships/slide" Target="/ppt/slides/slide12.xml" Id="Rb50ae7be4a294070" /><Relationship Type="http://schemas.openxmlformats.org/officeDocument/2006/relationships/slide" Target="/ppt/slides/slide13.xml" Id="R433528213be14aa3" /><Relationship Type="http://schemas.openxmlformats.org/officeDocument/2006/relationships/slide" Target="/ppt/slides/slide14.xml" Id="Rfe36242419704f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56067e6a6e49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3bb2c3e3354ae8" /><Relationship Type="http://schemas.openxmlformats.org/officeDocument/2006/relationships/notesMaster" Target="/ppt/notesMasters/notesMaster1.xml" Id="R05e9931176b044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ff2956e7ca4f02" /><Relationship Type="http://schemas.openxmlformats.org/officeDocument/2006/relationships/notesMaster" Target="/ppt/notesMasters/notesMaster1.xml" Id="Re60eb500b1604d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25f95730c04607" /><Relationship Type="http://schemas.openxmlformats.org/officeDocument/2006/relationships/notesMaster" Target="/ppt/notesMasters/notesMaster1.xml" Id="Rb89109e2e15b41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ebc076c5fb447c" /><Relationship Type="http://schemas.openxmlformats.org/officeDocument/2006/relationships/notesMaster" Target="/ppt/notesMasters/notesMaster1.xml" Id="R0af342b8932249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3dd19d9103469d" /><Relationship Type="http://schemas.openxmlformats.org/officeDocument/2006/relationships/notesMaster" Target="/ppt/notesMasters/notesMaster1.xml" Id="Rdd531520ed9149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5acbbc3e74702" /><Relationship Type="http://schemas.openxmlformats.org/officeDocument/2006/relationships/notesMaster" Target="/ppt/notesMasters/notesMaster1.xml" Id="R57b76bf3039e4a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d1833a7ab148d5" /><Relationship Type="http://schemas.openxmlformats.org/officeDocument/2006/relationships/notesMaster" Target="/ppt/notesMasters/notesMaster1.xml" Id="R0784cab0137743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823ffc8eb7476a" /><Relationship Type="http://schemas.openxmlformats.org/officeDocument/2006/relationships/notesMaster" Target="/ppt/notesMasters/notesMaster1.xml" Id="R9b5abe3d04d445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e8d2d5291849d4" /><Relationship Type="http://schemas.openxmlformats.org/officeDocument/2006/relationships/notesMaster" Target="/ppt/notesMasters/notesMaster1.xml" Id="R310bce53e50a45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d2d488a031465a" /><Relationship Type="http://schemas.openxmlformats.org/officeDocument/2006/relationships/notesMaster" Target="/ppt/notesMasters/notesMaster1.xml" Id="R5528bade29d949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0aa9d062044127" /><Relationship Type="http://schemas.openxmlformats.org/officeDocument/2006/relationships/notesMaster" Target="/ppt/notesMasters/notesMaster1.xml" Id="Rb1d5a1a1b70b47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99e90623e84406" /><Relationship Type="http://schemas.openxmlformats.org/officeDocument/2006/relationships/notesMaster" Target="/ppt/notesMasters/notesMaster1.xml" Id="Rea576c88e8e44a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f0613df7304b88" /><Relationship Type="http://schemas.openxmlformats.org/officeDocument/2006/relationships/notesMaster" Target="/ppt/notesMasters/notesMaster1.xml" Id="R612aa51f0f2c47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afd1072d934810" /><Relationship Type="http://schemas.openxmlformats.org/officeDocument/2006/relationships/notesMaster" Target="/ppt/notesMasters/notesMaster1.xml" Id="R560248457b24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ac42f200340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1af743aab4306" /><Relationship Type="http://schemas.openxmlformats.org/officeDocument/2006/relationships/slideLayout" Target="/ppt/slideLayouts/slideLayout1.xml" Id="R6e80a7ba027742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80a7ba027742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10cb4c721411f" /><Relationship Type="http://schemas.openxmlformats.org/officeDocument/2006/relationships/image" Target="/ppt/media/image.png" Id="R218f317f261e4885" /><Relationship Type="http://schemas.openxmlformats.org/officeDocument/2006/relationships/notesSlide" Target="/ppt/notesSlides/notesSlide1.xml" Id="Re5dbc4c20b0f4a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01c0ce5474ac5" /><Relationship Type="http://schemas.openxmlformats.org/officeDocument/2006/relationships/image" Target="/ppt/media/image2.png" Id="R86a472a19c754a4b" /><Relationship Type="http://schemas.openxmlformats.org/officeDocument/2006/relationships/notesSlide" Target="/ppt/notesSlides/notesSlide2.xml" Id="R11e5247f581c4c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de8659d8f4dbe" /><Relationship Type="http://schemas.openxmlformats.org/officeDocument/2006/relationships/image" Target="/ppt/media/image3.png" Id="Rbf2b883627ba49e8" /><Relationship Type="http://schemas.openxmlformats.org/officeDocument/2006/relationships/notesSlide" Target="/ppt/notesSlides/notesSlide3.xml" Id="R0f337c8f9c954a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72185b5a94a00" /><Relationship Type="http://schemas.openxmlformats.org/officeDocument/2006/relationships/image" Target="/ppt/media/image4.png" Id="R94195c27235b4c82" /><Relationship Type="http://schemas.openxmlformats.org/officeDocument/2006/relationships/notesSlide" Target="/ppt/notesSlides/notesSlide4.xml" Id="R3ea3143736cf49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99d8d6a314ca7" /><Relationship Type="http://schemas.openxmlformats.org/officeDocument/2006/relationships/image" Target="/ppt/media/image5.png" Id="R4672f22126134e20" /><Relationship Type="http://schemas.openxmlformats.org/officeDocument/2006/relationships/notesSlide" Target="/ppt/notesSlides/notesSlide5.xml" Id="Raf7bea190b1d4b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9bd5f26b64cb8" /><Relationship Type="http://schemas.openxmlformats.org/officeDocument/2006/relationships/image" Target="/ppt/media/image6.png" Id="R9a127c8adb814a12" /><Relationship Type="http://schemas.openxmlformats.org/officeDocument/2006/relationships/notesSlide" Target="/ppt/notesSlides/notesSlide6.xml" Id="R72e9d1b9c36946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df238564f4580" /><Relationship Type="http://schemas.openxmlformats.org/officeDocument/2006/relationships/image" Target="/ppt/media/image7.png" Id="R115706beb0d843e4" /><Relationship Type="http://schemas.openxmlformats.org/officeDocument/2006/relationships/notesSlide" Target="/ppt/notesSlides/notesSlide7.xml" Id="Rb6e81ab869f047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ff8869f934011" /><Relationship Type="http://schemas.openxmlformats.org/officeDocument/2006/relationships/image" Target="/ppt/media/image8.png" Id="Rcbd44854fb7b4e39" /><Relationship Type="http://schemas.openxmlformats.org/officeDocument/2006/relationships/notesSlide" Target="/ppt/notesSlides/notesSlide8.xml" Id="R78b2bbf99a1549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458c580594d03" /><Relationship Type="http://schemas.openxmlformats.org/officeDocument/2006/relationships/image" Target="/ppt/media/image9.png" Id="R58a2b6c63b3c41bd" /><Relationship Type="http://schemas.openxmlformats.org/officeDocument/2006/relationships/notesSlide" Target="/ppt/notesSlides/notesSlide9.xml" Id="Rdc5c1a14c78349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fcb49e1fd4fbf" /><Relationship Type="http://schemas.openxmlformats.org/officeDocument/2006/relationships/image" Target="/ppt/media/image10.png" Id="Rd5b7624c381c4d5c" /><Relationship Type="http://schemas.openxmlformats.org/officeDocument/2006/relationships/notesSlide" Target="/ppt/notesSlides/notesSlide10.xml" Id="Rdbbcdc3d73894c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2b13a342c4752" /><Relationship Type="http://schemas.openxmlformats.org/officeDocument/2006/relationships/image" Target="/ppt/media/image11.png" Id="R91603075571f4985" /><Relationship Type="http://schemas.openxmlformats.org/officeDocument/2006/relationships/notesSlide" Target="/ppt/notesSlides/notesSlide11.xml" Id="R0b320610ec5647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2404e4581420b" /><Relationship Type="http://schemas.openxmlformats.org/officeDocument/2006/relationships/image" Target="/ppt/media/image12.png" Id="R56b57461fa764146" /><Relationship Type="http://schemas.openxmlformats.org/officeDocument/2006/relationships/notesSlide" Target="/ppt/notesSlides/notesSlide12.xml" Id="R815fafd9ba4c41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8c08599784727" /><Relationship Type="http://schemas.openxmlformats.org/officeDocument/2006/relationships/image" Target="/ppt/media/image13.png" Id="Re9c4cafbd44d436e" /><Relationship Type="http://schemas.openxmlformats.org/officeDocument/2006/relationships/notesSlide" Target="/ppt/notesSlides/notesSlide13.xml" Id="R429a02ac72e44f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d64739c764933" /><Relationship Type="http://schemas.openxmlformats.org/officeDocument/2006/relationships/image" Target="/ppt/media/image14.png" Id="R0a7ca8b9d64946b2" /><Relationship Type="http://schemas.openxmlformats.org/officeDocument/2006/relationships/notesSlide" Target="/ppt/notesSlides/notesSlide14.xml" Id="R308e8edf4f184b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f317f261e48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26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472a19c754a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59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b883627ba49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87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95c27235b4c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31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2f22126134e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7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27c8adb814a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567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706beb0d843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35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44854fb7b4e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053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2b6c63b3c41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310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7624c381c4d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506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03075571f49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416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57461fa7641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61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4cafbd44d43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682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ca8b9d64946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58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2026-06-14T17:18:59.9740000Z</dcterms:created>
  <dcterms:modified xsi:type="dcterms:W3CDTF">2026-06-14T17:18:59.9750000Z</dcterms:modified>
</coreProperties>
</file>