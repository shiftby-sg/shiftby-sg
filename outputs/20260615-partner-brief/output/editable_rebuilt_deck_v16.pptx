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2ca1ce383d409a" /><Relationship Type="http://schemas.openxmlformats.org/officeDocument/2006/relationships/extended-properties" Target="/docProps/app.xml" Id="R65e1c7263d2b4678" /><Relationship Type="http://schemas.openxmlformats.org/officeDocument/2006/relationships/officeDocument" Target="/ppt/presentation.xml" Id="R423a8d25878242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b48fedeac44ca3"/>
  </p:sldMasterIdLst>
  <p:notesMasterIdLst>
    <p:notesMasterId xmlns:r="http://schemas.openxmlformats.org/officeDocument/2006/relationships" r:id="R8ad98ab11e484dcc"/>
  </p:notesMasterIdLst>
  <p:sldIdLst>
    <p:sldId xmlns:r="http://schemas.openxmlformats.org/officeDocument/2006/relationships" id="256" r:id="R77a56e08522247fc"/>
    <p:sldId xmlns:r="http://schemas.openxmlformats.org/officeDocument/2006/relationships" id="257" r:id="Rcfe817037bd34d69"/>
    <p:sldId xmlns:r="http://schemas.openxmlformats.org/officeDocument/2006/relationships" id="258" r:id="R161d0571e9d14647"/>
    <p:sldId xmlns:r="http://schemas.openxmlformats.org/officeDocument/2006/relationships" id="259" r:id="Rc5bb517fffdd4525"/>
    <p:sldId xmlns:r="http://schemas.openxmlformats.org/officeDocument/2006/relationships" id="260" r:id="R73c604f831c143aa"/>
    <p:sldId xmlns:r="http://schemas.openxmlformats.org/officeDocument/2006/relationships" id="261" r:id="Ra229c17b477e4286"/>
    <p:sldId xmlns:r="http://schemas.openxmlformats.org/officeDocument/2006/relationships" id="262" r:id="Rc413e11a8f7a4c06"/>
    <p:sldId xmlns:r="http://schemas.openxmlformats.org/officeDocument/2006/relationships" id="263" r:id="R962bc1c0a1a545c1"/>
    <p:sldId xmlns:r="http://schemas.openxmlformats.org/officeDocument/2006/relationships" id="264" r:id="Rc5c75f3699224181"/>
    <p:sldId xmlns:r="http://schemas.openxmlformats.org/officeDocument/2006/relationships" id="265" r:id="R3b35ed068d0641d0"/>
    <p:sldId xmlns:r="http://schemas.openxmlformats.org/officeDocument/2006/relationships" id="266" r:id="R171a28b4e4a94cf5"/>
    <p:sldId xmlns:r="http://schemas.openxmlformats.org/officeDocument/2006/relationships" id="267" r:id="Ra65902adbcbe479d"/>
    <p:sldId xmlns:r="http://schemas.openxmlformats.org/officeDocument/2006/relationships" id="268" r:id="R9fa807ffff924745"/>
    <p:sldId xmlns:r="http://schemas.openxmlformats.org/officeDocument/2006/relationships" id="269" r:id="Ra52c5cad17de4311"/>
    <p:sldId xmlns:r="http://schemas.openxmlformats.org/officeDocument/2006/relationships" id="270" r:id="R045d0b1c7d5e4aaf"/>
    <p:sldId xmlns:r="http://schemas.openxmlformats.org/officeDocument/2006/relationships" id="271" r:id="R840fbf79f85b4701"/>
    <p:sldId xmlns:r="http://schemas.openxmlformats.org/officeDocument/2006/relationships" id="272" r:id="R20f9b135e7834cf6"/>
    <p:sldId xmlns:r="http://schemas.openxmlformats.org/officeDocument/2006/relationships" id="273" r:id="R956bba2b2a874f1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dd87f1857948b4" /><Relationship Type="http://schemas.openxmlformats.org/officeDocument/2006/relationships/slideMaster" Target="/ppt/slideMasters/slideMaster1.xml" Id="R8ab48fedeac44ca3" /><Relationship Type="http://schemas.openxmlformats.org/officeDocument/2006/relationships/notesMaster" Target="/ppt/notesMasters/notesMaster1.xml" Id="R8ad98ab11e484dcc" /><Relationship Type="http://schemas.openxmlformats.org/officeDocument/2006/relationships/presProps" Target="/ppt/presProps.xml" Id="Rc68ee62863b9426c" /><Relationship Type="http://schemas.openxmlformats.org/officeDocument/2006/relationships/tableStyles" Target="/ppt/tableStyles.xml" Id="R2bd005b8fcc1498b" /><Relationship Type="http://schemas.openxmlformats.org/officeDocument/2006/relationships/slide" Target="/ppt/slides/slide1.xml" Id="R77a56e08522247fc" /><Relationship Type="http://schemas.openxmlformats.org/officeDocument/2006/relationships/slide" Target="/ppt/slides/slide2.xml" Id="Rcfe817037bd34d69" /><Relationship Type="http://schemas.openxmlformats.org/officeDocument/2006/relationships/slide" Target="/ppt/slides/slide3.xml" Id="R161d0571e9d14647" /><Relationship Type="http://schemas.openxmlformats.org/officeDocument/2006/relationships/slide" Target="/ppt/slides/slide4.xml" Id="Rc5bb517fffdd4525" /><Relationship Type="http://schemas.openxmlformats.org/officeDocument/2006/relationships/slide" Target="/ppt/slides/slide5.xml" Id="R73c604f831c143aa" /><Relationship Type="http://schemas.openxmlformats.org/officeDocument/2006/relationships/slide" Target="/ppt/slides/slide6.xml" Id="Ra229c17b477e4286" /><Relationship Type="http://schemas.openxmlformats.org/officeDocument/2006/relationships/slide" Target="/ppt/slides/slide7.xml" Id="Rc413e11a8f7a4c06" /><Relationship Type="http://schemas.openxmlformats.org/officeDocument/2006/relationships/slide" Target="/ppt/slides/slide8.xml" Id="R962bc1c0a1a545c1" /><Relationship Type="http://schemas.openxmlformats.org/officeDocument/2006/relationships/slide" Target="/ppt/slides/slide9.xml" Id="Rc5c75f3699224181" /><Relationship Type="http://schemas.openxmlformats.org/officeDocument/2006/relationships/slide" Target="/ppt/slides/slide10.xml" Id="R3b35ed068d0641d0" /><Relationship Type="http://schemas.openxmlformats.org/officeDocument/2006/relationships/slide" Target="/ppt/slides/slide11.xml" Id="R171a28b4e4a94cf5" /><Relationship Type="http://schemas.openxmlformats.org/officeDocument/2006/relationships/slide" Target="/ppt/slides/slide12.xml" Id="Ra65902adbcbe479d" /><Relationship Type="http://schemas.openxmlformats.org/officeDocument/2006/relationships/slide" Target="/ppt/slides/slide13.xml" Id="R9fa807ffff924745" /><Relationship Type="http://schemas.openxmlformats.org/officeDocument/2006/relationships/slide" Target="/ppt/slides/slide14.xml" Id="Ra52c5cad17de4311" /><Relationship Type="http://schemas.openxmlformats.org/officeDocument/2006/relationships/slide" Target="/ppt/slides/slide15.xml" Id="R045d0b1c7d5e4aaf" /><Relationship Type="http://schemas.openxmlformats.org/officeDocument/2006/relationships/slide" Target="/ppt/slides/slide16.xml" Id="R840fbf79f85b4701" /><Relationship Type="http://schemas.openxmlformats.org/officeDocument/2006/relationships/slide" Target="/ppt/slides/slide17.xml" Id="R20f9b135e7834cf6" /><Relationship Type="http://schemas.openxmlformats.org/officeDocument/2006/relationships/slide" Target="/ppt/slides/slide18.xml" Id="R956bba2b2a874f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740e8e2e054c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3a680aceae413b" /><Relationship Type="http://schemas.openxmlformats.org/officeDocument/2006/relationships/notesMaster" Target="/ppt/notesMasters/notesMaster1.xml" Id="R4c7321d9d70645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4a31a982194f7e" /><Relationship Type="http://schemas.openxmlformats.org/officeDocument/2006/relationships/notesMaster" Target="/ppt/notesMasters/notesMaster1.xml" Id="Rf9f70280cf4741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58136423c24b64" /><Relationship Type="http://schemas.openxmlformats.org/officeDocument/2006/relationships/notesMaster" Target="/ppt/notesMasters/notesMaster1.xml" Id="R1d339bf8b8864f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d9cd910f17430b" /><Relationship Type="http://schemas.openxmlformats.org/officeDocument/2006/relationships/notesMaster" Target="/ppt/notesMasters/notesMaster1.xml" Id="R6214eacb05f148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367575bd2e424e" /><Relationship Type="http://schemas.openxmlformats.org/officeDocument/2006/relationships/notesMaster" Target="/ppt/notesMasters/notesMaster1.xml" Id="Rf9a80c6eb15649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dd32f71f0b4543" /><Relationship Type="http://schemas.openxmlformats.org/officeDocument/2006/relationships/notesMaster" Target="/ppt/notesMasters/notesMaster1.xml" Id="Rdefd33e119f34e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adf2930a2840f0" /><Relationship Type="http://schemas.openxmlformats.org/officeDocument/2006/relationships/notesMaster" Target="/ppt/notesMasters/notesMaster1.xml" Id="Ra7ea6918a7584c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f58eea2a1b406d" /><Relationship Type="http://schemas.openxmlformats.org/officeDocument/2006/relationships/notesMaster" Target="/ppt/notesMasters/notesMaster1.xml" Id="R5f7bb799310046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a209f442454726" /><Relationship Type="http://schemas.openxmlformats.org/officeDocument/2006/relationships/notesMaster" Target="/ppt/notesMasters/notesMaster1.xml" Id="R9156b18a07cb46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85984748ad42ef" /><Relationship Type="http://schemas.openxmlformats.org/officeDocument/2006/relationships/notesMaster" Target="/ppt/notesMasters/notesMaster1.xml" Id="Ra01d5babb1904d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2bd586457542e4" /><Relationship Type="http://schemas.openxmlformats.org/officeDocument/2006/relationships/notesMaster" Target="/ppt/notesMasters/notesMaster1.xml" Id="R4a35ceb1e8a44f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ebcd754da646ff" /><Relationship Type="http://schemas.openxmlformats.org/officeDocument/2006/relationships/notesMaster" Target="/ppt/notesMasters/notesMaster1.xml" Id="R7bf5ce0fc1c046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fb5ed530da4ab0" /><Relationship Type="http://schemas.openxmlformats.org/officeDocument/2006/relationships/notesMaster" Target="/ppt/notesMasters/notesMaster1.xml" Id="R64afd11b1da24a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c04ef2dc0d4cbe" /><Relationship Type="http://schemas.openxmlformats.org/officeDocument/2006/relationships/notesMaster" Target="/ppt/notesMasters/notesMaster1.xml" Id="R98242bfa039e4d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4ee7e3cb184ae2" /><Relationship Type="http://schemas.openxmlformats.org/officeDocument/2006/relationships/notesMaster" Target="/ppt/notesMasters/notesMaster1.xml" Id="R7cd4cf22c5be44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691e854ec6425f" /><Relationship Type="http://schemas.openxmlformats.org/officeDocument/2006/relationships/notesMaster" Target="/ppt/notesMasters/notesMaster1.xml" Id="Rc46ea95a107e45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43912ec0344bef" /><Relationship Type="http://schemas.openxmlformats.org/officeDocument/2006/relationships/notesMaster" Target="/ppt/notesMasters/notesMaster1.xml" Id="Re8436415818147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749143bfd943a0" /><Relationship Type="http://schemas.openxmlformats.org/officeDocument/2006/relationships/notesMaster" Target="/ppt/notesMasters/notesMaster1.xml" Id="R42b633dab5324b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8c95b732247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1e613d4ba44e6b" /><Relationship Type="http://schemas.openxmlformats.org/officeDocument/2006/relationships/slideLayout" Target="/ppt/slideLayouts/slideLayout1.xml" Id="R05f192743b0e43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f192743b0e43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82117faa4424b" /><Relationship Type="http://schemas.openxmlformats.org/officeDocument/2006/relationships/notesSlide" Target="/ppt/notesSlides/notesSlide1.xml" Id="Rc5bbddf2874a42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5155f986742ee" /><Relationship Type="http://schemas.openxmlformats.org/officeDocument/2006/relationships/notesSlide" Target="/ppt/notesSlides/notesSlide2.xml" Id="Rce306822ad2849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d333c313745f0" /><Relationship Type="http://schemas.openxmlformats.org/officeDocument/2006/relationships/notesSlide" Target="/ppt/notesSlides/notesSlide3.xml" Id="R5c14e18b592841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440ebc946408c" /><Relationship Type="http://schemas.openxmlformats.org/officeDocument/2006/relationships/notesSlide" Target="/ppt/notesSlides/notesSlide4.xml" Id="R7a4df0ce687d42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a80c1a6604672" /><Relationship Type="http://schemas.openxmlformats.org/officeDocument/2006/relationships/notesSlide" Target="/ppt/notesSlides/notesSlide5.xml" Id="R4200bb20395e4b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ae4c27acf4320" /><Relationship Type="http://schemas.openxmlformats.org/officeDocument/2006/relationships/notesSlide" Target="/ppt/notesSlides/notesSlide6.xml" Id="Recf102a2c8934f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70f98e9a6492c" /><Relationship Type="http://schemas.openxmlformats.org/officeDocument/2006/relationships/notesSlide" Target="/ppt/notesSlides/notesSlide7.xml" Id="Reeb0aa5c0c064c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d7c6f629b435b" /><Relationship Type="http://schemas.openxmlformats.org/officeDocument/2006/relationships/notesSlide" Target="/ppt/notesSlides/notesSlide8.xml" Id="Rdf807fe7c4f64e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f7ca7a9bd41ca" /><Relationship Type="http://schemas.openxmlformats.org/officeDocument/2006/relationships/notesSlide" Target="/ppt/notesSlides/notesSlide9.xml" Id="R4a597adc944c41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e66f0ed2b408c" /><Relationship Type="http://schemas.openxmlformats.org/officeDocument/2006/relationships/notesSlide" Target="/ppt/notesSlides/notesSlide10.xml" Id="Rda2591018c2c4f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1bb4cd137494c" /><Relationship Type="http://schemas.openxmlformats.org/officeDocument/2006/relationships/notesSlide" Target="/ppt/notesSlides/notesSlide11.xml" Id="Rb58782db21d343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1944e4e934929" /><Relationship Type="http://schemas.openxmlformats.org/officeDocument/2006/relationships/notesSlide" Target="/ppt/notesSlides/notesSlide12.xml" Id="Rffc25000914245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126fe3f8641b6" /><Relationship Type="http://schemas.openxmlformats.org/officeDocument/2006/relationships/notesSlide" Target="/ppt/notesSlides/notesSlide13.xml" Id="R550481e2566849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1838452604569" /><Relationship Type="http://schemas.openxmlformats.org/officeDocument/2006/relationships/notesSlide" Target="/ppt/notesSlides/notesSlide14.xml" Id="R67aece37834c43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a07a291e74020" /><Relationship Type="http://schemas.openxmlformats.org/officeDocument/2006/relationships/notesSlide" Target="/ppt/notesSlides/notesSlide15.xml" Id="R3c3ba57c565641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d212e6c224676" /><Relationship Type="http://schemas.openxmlformats.org/officeDocument/2006/relationships/notesSlide" Target="/ppt/notesSlides/notesSlide16.xml" Id="R5ab1b06eb66640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25c14bcb645e8" /><Relationship Type="http://schemas.openxmlformats.org/officeDocument/2006/relationships/notesSlide" Target="/ppt/notesSlides/notesSlide17.xml" Id="R2537cec51f454a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b7ffab235452c" /><Relationship Type="http://schemas.openxmlformats.org/officeDocument/2006/relationships/notesSlide" Target="/ppt/notesSlides/notesSlide18.xml" Id="R9a03e6ec47c44e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CA7123-D9D7-4C24-9FD2-53D64ECC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7294B-3680-4597-94AC-69289116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9C4D4-5169-4000-8AAC-639956DA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F0B5F-7E11-400D-843A-0C8A5AD1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EF760-6805-4661-87E3-C095B6D2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13502-AC22-4363-AA92-6734312F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F71B1-7147-4471-B6FE-C1A31521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3401F-62A9-49E6-8C60-E38E1A90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17FA7-6293-46CF-B321-2A65DCFF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B7F76-40EB-48A0-A5A9-B52989F0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05268-C6DB-4EF7-BF0A-3B239419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00195-42B3-4DCF-B1B6-98E43528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FDB78-F989-41D1-A9E7-4A7DF3E4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2FBC0-9420-4159-8FAA-03D9B132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DA23E59F-54DA-4E02-8BCE-D6F9938B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80986-7FA1-4726-BABA-D82AA803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BBA806-3F5A-487F-BEFD-7DE273F1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3E431-76CD-4471-9A86-6DAFE7A5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95FB92-06E9-4746-B87D-4E958A45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E7B46-BC38-4C0D-B423-83430953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92464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DC9FFB-089B-4A8F-8C0F-709570D5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30325-BA1F-4434-8D8D-839B6F18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E3EEF-D157-4F42-9524-D6D785F6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829DE-82D3-47C8-BE82-70AA5815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A9D1F-6051-4CFB-A402-5863425A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FB4B0-E1A6-4EFC-A8CC-1E3362D5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A0477-AADB-4559-8635-0A94C387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6F7D4-60FC-490F-BACD-4DD699C8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80005-3136-45EE-A5D4-E059403D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BE59F-67A3-4573-B899-6E168D62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009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the rationale behind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A1581-F339-43D6-AF41-34188FD9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B08E0-334D-440A-A9A6-33002504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498D0-A563-4621-8D57-70DDA2FA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745E9-28C7-4532-9FF3-9F1CADF8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9E2D6-1BAB-4C5A-B840-012E93B0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99BA2-2B7F-4025-AA30-2D8833CC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92E5D-1F8F-4D3B-A0C9-F5456629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F83779-A489-434C-83C8-71A91114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317864-4835-4450-AAA3-D1DEC7C1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4C45B-D01D-4767-8B50-346FAF9A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C71039-2C32-4203-A094-FE7CB814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E50F48-D5B7-4E86-BDD9-EF71D426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353951AA-1ABA-46AB-B538-F35B7EF6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88DB03-7A58-48B6-ABC3-D67ED3C1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2C21D4-A4E8-4F61-8261-9164D81C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2EB18D-686B-48D0-A530-05CD3D53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B8ADC7-3963-4E8B-8697-A09059D8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399F4A-FB73-4293-A365-F84C4904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440348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1E7E8C-531A-4A2E-B0F4-C1C0DCB1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0EC4F-1629-4E5A-95EF-8B48C511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CC68E-89D1-46E1-81EE-F2BAB910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FA0F3-BDBD-4E23-A02E-C6B3B524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6E643-3CA0-4853-A58F-109BC4A4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31BEA-19EF-4470-9FA2-A34C3968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2FDC8-5D40-4123-B35B-BF939EC4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23E48-66E5-4CD5-BD30-D19ECEB3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B66C2-0A77-4EA8-B0B5-EEA33140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14E78-E839-4C53-9A64-4343A63E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7AE46-1276-42B9-A5FA-60E1FD35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A10B7-8669-48D1-A14D-5D85BFF9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74B13-6258-4E89-9E48-F1532F7D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76CD0-14EA-4D10-8537-46341001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B3BB7-288A-400A-8EE0-E2C9E72E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BD5A9-2C32-4A6D-8CCA-2D8FE19A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9E66D-E3FB-455F-841C-9E8A84B5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50884-61DA-4E47-B231-F919EF11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3329C-4BCB-4508-9724-E958547D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BB8BA-EAAE-4152-A139-165C4374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83E9B-F042-454E-AF8D-C97AF6AD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14176-2A30-491F-A7BC-A0EAE66D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FD9AC-924A-4E6B-BC0A-0B20E89B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6504E9-F04B-43C4-B3C2-6394BFE0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673C9-E5B9-4828-826E-09477602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B8D66D-A36C-42E0-966C-E17AB764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443D93-9FA6-4FEC-BA2F-3C89D20C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E6006F-185A-4C0F-9D7A-FECEFCA7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85D1C7-68C1-4459-9A38-68AEC1F5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2D7507-D9F7-405C-8FB0-5C1AD127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BAB0D9-0F9D-457A-B8B6-878A9F9A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54A8C5-DFC7-4F46-8CEF-1342E284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226E45-DC2B-476E-9F82-BEC1FC3E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B1200-77DD-4F8C-8301-BC1AC8D8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AD16359A-BA15-40C5-8951-6272CADB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62DC3B-4D52-4DEC-89B0-243263AF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D67F9E-5C31-4F01-AF48-5C7948FF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65C720-875C-40B1-B821-554B5DFA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648660-8198-47A2-AC45-AA6B7971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E7C9D4-875E-4889-B22D-0ACE4A0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636588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BFDA41-E10D-48DD-8DCE-3D4EFF68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2E6D4-7E3E-4567-B342-02D38F2B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8BF1B-95A3-497E-A643-19010732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741DA-F67C-4256-B510-A5950CE9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4116C3-EE13-4EDF-8CFD-31D5E63C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F2D38-B648-4E77-8EB7-AD7AC08D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AE139-94BD-4C57-AD21-EC0D904C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AB9C1-F8D9-4056-9AC0-DBC731A8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AEDA5-21A7-48F8-B1D5-F51D760F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007CE-1FF2-4506-913F-34B5233A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B575B-6A92-4D47-A1E1-EBCA8B1C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893A3-CE20-49DD-9309-7F53FF60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BA3F1-5592-4A6C-874B-AECEC51A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828D4-19B9-405C-8666-0151A76E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7D499-24B5-4FD3-A622-E64D0C3D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4790B2-171D-4945-816D-1D7923BD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D50305-FF1C-4F19-A6E3-525C8EF0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8C6C9-EAF4-465E-9ACF-4A30041C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FC61B-7B5D-4099-95CB-93802E5C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9A45F-4312-4A7E-8A3D-C6C5AA64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BB0E6-DF64-42AE-8B48-97700E15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27023-830F-4D24-AE64-5CFA5B35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A8F29-E088-40D7-8C3E-14B879D9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340223-846F-48FF-8B4E-AC4BF5D6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F4F30B-CB25-472B-BA4D-235BB1E5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B0FEA0-EB0B-4F51-AD6F-8DE3CD01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4D5DB2-7D60-446F-B155-5151F9A6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70C56F92-1DAD-4643-B5D9-22B2E411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9E07FD-911B-4AA5-A9D0-0F177364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35FAE8-ACB9-4580-B3BE-10C1713F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BFE5E3-2F98-4787-A6F8-98BC4087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0A6825-1686-4816-B1B1-2F76EA1B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D77F43-F088-473B-A808-A89DBE29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036624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517B88-BE00-4074-BD98-4C20511C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D599E-AB8D-4EFA-9621-07BA21B3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98E7C-D47E-49BC-BDE5-8B212569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F32B6-49E0-43C1-A044-71F5F8EA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1AD73-F9CF-47F1-B907-09BD55BB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F126B-2A09-4F27-A502-8430079B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AE80F-1CD7-476A-9A26-28F05705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438CC-4B46-4665-90DC-2E9D6781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3FFC7-478C-4E26-A226-3D4D2C93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start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705B7-E8BB-45E2-B8B2-794C28CB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DA249-0E95-448C-B4E3-B9150757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D1C7C-753E-41AE-84A6-53D793FF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36B81-0AC1-403B-957E-0DECD34C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160C4-B139-4A99-8175-AF1F665C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9D546-604C-4050-879C-D40D6F4B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739F6-0383-471F-9ED0-23B14906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082D8-9656-4516-8823-6B65714D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4F67B-ED23-4855-89CE-C75AC2BC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977ED-3322-4F4B-8954-508FA84D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695C7-66EC-42B4-A8A5-0B4D3B48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2DAA87-BEAB-4EFF-A028-D1953E3B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F3553-A984-4434-860C-86E5159E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52F3E3-473C-417E-8307-B0A2687D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E1491C-5DCB-4431-9D1A-16C6207F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6F8413-0ED6-4EF9-B985-94A468CE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75FA80-DC88-41F0-827E-F6A43D7F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C0F53F-4193-44F0-BD2B-05F13CEF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06F507-343D-4950-BFA6-68567F30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D35FD2-C1B7-413A-A92A-FF793F38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EA2CE9-F78E-415A-A495-FCC0B9AF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25BCCB-60A3-4EBF-A1E8-639876D2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D28284-CF7F-4616-83F0-28AE167A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5736E2-DC67-4641-9AB1-132B3B77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CDFC09-13B7-4DF7-AA55-76BC641F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420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9E0480-8AF1-40E3-B40D-AE9FF9B0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21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4C7887-C975-4B84-A8F1-18CB600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225A0A-FB17-42BE-ABE3-FB68AB1C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0CB8B1EB-E3C0-4C4F-A754-ABEAA00F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7F127D-28AC-4D6A-B443-A91217B9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0DCF5B-76D4-4DA9-82D4-AAEC8E76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362E34-1B7B-4BA6-8F29-D80B1BDC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47ECCA-9D39-4EF1-9D4E-C72B9005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772E87-308B-48AA-8B9E-D7D5D742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5972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9BE6E8-A2BE-45FE-8612-17D8BAB8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1AFE7-1681-4084-84FB-7A28928B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C89D6-0330-4B35-B1DA-BCF2A276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029C9-6D5F-4FB1-8F9B-21AFCCED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01E52-2EDE-4856-927D-64EF5B2B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21519-FBD7-46EA-9B27-FE81FC3C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63CDE-5B5D-4883-BA5C-C0ACB7F1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1C8A3-E720-4A6B-8B2E-39C45881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13D45-CC49-44A5-8705-89CAFBCB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47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98939-27C0-4CC9-8614-8536CBE2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1AD4B-EDF9-42F6-BFFC-88084DB2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F0669-26CD-43C5-91C6-87B47DAF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2B6656-C83B-4A99-BB09-2A3CDDCD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520B2-60C1-4B84-B9D5-AB310906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97A3C-2C49-4CC0-8A51-D9E011B4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93608-CAE7-4B55-A947-39C0E276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61748-C090-4287-B6AE-BAA2E639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53E46-8CB8-4989-B5F0-8A2BCC7C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8B1201-728A-4E36-A956-EF8CF4A1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B6021-BF4E-42AD-ABF9-DFB82A64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1947A2-66E8-44AB-96E4-55E6C570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824C6-BD1A-43D4-896B-B60045D0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1D6FD6-9C2C-40FB-B567-05E1CE54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AFF24-C95C-495F-A1BC-8EB9DA6A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F18DFB-F546-432B-82F3-37A4B3E0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A89CE-C86B-4B2A-B240-2BB0A111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18588937-E835-40C3-8ED2-BF30EACF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DE0946-59A7-4658-977E-3B14E20E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5A57B7-B0F9-466B-92D6-B48837D6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E67C7A-7CB6-47FB-BC48-D5AD90E2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FA54D9-7A27-421D-B4DD-803EC853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9288D4-6001-477D-9955-47BFCD86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3332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02DA21-5694-4E84-B5C5-3A2D4218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D1FE9-38C8-4F4E-A92A-D69A0CFD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E7E3A-D045-4ADD-8CBA-2CDF18F9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3EB7B-3F6D-430F-B264-1B4D0321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7CAF6-F573-438D-B8FF-5EBB87AF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2A401-8685-49DA-B12E-00B07D81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AB28C-5FF3-48F2-9993-AEC89E64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CF1F5-AF46-40AC-92E0-C44A7C27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CFA9D-210F-442C-AC9F-716E2AB3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E6FA6-AED7-4114-9D9B-1D523A7C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CCD35-B610-4B90-85D3-D8569191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05446-A1FE-4F31-B37D-6CA7C924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B0E96-343E-495D-A33E-F07C92F5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52897-D3D8-4B93-BF40-B99C2F67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D52A0-E276-4000-BC26-45FF7118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062E2-E6DF-41FA-9BC5-0811CF01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5E2BA-25DD-4B11-8EB9-38E40A6B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2AC2B2-62DC-41F5-9A89-F6D68020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4219E-10A2-4514-993A-E06A40F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B1B69-DCE1-40BB-8608-376CFD4A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15EEE-62E1-4E2E-B38A-3341599C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AAC90-FF2D-4559-AECA-37A29FD4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D813C-AA9A-401B-983E-80229112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46C2F-130A-4C5D-843E-5C8F9F8B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FA9C5-9E36-42F8-98D9-1F8507EC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FF8F49-6548-4E87-B082-3C8B466D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A849F0-31B0-433E-9620-AE16B163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BAAEE0-2AB8-499B-801B-C60CC43F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7CA5DD-5D64-40D8-B410-DA35BC8A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50C653A1-3E0E-4828-A6C4-AA9A0C46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3E5D5E-27F5-4004-AB26-059731A5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BD07E9-3F40-4ACB-AD35-93CE68FF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C2160D-012C-4557-88C3-B0F19B6D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D69582-8F6B-4ED3-BFAA-90EB9CD9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62EB85-15D1-4B88-89C0-CEB6FCB4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40146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EBC2E2-3862-4A45-A426-536BE049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DE4DF-8D38-4D48-A8BD-62D630C0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11EE3-7BD1-427E-B996-4D6E7B95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4EF15-7387-450C-A989-78CBA374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DF202-3F9C-4912-A80F-170D0A47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2CFCA-26EE-4F15-ADD7-073778D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2EFF2-CE2D-4764-9A75-AA9174DD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CD965-090F-4D63-A3F7-FA25378D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46D5D-1FCE-45AF-BC5B-62407D8C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6FDB4-696C-4507-84AF-B0F7C63A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73BC7-18E5-4AD7-BBE3-59E7EC8B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4CCFE-DAF3-4C3A-B656-33D9D216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C5EC6-F7EB-4D73-82D2-C8F3ACA4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38F62-EFCD-4633-825C-3C581FB7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09956-5C03-4F08-9C2C-9425B7D5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C1EF8-54CF-459D-BAED-2E07F013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DC15E-E226-4C73-B8A0-32F57F94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F2A45-7671-4A01-AAAE-370C240F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33CE42-87B6-49B1-A3CD-097E16BA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317D3-ED2E-46D1-BB94-E18D9F6E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0BD2D-065B-44DF-BB1B-B848261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BF267-1C83-400D-94FB-09527C93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67AAE-EAD6-4F5A-9E74-BB2F9C2D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C6CFB5-ED86-46E4-8EAF-DDA1401C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800850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A46EA-ADC9-4884-9A4D-FEE8EF6C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7A6DA1-77B8-4BE3-9892-A7E0C2BA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D00B26C0-3C79-44C4-A819-A8802717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FDFBFC-4492-4719-9513-A43EAB0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58009F-488D-4D0A-B6E5-14046D32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D07C0E-6A66-4B55-9762-3B2CF13C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E7E9E0-6CF9-4C42-855C-2C6A4758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003EEC-F8B0-469C-9AB9-370B03DB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038514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68EA31-A8E9-4488-8E62-8D792E0B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E94B1-5EB0-4545-B076-F7DEDA84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2E2AF-7C30-4186-B304-38724337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5F2AD-711D-405E-82C5-53A16B71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402A9-1205-418D-A0D4-631CE984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A9CF2-8D32-4B15-B115-00064955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8101A-2D1C-4D64-9A0D-E9679A4D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190C2-BC9D-4027-B24B-DDBD405E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CA9AD-DCFA-4BBD-ADCB-02CF477A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E0550-F3AC-4DCF-B8DF-11500F2C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65372-D377-4343-A0DD-388FEC6A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61D31-EA53-4004-ADE8-BE18010C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8080F-322F-43A7-AD7E-A0A52156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E1E97-A206-4E6A-B95E-9CB6913C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DF06D-298E-4E5E-AD48-2C79FE45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092B39-55A2-411C-8F3F-36C2E015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B1081-5C2C-4714-B66F-27953117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7BA97-0C2A-4D2C-871F-62DE428B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35568-D73A-4A6B-96D5-AEE997D2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0A52B-7D07-439E-B4B1-23414D91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59999-DD6A-4BB8-A3FA-C9A5D78E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9A8D5-A79C-4A0E-8275-B4F3E732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61138F-CBC6-4F53-B269-6D826E25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98AF06-FDB9-4884-AAC8-4DCABA5B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9F8679-7670-4990-9555-885F04B8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136E45-F713-4CEB-BF88-2E740DF8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5164E7-2113-4ED5-AA1C-6CB4DD2A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37E16F-9575-4E29-88EF-429406E2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291D2C-8E3F-494B-B0B8-E60B806C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638D3D-5425-47C3-AA42-CCACC0D7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41F32F-2048-40D5-9D31-173B0E97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979A2D-F9D2-4DCF-94B4-FCBCC2F9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A04D7A-94C4-409D-B0C2-4457D554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832496-0AD0-4C55-BCC5-31B4D620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5D4918-8D32-4B19-BB16-73AAFE6F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6B4C5345-BE75-4F1F-BE05-C491859B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736F37-A5BB-42A6-A847-39C660BF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C4FD00-F7D9-4DC3-8D8B-3AAE0B26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09EB8F-E16F-4FA5-9117-3F2D6695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1E5915-DE76-4FC1-BDAA-C0023C6F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66EC4C-FECA-441A-95DA-276D718D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106222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D5B5EF-E336-4A4F-AF54-9CC98928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03F8E-CD2D-47DB-B8A8-9E128F88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4DFD8-858B-489E-852D-B54E2E51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33C38-A5F6-4E6D-AF08-66868DAF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12D2E-7A82-4BE8-8EFC-D3AA505C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E9DD6-C6EA-4E95-84E2-CD1B70BB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97DEA-60F2-4E5F-9480-4D1F793D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6E9AF-5946-499B-A8E2-804348DC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E89D8-CB82-4523-93DC-8F67587C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1C8A9-4AD6-4588-A762-1003EE5C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38992-4481-4B62-9AEF-3AAEC93B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730A5-D3AF-4988-9F5B-6AAC710C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A3943-E30E-406E-8F81-C1F48883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F381E-DA31-43BA-B958-E7FD6187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C96C1-44B5-407C-A691-BD24516D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D7A70-9BF7-4589-AC0D-53E5EE12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141AF-E5C3-4B16-9CEC-7657D618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9BA7D-15EF-457F-91E4-177B7344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ACAFA-6A7E-4B5E-BBFF-833CDFAC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460447-3804-45A6-879B-01BD315F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E31F7D-300F-428A-B449-A4EBDB3D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11DC0-49E3-4EC4-B69B-C77F6BC0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AEE424-2225-4F87-AE4B-DE00C7AA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F47F09-CF27-460F-8BCA-A5FB137C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B53921-72DE-4808-BB4E-3A625CF9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7419A-898F-4C31-BB3C-8685F79B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B3E562-356E-4DA6-86FA-F1C1E35D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0BA88D07-5634-43FA-BD89-D6548076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F20282-5DBD-4CFA-BA4A-8C14823F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29E96F-A1CC-49AB-B290-B0163D8B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FAD216-83B8-4C13-A183-08B2CDFD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F6DE8-6142-4965-A4E3-B27B7B0F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6D597A-7DF9-4292-B162-7B2AD678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612822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C39D12-7A84-4CF3-AAFB-9269BFE2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5BE1E-153E-4B84-98E3-F786E930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2E827-A5FA-4BA6-B535-8D244088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3B454-5AD2-471A-9B9E-76976C96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32722-3F04-4288-B05E-110D2E0B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0136E-6971-4EAF-A57D-1B9C3E2F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E1E78-4C71-432A-8E06-B22E2CEC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A15A6-5E50-48D9-BAB5-E25A4A12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3DBFD-DDC7-4E9C-9844-6D6295F9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4F91E-902B-449B-8B4D-B9A30E4B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83BBC-EFF0-490C-9477-369B1D34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14F8B-FD21-4BEB-9FFB-55EB9353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D5315-23B2-455F-8761-AC84710E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AD849-8170-4750-B593-7414D587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20133-1CCA-40F4-83E6-3193D8F7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094D0-215B-4E37-92D7-D82BE414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A6A12-C15B-4593-95B9-A9AF6695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5E513-DD17-402B-915F-4B4BB9EB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191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Founder-led advisory practice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96470-70FB-4FD0-848C-00BE1DE6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D2F6A0-8390-4C51-A25F-F35270D9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43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BA4D9-D983-44B7-BE3A-FC86A57C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7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C1479-4590-4112-AD98-F008BEC5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8295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9CD751-4ADB-49C4-8B10-AFCE3809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82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DBB56-E09D-4811-A148-3FD4E134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B9B30-D439-43D1-98AB-AADDA90D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AFA5BFE1-0752-45B0-AD2C-8031FEFE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AF22C-2F02-47F2-B3A2-7CB09ACE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BB607D-1B35-41D5-9767-A0E25B37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BB0EC3-8070-4154-88EA-06852AE6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54C886-A542-4B05-B99B-86E3B07F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D5222E-9642-47EC-8F0C-14800830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450041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667FBB-7E7C-40CB-8BE8-818FEF27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EA2CF-040C-42E7-B32C-187D8C79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F8435-3CD5-482D-932D-707E64B3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D9568-E52E-4C76-9B92-F35492D2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B24E5-8AA2-40E8-B3D4-1DE66225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AAAB2-66DE-440B-AE3C-BD957976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996CE-CE59-4D68-A288-DE0E4965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494CA-99A8-4A34-AAED-973E2323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47571-2440-478B-9887-A72564C5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4F562-A61F-47B9-A7B3-95BDFBB4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F9DB8-114F-405F-8553-84B54B34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D56D7-B20C-46B2-849F-740D52F3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A888C-DFD1-4983-B62F-4232D517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B5416E-5DAF-4CB6-9AB2-30BEDC06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B4D741-388B-4443-A56B-6399EBE2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92E73-F86A-4E05-8F28-A95E46F0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27EDD-F908-4511-8FEE-7F311C80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10149-C94C-454A-8D33-FC5B81D2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AE13D-7BD6-496F-95C7-22350CBC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3749F-1944-4917-B384-2B3555B6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A97747-0468-4749-9B99-D6E6EF88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DD5B3-6302-43BD-83B7-A9CD1FB4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8B08F-7CB0-4822-AA54-AFEBBE41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0C7BE05E-D076-4BBC-99D9-8BA9DB99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3A1075-E915-4926-9150-BCC3C48B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50A76B-32BA-47CA-AD81-D9969411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1F7039-A815-4643-BFBD-468E9492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CEA179-65F1-487B-B1E9-3F2271AD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21330C-3EED-4CA0-8BC0-BD1AC0FD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70998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29187C-2915-4448-A191-041996E2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3BB38-A57D-4EF7-B3B4-1B1B99C5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91A92-D49F-4D4D-8036-301B033A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B6F0B-D13D-4D21-AFD0-80B7614A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95186-9196-459E-9E24-ADAD6E8B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26D8F-14BE-4B54-8102-C209925D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06740-CD09-4B53-9171-26109BEB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429F9-409A-4655-9570-667AB1D1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D0B36-007D-4983-BCF7-616A33A0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0D607-7E6A-4021-A488-F3043E8E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D0BD5-4D73-4F0D-8CA1-FCBA00F2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43C3D-0C66-436E-814C-2A728D25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207CB-E6E9-469D-99AC-2F3A0914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00449-BCF9-4E7D-879A-D9E02E4E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CF087-04AA-4F4F-9EBF-A3D2F526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E4206-465B-4256-A70B-0059E10A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91816-E5DA-491F-93C5-DAF7CD7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51760D-C18E-4487-9678-9083E697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7D3A4E-B668-4D40-87D4-BE0CCB6C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7FF42-8497-47E3-82CE-F2745C0F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8E4E04-861E-420C-ADA3-6F857391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1D256-D60A-4232-91D3-87B09981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4A86F-E60E-4A4D-8A5A-7A77E3AC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07BE4-6A2F-40E6-BD8C-9F4D6B24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35023-5CCC-4BE4-9DCD-6CBFAAB6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93A50-874C-41E0-B02F-8434768A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C61F4-D61C-4603-AAAD-6AD29174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88D0F3-99AE-474B-84E2-89F7F056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134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D3088-5EF5-4280-8390-B8BE25FC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9923E4-3A39-4B46-BDD3-23C6157C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1" name="pager-pill">
            <a:extLst xmlns:a="http://schemas.openxmlformats.org/drawingml/2006/main">
              <a:ext uri="{FF2B5EF4-FFF2-40B4-BE49-F238E27FC236}">
                <a16:creationId xmlns:a16="http://schemas.microsoft.com/office/drawing/2014/main" id="{244B8FB9-2FA3-48AB-A6AD-00E61132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BC3189-57C5-4FEB-AF22-34F0602B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CBE44C-3756-4A71-8C4A-B98C5BCA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23A563-F08A-46DC-868F-DD6D1221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3C6AB0-7977-43A8-A09E-AF2C399F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947278-D752-4001-8E98-21955A34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024098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140E42-C163-4492-A327-60BCA530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AA8CE-2AD2-49A9-A6FD-4F2F5F65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24B96-2172-4FFD-98BE-8E87A56C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0616F-3B94-49F4-AF29-67761EF8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7DCC4-7630-4679-82CB-D1C1FBDA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FD902-9670-49D2-9CA9-74C267D5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01FEB-4D72-4880-BD85-8B0AE268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4D4A2-1B22-495A-965C-CE9CC77E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5F333-B3B6-4A6B-97EA-D9E2F812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A1DEB-2415-4D64-A2FB-907978DB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D12B4-79F9-490D-94F4-DFD1EB06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5B35E-96F6-4E98-B056-A64625B7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313DE-A05F-457F-ACB4-E34B7FD8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C221C-79FA-4163-AC29-70907357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C603B-B1C9-4AD7-A1EC-D9AB2833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7452F-5437-4017-A385-64819573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D959B-4B7B-47F5-8151-A3D5CF33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DBCFD-F60D-4D93-B0EF-6666510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AB8A7-2BD1-4601-B19B-331E71A5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695003-A2C5-4CD7-957F-9475E95D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48D7B-DED5-4B08-88AC-C8E9EFF1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5EE26-9733-4FB1-8831-9DA1EAE0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0C9B2C-E7F3-42CD-8E0D-EAAC0957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7D160B65-21E2-476A-8DA5-2B05AB15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60DE3F-85DC-4B3C-A432-15608E53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F75F6-045E-46F7-B568-365A9326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134F03-A13C-4DCD-B494-C7AD8581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3385D-7BF0-4D44-AF13-51B30358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7CB626-2FEC-4160-BBA4-048C5D52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091786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F31209-A7CE-4795-AF85-3933924B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93C03-350A-4950-8F4F-2D856825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017AD-4E4C-4B6F-973B-B0A7BE78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DCCF5-BBA4-4C19-A80E-FFB24693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3473C-EB85-446C-888E-956237CF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5C1D1-FB4C-4631-9A3B-64FFDBC0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7B46C-B07C-4945-ABC0-4449C3D8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414379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E5D05B-DE2A-45D4-8E49-32CBE05E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0FD32-E4BE-412E-B10D-CE5F1CEB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20D9F-6475-475B-95DD-68DC7555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6A25A-A196-4137-8658-65753481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57FCC-F31A-4B1B-98D1-4D7B3C52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4B306-7860-4C38-B4C7-576B7ECB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0CD53-037F-4C9A-A5B2-E69607DE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85335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D747BF-86E7-4F94-86AB-27109601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9BE73-5888-4502-B9E8-15A0AD30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AE0F1-A0CC-4924-ACB9-33268B4E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A74DA-671A-444A-92EF-B028F7A1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1C1CA-976B-4AEA-9FEB-37285DC4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E2704-0FDE-4608-99A1-CB3825A9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121A1-A21A-4413-A05E-E98C9E1F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38088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B8E0D3-BA3F-498A-96B1-2649ECB6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67E63-0B8B-44C4-A714-385CF2C3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AC978-7D3C-409F-99BB-4C801E1C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C1353-310F-43A2-BD5A-775D64D1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641E5-B4C1-43C2-840B-97DCDEFB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55E44-C79B-4466-80F1-27C5EC80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72412-21AC-485A-B3F4-B8016E2E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0191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2026-06-15T06:06:11.5030000Z</dcterms:created>
  <dcterms:modified xsi:type="dcterms:W3CDTF">2026-06-15T06:06:11.5030000Z</dcterms:modified>
</coreProperties>
</file>