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3d59f2ce8e40ba" /><Relationship Type="http://schemas.openxmlformats.org/officeDocument/2006/relationships/extended-properties" Target="/docProps/app.xml" Id="Rcb1e835eaeff48df" /><Relationship Type="http://schemas.openxmlformats.org/officeDocument/2006/relationships/officeDocument" Target="/ppt/presentation.xml" Id="Rc2b288476d374f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f9651c2fe541ea"/>
  </p:sldMasterIdLst>
  <p:notesMasterIdLst>
    <p:notesMasterId xmlns:r="http://schemas.openxmlformats.org/officeDocument/2006/relationships" r:id="Rf6d5160ea70b4fbb"/>
  </p:notesMasterIdLst>
  <p:sldIdLst>
    <p:sldId xmlns:r="http://schemas.openxmlformats.org/officeDocument/2006/relationships" id="256" r:id="Rc710fac275dc4fc4"/>
    <p:sldId xmlns:r="http://schemas.openxmlformats.org/officeDocument/2006/relationships" id="257" r:id="R8a1ffd6ea1b94a9e"/>
    <p:sldId xmlns:r="http://schemas.openxmlformats.org/officeDocument/2006/relationships" id="258" r:id="R516c938c475241bb"/>
    <p:sldId xmlns:r="http://schemas.openxmlformats.org/officeDocument/2006/relationships" id="259" r:id="Ra985176a932b4097"/>
    <p:sldId xmlns:r="http://schemas.openxmlformats.org/officeDocument/2006/relationships" id="260" r:id="R509b93f3947e4cab"/>
    <p:sldId xmlns:r="http://schemas.openxmlformats.org/officeDocument/2006/relationships" id="261" r:id="R93d69d1d5a584245"/>
    <p:sldId xmlns:r="http://schemas.openxmlformats.org/officeDocument/2006/relationships" id="262" r:id="Rb8ff0d8f31ea43ba"/>
    <p:sldId xmlns:r="http://schemas.openxmlformats.org/officeDocument/2006/relationships" id="263" r:id="Ra23aacf51f1241cb"/>
    <p:sldId xmlns:r="http://schemas.openxmlformats.org/officeDocument/2006/relationships" id="264" r:id="R49983275cf5b4352"/>
    <p:sldId xmlns:r="http://schemas.openxmlformats.org/officeDocument/2006/relationships" id="265" r:id="Ra6c83450602d4646"/>
    <p:sldId xmlns:r="http://schemas.openxmlformats.org/officeDocument/2006/relationships" id="266" r:id="Re3eaf9f5a9a54278"/>
    <p:sldId xmlns:r="http://schemas.openxmlformats.org/officeDocument/2006/relationships" id="267" r:id="R750bf913a6b04ff7"/>
    <p:sldId xmlns:r="http://schemas.openxmlformats.org/officeDocument/2006/relationships" id="268" r:id="R75913c88bede413b"/>
    <p:sldId xmlns:r="http://schemas.openxmlformats.org/officeDocument/2006/relationships" id="269" r:id="Rd76fdb7d43ec4664"/>
    <p:sldId xmlns:r="http://schemas.openxmlformats.org/officeDocument/2006/relationships" id="270" r:id="R5bd1f9823eff4662"/>
    <p:sldId xmlns:r="http://schemas.openxmlformats.org/officeDocument/2006/relationships" id="271" r:id="Rbafcf2463b8b40bb"/>
    <p:sldId xmlns:r="http://schemas.openxmlformats.org/officeDocument/2006/relationships" id="272" r:id="Rfbf645f37996478c"/>
    <p:sldId xmlns:r="http://schemas.openxmlformats.org/officeDocument/2006/relationships" id="273" r:id="Rcee04468fc144a1d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1ba98a708949d0" /><Relationship Type="http://schemas.openxmlformats.org/officeDocument/2006/relationships/slideMaster" Target="/ppt/slideMasters/slideMaster1.xml" Id="R71f9651c2fe541ea" /><Relationship Type="http://schemas.openxmlformats.org/officeDocument/2006/relationships/notesMaster" Target="/ppt/notesMasters/notesMaster1.xml" Id="Rf6d5160ea70b4fbb" /><Relationship Type="http://schemas.openxmlformats.org/officeDocument/2006/relationships/presProps" Target="/ppt/presProps.xml" Id="Ra861c6ad02b9441a" /><Relationship Type="http://schemas.openxmlformats.org/officeDocument/2006/relationships/tableStyles" Target="/ppt/tableStyles.xml" Id="Rea303df4ad484bee" /><Relationship Type="http://schemas.openxmlformats.org/officeDocument/2006/relationships/slide" Target="/ppt/slides/slide1.xml" Id="Rc710fac275dc4fc4" /><Relationship Type="http://schemas.openxmlformats.org/officeDocument/2006/relationships/slide" Target="/ppt/slides/slide2.xml" Id="R8a1ffd6ea1b94a9e" /><Relationship Type="http://schemas.openxmlformats.org/officeDocument/2006/relationships/slide" Target="/ppt/slides/slide3.xml" Id="R516c938c475241bb" /><Relationship Type="http://schemas.openxmlformats.org/officeDocument/2006/relationships/slide" Target="/ppt/slides/slide4.xml" Id="Ra985176a932b4097" /><Relationship Type="http://schemas.openxmlformats.org/officeDocument/2006/relationships/slide" Target="/ppt/slides/slide5.xml" Id="R509b93f3947e4cab" /><Relationship Type="http://schemas.openxmlformats.org/officeDocument/2006/relationships/slide" Target="/ppt/slides/slide6.xml" Id="R93d69d1d5a584245" /><Relationship Type="http://schemas.openxmlformats.org/officeDocument/2006/relationships/slide" Target="/ppt/slides/slide7.xml" Id="Rb8ff0d8f31ea43ba" /><Relationship Type="http://schemas.openxmlformats.org/officeDocument/2006/relationships/slide" Target="/ppt/slides/slide8.xml" Id="Ra23aacf51f1241cb" /><Relationship Type="http://schemas.openxmlformats.org/officeDocument/2006/relationships/slide" Target="/ppt/slides/slide9.xml" Id="R49983275cf5b4352" /><Relationship Type="http://schemas.openxmlformats.org/officeDocument/2006/relationships/slide" Target="/ppt/slides/slide10.xml" Id="Ra6c83450602d4646" /><Relationship Type="http://schemas.openxmlformats.org/officeDocument/2006/relationships/slide" Target="/ppt/slides/slide11.xml" Id="Re3eaf9f5a9a54278" /><Relationship Type="http://schemas.openxmlformats.org/officeDocument/2006/relationships/slide" Target="/ppt/slides/slide12.xml" Id="R750bf913a6b04ff7" /><Relationship Type="http://schemas.openxmlformats.org/officeDocument/2006/relationships/slide" Target="/ppt/slides/slide13.xml" Id="R75913c88bede413b" /><Relationship Type="http://schemas.openxmlformats.org/officeDocument/2006/relationships/slide" Target="/ppt/slides/slide14.xml" Id="Rd76fdb7d43ec4664" /><Relationship Type="http://schemas.openxmlformats.org/officeDocument/2006/relationships/slide" Target="/ppt/slides/slide15.xml" Id="R5bd1f9823eff4662" /><Relationship Type="http://schemas.openxmlformats.org/officeDocument/2006/relationships/slide" Target="/ppt/slides/slide16.xml" Id="Rbafcf2463b8b40bb" /><Relationship Type="http://schemas.openxmlformats.org/officeDocument/2006/relationships/slide" Target="/ppt/slides/slide17.xml" Id="Rfbf645f37996478c" /><Relationship Type="http://schemas.openxmlformats.org/officeDocument/2006/relationships/slide" Target="/ppt/slides/slide18.xml" Id="Rcee04468fc144a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fccc0f0d2241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23be0c836f4edf" /><Relationship Type="http://schemas.openxmlformats.org/officeDocument/2006/relationships/notesMaster" Target="/ppt/notesMasters/notesMaster1.xml" Id="Raae9d3aa930c48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2c9833cfb242e4" /><Relationship Type="http://schemas.openxmlformats.org/officeDocument/2006/relationships/notesMaster" Target="/ppt/notesMasters/notesMaster1.xml" Id="R9a0924beacab4c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3f571169cf4dca" /><Relationship Type="http://schemas.openxmlformats.org/officeDocument/2006/relationships/notesMaster" Target="/ppt/notesMasters/notesMaster1.xml" Id="Rf8f7cbf41e4b44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f1a8c14c854131" /><Relationship Type="http://schemas.openxmlformats.org/officeDocument/2006/relationships/notesMaster" Target="/ppt/notesMasters/notesMaster1.xml" Id="Re1a69428970c48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7fab4a65d741cd" /><Relationship Type="http://schemas.openxmlformats.org/officeDocument/2006/relationships/notesMaster" Target="/ppt/notesMasters/notesMaster1.xml" Id="Rf14f1efab44e4a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ec1c8d312248dc" /><Relationship Type="http://schemas.openxmlformats.org/officeDocument/2006/relationships/notesMaster" Target="/ppt/notesMasters/notesMaster1.xml" Id="R6aa59232b85046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194036f65e431b" /><Relationship Type="http://schemas.openxmlformats.org/officeDocument/2006/relationships/notesMaster" Target="/ppt/notesMasters/notesMaster1.xml" Id="Rfa03c6764ab741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c1e93e6d934cfc" /><Relationship Type="http://schemas.openxmlformats.org/officeDocument/2006/relationships/notesMaster" Target="/ppt/notesMasters/notesMaster1.xml" Id="Rd235f3be914448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23ed04eacb4ab6" /><Relationship Type="http://schemas.openxmlformats.org/officeDocument/2006/relationships/notesMaster" Target="/ppt/notesMasters/notesMaster1.xml" Id="Rb7f949beb1ad4a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69db52f62141b3" /><Relationship Type="http://schemas.openxmlformats.org/officeDocument/2006/relationships/notesMaster" Target="/ppt/notesMasters/notesMaster1.xml" Id="Rf692145d26ec4f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53950745094938" /><Relationship Type="http://schemas.openxmlformats.org/officeDocument/2006/relationships/notesMaster" Target="/ppt/notesMasters/notesMaster1.xml" Id="R1d82f5faad874f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15305576d540f1" /><Relationship Type="http://schemas.openxmlformats.org/officeDocument/2006/relationships/notesMaster" Target="/ppt/notesMasters/notesMaster1.xml" Id="R02f2219ef5f3401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573556ab924381" /><Relationship Type="http://schemas.openxmlformats.org/officeDocument/2006/relationships/notesMaster" Target="/ppt/notesMasters/notesMaster1.xml" Id="Ra704a27ac39f413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07a765ea5f4a5b" /><Relationship Type="http://schemas.openxmlformats.org/officeDocument/2006/relationships/notesMaster" Target="/ppt/notesMasters/notesMaster1.xml" Id="Rbbd6a80c4ebe4d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8aad83c071048f6" /><Relationship Type="http://schemas.openxmlformats.org/officeDocument/2006/relationships/notesMaster" Target="/ppt/notesMasters/notesMaster1.xml" Id="R9ebcf93bdfd5483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28bc496ebac405a" /><Relationship Type="http://schemas.openxmlformats.org/officeDocument/2006/relationships/notesMaster" Target="/ppt/notesMasters/notesMaster1.xml" Id="R315bd27a941d497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4c8e336ee3a4e97" /><Relationship Type="http://schemas.openxmlformats.org/officeDocument/2006/relationships/notesMaster" Target="/ppt/notesMasters/notesMaster1.xml" Id="Re80c6897a12047d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7d5fcab92fd42c9" /><Relationship Type="http://schemas.openxmlformats.org/officeDocument/2006/relationships/notesMaster" Target="/ppt/notesMasters/notesMaster1.xml" Id="R0168b79161724e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fd7876119f4e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8826dc642b4468" /><Relationship Type="http://schemas.openxmlformats.org/officeDocument/2006/relationships/slideLayout" Target="/ppt/slideLayouts/slideLayout1.xml" Id="R0baa6603f9474b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aa6603f9474b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92a26f6564e24" /><Relationship Type="http://schemas.openxmlformats.org/officeDocument/2006/relationships/notesSlide" Target="/ppt/notesSlides/notesSlide1.xml" Id="R1f6f40936c2249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bd76f5cc4432d" /><Relationship Type="http://schemas.openxmlformats.org/officeDocument/2006/relationships/notesSlide" Target="/ppt/notesSlides/notesSlide2.xml" Id="R4f246b919e2649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af18e69f24e88" /><Relationship Type="http://schemas.openxmlformats.org/officeDocument/2006/relationships/notesSlide" Target="/ppt/notesSlides/notesSlide3.xml" Id="R7955f101875346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58423ab2145d5" /><Relationship Type="http://schemas.openxmlformats.org/officeDocument/2006/relationships/notesSlide" Target="/ppt/notesSlides/notesSlide4.xml" Id="R809574f00dd740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594b7cdea4859" /><Relationship Type="http://schemas.openxmlformats.org/officeDocument/2006/relationships/notesSlide" Target="/ppt/notesSlides/notesSlide5.xml" Id="Rd6abde11c8cb43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1268b40494404" /><Relationship Type="http://schemas.openxmlformats.org/officeDocument/2006/relationships/notesSlide" Target="/ppt/notesSlides/notesSlide6.xml" Id="R83996b1df57f47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e926680164a3d" /><Relationship Type="http://schemas.openxmlformats.org/officeDocument/2006/relationships/notesSlide" Target="/ppt/notesSlides/notesSlide7.xml" Id="Rf5a7380f04db4b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13bf8cfeb4d84" /><Relationship Type="http://schemas.openxmlformats.org/officeDocument/2006/relationships/notesSlide" Target="/ppt/notesSlides/notesSlide8.xml" Id="R9d925e99094345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c0c7d898e4abb" /><Relationship Type="http://schemas.openxmlformats.org/officeDocument/2006/relationships/notesSlide" Target="/ppt/notesSlides/notesSlide9.xml" Id="R222e7f8ff5fe48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e0c59b83c4c9e" /><Relationship Type="http://schemas.openxmlformats.org/officeDocument/2006/relationships/notesSlide" Target="/ppt/notesSlides/notesSlide10.xml" Id="Rcde3c286905e4e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68437cd12429d" /><Relationship Type="http://schemas.openxmlformats.org/officeDocument/2006/relationships/notesSlide" Target="/ppt/notesSlides/notesSlide11.xml" Id="R9c6263b46cc144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776d5317f402b" /><Relationship Type="http://schemas.openxmlformats.org/officeDocument/2006/relationships/notesSlide" Target="/ppt/notesSlides/notesSlide12.xml" Id="Ra48b8e91cf8749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8d3547aa3478c" /><Relationship Type="http://schemas.openxmlformats.org/officeDocument/2006/relationships/notesSlide" Target="/ppt/notesSlides/notesSlide13.xml" Id="R5d331b0309e0479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067fce7ee4b8d" /><Relationship Type="http://schemas.openxmlformats.org/officeDocument/2006/relationships/notesSlide" Target="/ppt/notesSlides/notesSlide14.xml" Id="R3e620e6e26b241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66371cfce4fa4" /><Relationship Type="http://schemas.openxmlformats.org/officeDocument/2006/relationships/notesSlide" Target="/ppt/notesSlides/notesSlide15.xml" Id="Rf5536d99c8d54d4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5002caa864702" /><Relationship Type="http://schemas.openxmlformats.org/officeDocument/2006/relationships/notesSlide" Target="/ppt/notesSlides/notesSlide16.xml" Id="R7ff6842ad316423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fe149aff54712" /><Relationship Type="http://schemas.openxmlformats.org/officeDocument/2006/relationships/notesSlide" Target="/ppt/notesSlides/notesSlide17.xml" Id="R69de385984544c9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50fce03ca4b17" /><Relationship Type="http://schemas.openxmlformats.org/officeDocument/2006/relationships/notesSlide" Target="/ppt/notesSlides/notesSlide18.xml" Id="Rde7890aed8bb4c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20828C-3030-48A1-8A31-A5156854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783C1-E5A6-4292-B762-EF0F3EF0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8245F-9B8C-4BA7-AC85-FA4B4168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EDD74-37DF-4970-92DC-4EC91EE3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96352-2730-486E-89A7-19755D76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A9E9D-FE26-4EE5-AD76-BF16C481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66D82-5954-442E-B911-E4EE71D0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9F0C1-CF70-4E67-91DB-BF3416CE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DB7F3-7476-40F5-B2B4-3C85E0AE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74666-AF20-4C0A-B914-92A50E5C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88CC4-5BA7-4E43-AA27-F858C141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B148A-E4D5-4417-96C1-48219027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0E85C-7030-4092-AE59-A352F888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6F9E70-0B34-41AC-9E0D-A4BED05A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trusted partner's guide to when ShiftBy can help.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FB8876B4-AFC2-47EB-A1F2-8CFF4CA9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BE8B7-FAE8-4F78-9F71-964ACECC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EA8F45-AA78-4413-8650-A63D055D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0BFEEF-FEEE-4DB7-A5B5-9C2FF516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36D10F-D19E-47CB-B2A4-B26DEB02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E4E2BA-FCDC-4B9F-98A5-9005E937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7385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D938DC-3772-4F35-A696-2F3A59ED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FB8C8-5A85-47DA-B33E-C042EBAD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71AC6-6323-4A64-A5CA-FE41570C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E940C-504A-44D2-BE22-290D7858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2FAFF-07BA-48C7-870E-51FFEFD4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119E1-9AE9-4B24-99D8-797B7014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45082-A9E5-48A7-9D53-84228758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26CA4-4790-46B9-AF4F-7FDD4F53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8F8C2-4607-4E38-93F3-CF83432C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5048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</a:t>
            </a:r>
          </a:p>
          <a:p xmlns:a="http://schemas.openxmlformats.org/drawingml/2006/main">
            <a:pPr algn="l">
              <a:defRPr sz="5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artifacts.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2C33B-5946-443A-956D-2816DD06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05500"/>
            <a:ext cx="400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Organizations struggle to</a:t>
            </a:r>
          </a:p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understanding.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B23C8-A7FB-44A2-8383-85DBA0D7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F08A2-CF6A-4AC5-9085-09FC7774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5618D-4BC5-430E-96BD-B7C3D64F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31979-182C-4D9D-B48D-A66482FE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70FEA-E92F-40AA-A4E9-B0095AE8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55178-5008-45D3-92D8-D40821FE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C63D3C-D660-4B29-A026-72ED7949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B44ED-DC3D-4781-B20A-ECFD0890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8A21C6-4535-45CD-BCAB-56F8B914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BDC7BD-C424-436F-BBA2-6566E762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C8D723-37F0-447C-A6B2-06A6590B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2BF977-82BA-4D3B-92F9-DE215D10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exists to help understanding remain available when execution changes.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FC9E0992-CFB9-4913-9AA6-2F7C2382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DB3062-2E56-4364-A823-D8577C2F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1D28FF-99DC-42A4-A95F-79680CA1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A56CDA-01D9-4025-B82D-9094AD66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1AA86A-2444-41D7-B5C1-47BAAC8C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9E3DFE-8905-4E6B-BCF4-F6ABD764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309382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3F643E-DF3A-499D-8F50-870F0D5D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A1AD7-F47A-48A7-AFAC-B3A21770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1D7CF-C296-4DCF-8CCD-679A1AD0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B6340-EACD-4B2E-8473-237CA60D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4FDA0-B682-4736-A1D8-EF328432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0A44C-1406-4666-AF37-85B6479F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2ADD3-3744-4104-9F9F-C5D044C7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1CCA5-9327-4F14-A203-9B90F8BA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DD24B-9DBB-4847-B2F3-1041BD47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762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67BB7-672E-4D8E-9414-D3F7AEEA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F72D6-1C66-4295-B622-AC9FE9D1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FFCAB-C21E-464C-8A4D-98FD61A9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80705-18B4-4A8A-B961-1B28775B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57190D-698D-4E48-9BBB-CE13589A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D50348-AC65-4AFE-94A3-BBCD77B2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90BE0-6F97-4D1A-B040-6E8986D9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B0F513-CFC3-4999-9F84-3411612C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5C1AA2-4835-4E6B-995F-990A992A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31732B-AE71-4629-9255-B2C77A6A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F070C7-9856-4A71-A3B0-940CFBCB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4D69B8-C246-44E6-B233-7A16FCC8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DBC877-67A6-49B3-BE37-0E40E9C9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90BC96-6508-49CE-81D5-ED8E272B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83821B-42F0-4BA5-B9A3-857A8EED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5FA6CB-7E08-4A12-BD81-8709D4E9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343B08-72C8-43FC-BAE1-FC2E14A8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625D51-5198-45AA-AFA1-5882D664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4EF63D-3406-457A-B0B6-EFA62EC6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3345AF-B79F-462F-B6CD-72597E79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D51F66-100D-404B-91D1-D2B4060F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8DD6BB-B176-4FDB-8840-2E997FFC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372DD3-E477-4A71-B296-9745E51F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9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FDB2F2-704E-43B6-86E6-206EC433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E9048F-451D-4EA8-8841-C1B5A144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partner should be able to connect ShiftBy to value creation, risk reduction, and trust preservation.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D4E813A5-6BC8-451F-8EBE-0E4B392B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87294A-623C-4B5C-A4A8-409A2980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AE7885-DF7E-4C3C-AF9E-2FEC0E94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7EB74C-581F-45CA-A9C1-1D7784AF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77E6D5-E429-4280-BBD2-570D87B4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1724EF-3ACF-46EB-B169-BB57E6C3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235194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AB9C8D-196E-4098-B4E6-712D639F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40BC5-7092-415A-9C5C-237A0C39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A5E1B-B78C-499E-AF63-B6D2C0D4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D5D85-975E-467E-A99F-94D5FE94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2F44D-652A-467C-B871-037D073D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0A4A8-74E8-4FCF-959C-70D8EAF4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09005-FAD2-40B3-83F1-B7F3504A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A2A32-A268-430E-9AE4-A49EF1BF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A009C-FC10-48A6-AA90-B2ECB6E4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 Similar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challenges around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AE141-3A83-45C2-B7C7-1E862B31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385347-C415-46F2-A86B-38A1ED6F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4A31E2-6E05-4D18-9832-68A8871F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F5FE0-C830-4750-A1F1-CEC33F41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FDFC2-9C4F-4CF8-A3F9-C3591B58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4E6D14-0B74-4A15-9F8D-1F13C253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A6F8F0-DD65-423E-B472-4D1A4A72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A2FAFD-14CF-457C-8AE6-FE64DF46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31FE4D-CAFD-461F-9F6F-BA430923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31A82B-D27E-47CC-8B08-BA49D930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F20F7F-E2AA-4563-A33D-507668C2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C47362-6EB9-48F4-B5BA-A3FEB338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FA6465-63F7-447B-8DF7-392C2402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77C44E-E02F-41C9-B03F-8C904EEB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A480DA-8A5B-4076-9392-6C888E61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73A635-AF21-4D40-9A71-E6E09C01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challenges around change, knowledge,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A4B951-1D83-4A3A-A123-D71E12DC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BA58F0-AE58-4EAB-B696-09C400CF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Use this slide to help partners recognize familiar industry contexts.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A463E6A3-6FA2-4006-8393-0B7DF35E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2D4889-2F3A-49A4-8D08-138AAD31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518A7F-3D31-42AC-81EC-65409A7E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A42508-23A2-4AF0-AC31-427F431A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9D8271-38B9-49D3-8F29-AD6D9DF2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1E15EF-C67B-4AAE-AE8D-9F9E9F53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408015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7B7C6F-6C97-434E-8887-75F6A3CB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81459-4DC8-4E72-BB0C-98980BCD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B7C67-209E-411A-815E-9A6444A8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61EAD-9DFE-4EDB-9DA0-44232730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B1E7C-EE04-4940-96B6-79014926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251B0-D3B8-4315-B005-44437947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ORGANIZATIONAL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8E1B0-B9B6-4321-9E4C-86651ECD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2A7F5-9A9E-4E20-84AC-BA57D1D1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384CA-290F-4189-A0A2-54F9D3DD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judgment, change,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accountability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F45D8B-B7F5-42A6-BB9A-82F00090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EFF5F-541C-4BD8-92F3-2570F160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197C8-D66B-4806-8E33-6CCF1A5C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13298-BEA4-40D0-B887-F091A223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8401E-3D99-44F1-8EC9-A3C56C68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69DC2-E307-457C-B2EB-6A97731E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CFAD5-E63C-4964-AB1B-5D3C5EA2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A59A6-0C92-4E3C-8B21-9EB70279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08C8FE-3F6F-4EBD-A559-6D19FBF0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52CAEF-5B7C-4FAA-B721-FFB768D5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A0A334-D49D-49D6-8444-A3EA30C2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EF8A05-16C7-492A-8428-8FE5C0AE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E91521-3847-4557-A1FB-8EE295F3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FE2FC7-315F-4912-9642-41C4C597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B3A93F-39C2-43D9-B191-D90D6B0A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952189-9AC1-4AA3-99B1-9C229EDA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7C7561-5E1C-497E-8613-37E8C630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28473E-436B-48DA-8D88-AD4ECFCB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90391F-27C0-404E-9F42-34A3B57D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6D052C-D90F-41A5-953E-DE3DBE32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9E1BC9-949C-4952-A685-4F3571DE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3A080C-F8DB-48B6-BED3-8732BA3A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14FAB9-98EB-4A8E-B099-2C0B6EE4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05CB8B-6365-498F-8BB8-DFC323B6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866551-2454-4BF2-BA5A-3D2CF829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3DF036-2C3D-40F8-86F2-8D941F99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058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Not every function owns AI. Many functions inherit the</a:t>
            </a:r>
          </a:p>
          <a:p xmlns:a="http://schemas.openxmlformats.org/drawingml/2006/main">
            <a:pPr algn="l">
              <a:defRPr sz="36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consequences of AI-enabled change.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29FDD6-1008-445E-8D22-7BDA4D4E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5C208B-607D-4CAE-9F5D-BBD411FF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Not every function owns AI. Many functions inherit the consequences of AI-enabled change.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91865B1F-2984-4496-8EBE-A2555354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F45CA1-CF1A-473A-971A-1BB1C3A9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C19425-7A0F-4E2F-A7F3-87FA73FF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1909FE-00F6-4FB6-9F2E-C279DFA1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93F082-CAE2-4B41-B90C-1EE492C2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3EAD19-A6F9-4218-86D8-62A84A82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204019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6FC90C-ADA5-424D-8051-C279AF9F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1732E-F3DD-449C-A6BB-92FC5EBB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4C852-00A8-4D41-BA51-DB80A43C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86298-3F69-4DE1-9295-5A173835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5FE0A-6688-4907-8007-E625B2A4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B2699-91A4-48D7-8B15-4268ED76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A2DCC-68CF-4BBF-A7CB-50626335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FA8E4-84DF-453E-9CB3-48CB69ED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5A76DE-948D-413F-B7FA-C5C104AB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47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When you hear this,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there may be a ShiftBy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conversation.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42F23C-621D-4D55-B448-F7E4E2A8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2FDEE-10E6-4689-8BE0-2C537495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51A57-8B1F-4297-905D-F9F287B0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but do not know where to 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D0EDE-BA47-49CC-912C-8419B5B5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F3D55-D4BE-4136-8073-FACEE60D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44ABA5-2B09-4EEF-A4F5-826B35C2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many AI ideas but cannot prioritize.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3EC18-50CE-4460-BF2C-D53F2AB3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C01498-4AE3-49AB-81C4-A34C4864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9CF745-C3B6-41A1-807D-7997DC70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governance, audit readiness, and oversight.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CB9D32-4BE6-4355-A67F-0B99B0D6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74614E-977D-4298-8641-28E9394B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37285D-7BD0-4582-BCFD-CA9192AA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operational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F68A0E-6F56-418B-BB98-1957C010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533D25-86EE-4E26-9514-07C6F1B5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CACAAC-506E-44E3-BA3A-D172F8AB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concerned about losing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03393F-7C0C-41F3-A084-E4EE8907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F93366-EC4B-4098-8E9D-D59A891C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This is the partner's recognition slide: listen for uncertainty, prioritization, trust, operations, and knowledge loss.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F69FC020-5EA9-4BF0-8CFE-09AF6524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8649E3-0C4C-460C-B878-42C07BC4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1ED3B8-11A4-4899-830F-DBAF12D3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909DF3-FDB2-45FF-9739-5DBCAA7C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10DC09-B8D6-4151-9099-35AD5DD9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D90D5E-4322-4207-B509-3BD32CAC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4306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DB2A99-1EAF-454B-9E06-896C18EF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4525A-23BC-4CFE-A54E-86B3AADB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774F5-FCB0-4638-9BC2-3204D8EA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7235C-11C6-478A-A7EA-2E13DB55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3BC44-0115-4177-9B1C-F22925E3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81EFB-3C83-40C3-86C0-16B797F2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CONVERSATION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CA1E9-A958-4B4C-8C92-52A2A783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6948D-FC18-42EC-BE8C-0AE78BF2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69670-1C7A-4E9D-B203-3E46C4D4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00F21-E9AB-48AE-B88D-D5A21B6E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4953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22ABE-C581-4392-95F9-C7E420B4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DCFA3-1CDD-4677-A32B-1727161B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23ACC7-F5ED-42C6-BF69-670E3792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9F166-78B0-4964-ABB5-A9529B24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B7340-AA46-4971-B3A0-1FF0BA92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1B125-37E5-4515-A108-435C7514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98C38F-A841-4F19-8E37-B0306515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61E223-6BC8-4F09-B896-C71EA509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75DB51-2CAA-4B8F-9A62-1CB46C03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D72F49-C498-4F5A-9BFD-044AAC39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EDA9AB-D91F-46BB-99C4-BFFE6359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03737C-4FDC-4F79-AC46-D67FB030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BBEABA-47E6-41B5-83A2-044AD488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96D59C-1698-47DE-824C-E62E0D39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5180FF-AA10-49CE-A76B-297A7B03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AF207F-0E7D-4B1A-ACA4-327837FD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B8674C-F088-4EA8-B989-2B870C40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04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harder question is whether their data, knowledge,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people, governance, and operating model are ready.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F93E73-2FF1-460B-ADBA-5E39C329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47C08A-9201-4CC3-B1D0-97B21BE4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Map situations to conversation domain.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F680E01D-5A5C-464F-B697-B101FC36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871B8E-E788-49DE-A5AD-EDC8B5CA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DF9503-1A01-48D8-95D9-A82C63EF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4CE8F8-6BF4-497B-9330-7FD34DF6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F7BE6F-A83E-47C7-BD1B-E42BD0EE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950723-EB2E-4704-A7F9-8E64DE7E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465115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BEC7F1-DB9F-4650-8CB6-97BCB814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5E202-2FC6-4EEB-AC91-7083B94F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C13F1-1B02-4071-AE84-03A4C515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EC053-C76C-4B19-88E3-058A324D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1F97F-B863-435F-8E91-E19EA93D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FDFEB-B2CF-4EDB-9C88-57D13484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BUSINESS VALUE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96E97-9EF1-4067-925F-FB4E9A9D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9F80F-8179-4A7F-9315-32CD9134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4E37C-83D8-4CA8-80D4-D57D3483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9D249-18E3-4643-8E63-2E4C8F93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67CDA-51F0-4DE2-8513-3CDED12E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5B4BE-0074-44B9-BD5D-1AFCBCA4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E95933-C6BE-462F-BEAD-19CE556C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FAE270-9F65-42F4-BF4D-E9C824F2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7B980F-9C6F-4F22-853A-812760C9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75FBE-A419-4772-8E8B-D766B365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086618-72DE-42A6-B4A7-EC837B33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80A11B-9E6B-4E5B-981D-2BD6729E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68507-F879-4CEE-BDCF-8A759BBC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3185DC-A4B0-4BAC-AFE4-8CA8D535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BF6892-73BA-4CAA-B2AE-9EDDD1C4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CA1985-A497-4F62-BBA6-829365EC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29909D-668C-451A-8F21-D5BC8946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20EF08-B096-4EF0-8EF6-DB92296A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15150"/>
            <a:ext cx="7429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33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33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33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33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E9BA8E-4DFF-465B-AE4F-34D918F7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702AAC-1C8B-4512-964F-FE7C68CF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Organizations often have more AI ideas than they can realistically pursue.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E40ADE1F-9AF7-4C5B-A7A8-3B221E2E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99C3C8-F554-43CE-A9ED-4F9654ED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B30EE3-A736-44E4-B8D2-1A3DCE84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6C7C94-B8FA-4753-990B-7C8D9D08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302C92-DF09-4653-A6B5-EAE50239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F3E547-3FB6-445B-8409-C56BC8C0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119337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688307-87A4-4EF0-82FF-15A1D7F1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595F7-6E60-48FC-AD26-B923517F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158B6-4AF4-4DF5-A723-0AA3513F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FAAEF-2F97-4F98-92E1-6732C583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D55DC-1B4C-4F04-8FE6-4C5DD04E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B62E2-81C4-4AE9-A29D-C951401E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AND OVERSIGHT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F0B1C-1950-415E-B3FA-4506FCCF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26AAE-4C62-4B63-8F73-27AF50B8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A147C-417F-4D06-A19F-90996347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3772C-4A3B-4926-BEBC-3AA66636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5CDFC-53C7-481B-96DC-B084BBCA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48225"/>
            <a:ext cx="5048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REDUCING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3B97D-A49A-416C-9469-7D7DE451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FB53F-7A60-4D43-B034-0329B153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49D6B9-7E6D-4A5E-8B3F-03C7832D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E2835F-C5AD-4C68-9A13-58E16E6D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D457C-C918-4C0A-AF01-10225B57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38EDDA-61C5-4986-8EC5-995C18B4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4A95D-301B-4E44-AE54-3ACFCEAD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5365E5-27DF-4E8C-AF3A-E55D390E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A5E492-F7D3-47D3-9F31-05D8A166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9C2045-2774-4BB6-BC5D-D2D719D4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785300-4DA6-4608-B5AC-8746D8F7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12FAB4-9837-4A18-8B29-4BC9FCE8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8FB7EF-9730-4F76-8825-3F0E3917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BDCA1E-BC26-41B8-BBAA-A8F6E34C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C8438A-D9AC-4240-9305-B30D38E1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9F6132-43AB-4A7B-90B4-424FC298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A5F95F-3BB4-4E9C-9FC3-A52A50E2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60A8E1-D2EF-4E3D-B036-B12571A2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BDDFD4-AE7C-491A-8487-CA552E26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385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A92A81-F9DA-4FC5-980E-DFFA072B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740C88-5168-4A1A-BC85-72AF74E2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B8832D-E90C-4FA1-A61D-083018DE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8134350"/>
            <a:ext cx="771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need decisions that can be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70C43F-13A6-491E-85E8-A9C8D6FC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8DF93F-611E-4BB5-B876-1C4F214A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Trust and oversight conversation.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C9A3ABD2-90F6-4972-8E6C-FF9767E4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F2F82A-FA60-429D-B899-519ED410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6F3366-6508-4A28-96C7-6DF26717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4E1553-3914-4189-AD78-BC268517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741BB8-EE38-4E61-BC95-8646F1D8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900871-A0C0-4387-A456-E6D1F888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413480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544A03-8432-49EC-97AA-87FA3B37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B9AA9-0993-4B70-8BFB-C1D1BBE3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984A3-756F-43D9-AC8D-E680DEA2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CCA0C-AB98-468C-BDB5-D799620A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DCE3E-1733-437F-90C4-7E73E059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35CE3-4071-4D40-8D3C-A9201FB7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FUTURE-STATE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B7C6C-CA01-48D8-984B-E549F760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D3337-C217-45C7-A1FA-2C93B128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EB919-F305-4A6B-8F30-2A14B78F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DBEAA-1647-435B-94F1-30E1073A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B99A1-99A4-4DF2-90D6-8DD49F68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WITHOUT LOSING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OR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BAB69-31CE-44EC-B87E-3CEB3A7C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F5E848-3D23-4B0F-9552-3305683E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276238-C282-4FAB-891A-6DA2FAF5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A3198-DD2E-4E8C-B3F1-E6FCD14C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07B6E-C146-478C-AD9A-E8A8AF77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C708D-7BA5-47EF-A314-B3CBDBF0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D0D03-2A03-4A9E-B1FF-F65239A8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88ECF1-B207-4507-8742-228B5101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F4721B-7408-4ADF-BE3E-903E906C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6B940F-5BAC-4345-829A-2478712F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6C6CF8-0400-497D-BADB-13C4D300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275101-F53B-4073-A560-E5B87EE0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artifact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18EA12-4C87-4D40-87BA-2B2C4646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036599-07B2-4A46-B463-42D04CCA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visible.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8A5AC7-FF67-4127-A7CE-818C5CF8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0A332B-9280-4342-A021-89183224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Future-state operational conversation.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38D8BB7C-909E-43FF-A036-2826C704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6BEA45-5EC6-41B2-8165-4319B87E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D54646-6756-4F99-90E8-A120E954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C39551-6685-4AAB-A15C-81065D98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D384BA-018C-4D30-A646-442F4385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F9A615-4CB1-482F-8D2C-CF58F753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19328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102E49-A658-483A-A935-655C9C7C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46B38-20CF-4E13-81FE-D105F40D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35F4D-8D4E-4DFE-A514-DA01E9D6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8814D-5216-4CF6-8930-F468A442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4B7C5-ACB1-48CD-812F-F159ABA5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399E6-6BAC-45F0-AACD-DC661C31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EC5CF-EBF9-403F-BE6D-183060EA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98AC9-8E45-44E6-9B42-E18D3AE8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EF02F-2D3E-4722-9D2C-8C2BC2BC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76FCF3-AD0C-410A-A849-25A5EB67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A5CB3-7333-454D-821D-E56EB8F3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face</a:t>
            </a:r>
          </a:p>
          <a:p xmlns:a="http://schemas.openxmlformats.org/drawingml/2006/main">
            <a:pPr algn="l">
              <a:defRPr sz="5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technology shortage.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23CF0-C7A9-4277-AAA5-BC0F4EBD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76875"/>
            <a:ext cx="933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30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E1B88-11F0-47E6-A898-8DF780BF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understanding as execution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9385B-90DA-4F2F-8B07-76DF1A56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E1C7C-82BB-4DEB-AA73-F688FB71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B63D8-3BF1-4BC8-A775-3D9CA4AD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72125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753B8-AFDD-452F-A5CD-77B274EC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2863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F60F1-DF31-4E8D-BE3E-E2FE3A9D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24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E4D35-1132-4A37-B7E2-0B795AF3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743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B0A2C3-A3CA-47E3-A3A0-63950804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277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9AF2D2-436F-4F79-880B-CD6C09F9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8295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C3D4F1-9CE6-404D-B042-26920116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8382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73CBDB-C6F5-4076-82AB-5C959553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8DC8E3-C639-4468-8A2A-C2EDEFC5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Differentiation.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8C96345D-3B47-46F5-A29E-00C6AD33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621C45-0C8A-4F10-B47A-EFFEEE8C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E6F7D6-0966-4638-A565-CE6B7EAF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49FAB4-922C-48E2-9043-3E964A0E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082876-0D14-470E-BB61-B1320C50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9A152A-CD16-4194-A86F-F591EBC7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8220396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ECA79F-86C3-4456-8496-4A3EB81E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DD295-8D59-4CD7-875F-4BC312DF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2CDF3-08B1-48CA-827A-A387FD1C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56430-5158-4F08-B708-5B1BD071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E9F5B-EEC4-439B-9844-9202E55F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FB828-FB95-4552-9795-3C7A9670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CAPABILITY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A4BF7-4958-431F-B270-79FCB3C1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B108C-D7A3-4BD8-B0DF-FA45A984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F41B3-06A5-4227-A294-A9BC5E05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A6D43-9100-4781-885A-5E4F429A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55361-1E39-4A00-80A5-E48EBEE9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DEDF01-69D2-4ED2-B4B3-5763E478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C273D-B1E0-476C-9749-94C02A73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7BBEC-F2A9-40A5-A6E5-F57F8E78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5694B1-A4B6-485E-8C1E-74AF1112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6EADD9-E9F7-4F2E-9EE1-025B1C04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0EE1E-A9C8-4956-B45B-39F83368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93164-9C1B-490C-949D-687DE65A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FB90F0-377A-4405-A98F-4757032D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B19BBA-B59A-4DBC-80AA-830C4BED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53ABE0-6F27-4C42-BF13-E751C005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26B582-F11D-4CF7-95AB-4B6B8B84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743CC-08BA-4CD7-B9F4-BF1433D7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Reveal underlying capability architecture. No deep dive.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7271477A-E1A0-41FD-958D-27C4E863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EF98ED-6811-4369-8907-3E020346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65E1E-101E-4641-8412-457CB50C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0E3868-FA10-4545-A8B7-99134713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4DF250-7FFB-4E22-BFCF-992693BD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56FE90-8B2C-478D-B8D3-2790D896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802009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212DBC-890D-4A1D-BF60-204BF156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53691-7483-46A2-BE34-3E408CF3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5F2E6-E8C2-4368-94E9-D29D230E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D0D48-67CC-4483-AD46-05376842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0C79B-3B1A-4F4A-934A-D855F5D8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8B8B4-FBA6-49CE-94CF-9BE59464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68C28-6C6A-4619-91E6-0E6FD03C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89A88-8FEC-4003-A37D-066186AB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5040B-50D0-4C0E-9955-89A6EC9F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9384C-7390-46A3-8D55-C6CBE802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7DF47-86E7-4B9E-952A-77C7614E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067550"/>
            <a:ext cx="428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30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30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CDDED-2B21-486D-8B5E-D38E7644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2F2BF-A1D1-4E26-ADA7-9657C7CF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A8C0C-8A70-42CC-A276-91B6AA23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E71150-A8E2-4B51-AB43-410657A8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is adopting AI.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45692-4573-463D-9C0C-243773B9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F0EF8E-8A4A-4536-A51A-12FDB23C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D39BB6-FD72-4C28-83D6-2542873B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is undergoing significant change.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3B4C72-1F6D-406C-BE2D-3CCEA84D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91BF8-5215-47B9-B8B8-C50552D6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3874B2-8662-4664-AAC6-3E344AA9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is losing critical knowledge.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A34BC2-23F0-4291-8A20-D9880BAB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91B727-8EB4-47B1-B939-FB9B00E3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D7881E-68FF-4C06-9463-053E083B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needs stronger governance and accountability.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3CAB55-F963-4162-9D99-CD2F7D09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76F563-85EA-4DB2-A993-B64C9A0C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6AC831-4BF2-4F09-BC86-FB6C91FE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wants confidence that can be explained, reviewed, and defended.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A8F157-F3C5-4DAC-8C00-B2EE1B90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1343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18642F-D71B-4246-86B8-AB5F0338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CE469F-7A45-44DD-8FFA-091E9DC6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Most important referral slide.</a:t>
            </a:r>
          </a:p>
        </p:txBody>
      </p:sp>
      <p:sp>
        <p:nvSpPr>
          <p:cNvPr id="31" name="pager-pill">
            <a:extLst xmlns:a="http://schemas.openxmlformats.org/drawingml/2006/main">
              <a:ext uri="{FF2B5EF4-FFF2-40B4-BE49-F238E27FC236}">
                <a16:creationId xmlns:a16="http://schemas.microsoft.com/office/drawing/2014/main" id="{E3F7CD35-DDC6-446B-88E3-BE36A4D5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364987-A89D-49F5-8858-D366181E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73D625-4AB2-42A9-98C9-D5C7057D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B20449-8DEB-4A1C-A863-E18DA7CE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4FC129-EFA6-46DD-9D40-73F61C08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4B2F18-B3DB-47BC-8B5D-7E3CE49F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393121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0D6766-81C1-47C0-B1EA-884937E7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40E0A-7EA6-4373-91A6-90D52A41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6CB0C-2FF5-4267-91AF-D0D0CABA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C6D10-EDEE-42BD-A2B1-BBA0F22A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E8F83-7090-4478-9BB6-18EB8476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F01A7-D2EC-4599-8C5E-FB97D46F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9D25D-6E84-4559-93B1-D38734F4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A5D61-DA0A-4030-98F7-E9E73B42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A639A-F4C0-4B56-B5C2-19EC0771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C7800-B356-49A7-9408-81130987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41F7C-C042-4FBF-91B3-5B8E5385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EFD3A-6B1D-42D3-9399-7798891B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618EF-E0DD-4538-BA0A-A0E477DE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8312E-FEE7-4C85-8E2C-5B670B19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E4E1D-D50C-42DC-97EB-18555BD9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6C5E8B-FA8D-4805-B649-83644196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92C509-3DB6-4430-9E80-21A5FCAF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D7A0D-2CA9-452C-99EB-C68AC623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BC9A84-1CE7-444D-9433-6DD33907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6976E1-E87F-462F-A45E-7E7BF3F2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C8E5DC-A0E2-4176-9696-D415BD82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831BFE-8976-4E35-8320-E82B2509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F28DC5-2B6C-4685-B31D-BFBC0553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SHIFTBY_PARTNER_BRIEF_V1A_OPENDESIGN_IMPLEMENTATION_PASS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0BB8E376-083E-4167-8381-E287CBF3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BB7033-AC25-48DB-91F3-6D741458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FABDCD-4CC0-4990-BA45-43A532AD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FD9851-E3A8-48B1-97F1-99ECF520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8EE41A-69D5-41A1-89FF-A200BC0B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178EE6-35BD-4726-B4A8-EAB828EA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501658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F58497-9669-43CA-BAD7-B549E45E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512C4-B3B2-47D0-8377-6E25A37E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2B300-76FB-4D98-8EFC-C8FB5A71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24FFE-0E78-4F53-8A72-EE3FCDA5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9AB67-AB50-4B00-B7AC-12120469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DE755-88FC-4149-8A90-5A59DD10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D33C6-F817-4519-87F6-01521CDD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54329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AF9101-8DF8-447A-ADDF-2D0D0A5D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54FA3-4A1E-4D60-94CC-7CEE4732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F612B-B854-47CE-BD7E-1DE7CD3A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9C992-8927-4D71-B6D4-C6CBFF69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DAC03-8EB3-4154-AC38-9145F24E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2FF41-D06A-49C0-BBD6-A15D6CE9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1847E-E1B8-4C33-BC52-EF39601F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81868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A9DA8E-5A41-4791-9FAD-4BFBE059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CFA7F-FCD6-4B49-9B16-02878480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AF6C0-CE37-4AFC-8816-76FC3768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5E14F-56AC-4549-A78C-0F3D1996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C8858-C6CB-4A60-A1D0-BF52495D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4D4BB-C38A-4726-9AF0-997CEA0D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F47A9-7A43-446C-810C-5072E603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977447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4DDEE7-5D43-43BC-AA7F-062D220C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A0C97-3ACA-47F1-A06B-4E40D0E4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69D08-85EF-459E-9FFE-DEB811DC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3A198-0176-4829-9DB5-5436771B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732C4-E151-4C71-AE10-86A9EB12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5A169-06C5-4542-A340-33C755E1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F9D6D-0B9A-475C-8ACB-655FC757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853245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2026-06-15T03:49:27.3510000Z</dcterms:created>
  <dcterms:modified xsi:type="dcterms:W3CDTF">2026-06-15T03:49:27.3510000Z</dcterms:modified>
</coreProperties>
</file>