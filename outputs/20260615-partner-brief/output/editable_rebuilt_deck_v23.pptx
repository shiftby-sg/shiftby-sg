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ed8fa346a841eb" /><Relationship Type="http://schemas.openxmlformats.org/officeDocument/2006/relationships/extended-properties" Target="/docProps/app.xml" Id="R65c7191073e8483a" /><Relationship Type="http://schemas.openxmlformats.org/officeDocument/2006/relationships/officeDocument" Target="/ppt/presentation.xml" Id="R7a44b98d47ad4a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35566f3e7d4fb1"/>
  </p:sldMasterIdLst>
  <p:notesMasterIdLst>
    <p:notesMasterId xmlns:r="http://schemas.openxmlformats.org/officeDocument/2006/relationships" r:id="R2edb62deec2c4b44"/>
  </p:notesMasterIdLst>
  <p:sldIdLst>
    <p:sldId xmlns:r="http://schemas.openxmlformats.org/officeDocument/2006/relationships" id="256" r:id="Rd4f7448b8b684cfd"/>
    <p:sldId xmlns:r="http://schemas.openxmlformats.org/officeDocument/2006/relationships" id="257" r:id="Re6b5ca9c0a11422c"/>
    <p:sldId xmlns:r="http://schemas.openxmlformats.org/officeDocument/2006/relationships" id="258" r:id="R40961a2367464344"/>
    <p:sldId xmlns:r="http://schemas.openxmlformats.org/officeDocument/2006/relationships" id="259" r:id="Rd017c9572b994613"/>
    <p:sldId xmlns:r="http://schemas.openxmlformats.org/officeDocument/2006/relationships" id="260" r:id="Rbf30f15d89d14cb5"/>
    <p:sldId xmlns:r="http://schemas.openxmlformats.org/officeDocument/2006/relationships" id="261" r:id="R8c2af0dfab8e4ecf"/>
    <p:sldId xmlns:r="http://schemas.openxmlformats.org/officeDocument/2006/relationships" id="262" r:id="R64cacf489aea472d"/>
    <p:sldId xmlns:r="http://schemas.openxmlformats.org/officeDocument/2006/relationships" id="263" r:id="Rdf606aeeeb7e4441"/>
    <p:sldId xmlns:r="http://schemas.openxmlformats.org/officeDocument/2006/relationships" id="264" r:id="Ra8c4f8f044234170"/>
    <p:sldId xmlns:r="http://schemas.openxmlformats.org/officeDocument/2006/relationships" id="265" r:id="Rf9cac52a00954e44"/>
    <p:sldId xmlns:r="http://schemas.openxmlformats.org/officeDocument/2006/relationships" id="266" r:id="R7a1123ab7c254559"/>
    <p:sldId xmlns:r="http://schemas.openxmlformats.org/officeDocument/2006/relationships" id="267" r:id="Raae8965eca6d4285"/>
    <p:sldId xmlns:r="http://schemas.openxmlformats.org/officeDocument/2006/relationships" id="268" r:id="R2d2d4fb00acc43c6"/>
    <p:sldId xmlns:r="http://schemas.openxmlformats.org/officeDocument/2006/relationships" id="269" r:id="R689fdcdf4a4144ca"/>
    <p:sldId xmlns:r="http://schemas.openxmlformats.org/officeDocument/2006/relationships" id="270" r:id="R029eb13374ee49ab"/>
    <p:sldId xmlns:r="http://schemas.openxmlformats.org/officeDocument/2006/relationships" id="271" r:id="R919358a5180c4345"/>
    <p:sldId xmlns:r="http://schemas.openxmlformats.org/officeDocument/2006/relationships" id="272" r:id="R41d234810e8a43aa"/>
    <p:sldId xmlns:r="http://schemas.openxmlformats.org/officeDocument/2006/relationships" id="273" r:id="R0d23a715e8ac447f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ec79e446b242d1" /><Relationship Type="http://schemas.openxmlformats.org/officeDocument/2006/relationships/slideMaster" Target="/ppt/slideMasters/slideMaster1.xml" Id="R8f35566f3e7d4fb1" /><Relationship Type="http://schemas.openxmlformats.org/officeDocument/2006/relationships/notesMaster" Target="/ppt/notesMasters/notesMaster1.xml" Id="R2edb62deec2c4b44" /><Relationship Type="http://schemas.openxmlformats.org/officeDocument/2006/relationships/presProps" Target="/ppt/presProps.xml" Id="R424a2c5f3d6b40f8" /><Relationship Type="http://schemas.openxmlformats.org/officeDocument/2006/relationships/tableStyles" Target="/ppt/tableStyles.xml" Id="R6ad11c4d64e449a3" /><Relationship Type="http://schemas.openxmlformats.org/officeDocument/2006/relationships/slide" Target="/ppt/slides/slide1.xml" Id="Rd4f7448b8b684cfd" /><Relationship Type="http://schemas.openxmlformats.org/officeDocument/2006/relationships/slide" Target="/ppt/slides/slide2.xml" Id="Re6b5ca9c0a11422c" /><Relationship Type="http://schemas.openxmlformats.org/officeDocument/2006/relationships/slide" Target="/ppt/slides/slide3.xml" Id="R40961a2367464344" /><Relationship Type="http://schemas.openxmlformats.org/officeDocument/2006/relationships/slide" Target="/ppt/slides/slide4.xml" Id="Rd017c9572b994613" /><Relationship Type="http://schemas.openxmlformats.org/officeDocument/2006/relationships/slide" Target="/ppt/slides/slide5.xml" Id="Rbf30f15d89d14cb5" /><Relationship Type="http://schemas.openxmlformats.org/officeDocument/2006/relationships/slide" Target="/ppt/slides/slide6.xml" Id="R8c2af0dfab8e4ecf" /><Relationship Type="http://schemas.openxmlformats.org/officeDocument/2006/relationships/slide" Target="/ppt/slides/slide7.xml" Id="R64cacf489aea472d" /><Relationship Type="http://schemas.openxmlformats.org/officeDocument/2006/relationships/slide" Target="/ppt/slides/slide8.xml" Id="Rdf606aeeeb7e4441" /><Relationship Type="http://schemas.openxmlformats.org/officeDocument/2006/relationships/slide" Target="/ppt/slides/slide9.xml" Id="Ra8c4f8f044234170" /><Relationship Type="http://schemas.openxmlformats.org/officeDocument/2006/relationships/slide" Target="/ppt/slides/slide10.xml" Id="Rf9cac52a00954e44" /><Relationship Type="http://schemas.openxmlformats.org/officeDocument/2006/relationships/slide" Target="/ppt/slides/slide11.xml" Id="R7a1123ab7c254559" /><Relationship Type="http://schemas.openxmlformats.org/officeDocument/2006/relationships/slide" Target="/ppt/slides/slide12.xml" Id="Raae8965eca6d4285" /><Relationship Type="http://schemas.openxmlformats.org/officeDocument/2006/relationships/slide" Target="/ppt/slides/slide13.xml" Id="R2d2d4fb00acc43c6" /><Relationship Type="http://schemas.openxmlformats.org/officeDocument/2006/relationships/slide" Target="/ppt/slides/slide14.xml" Id="R689fdcdf4a4144ca" /><Relationship Type="http://schemas.openxmlformats.org/officeDocument/2006/relationships/slide" Target="/ppt/slides/slide15.xml" Id="R029eb13374ee49ab" /><Relationship Type="http://schemas.openxmlformats.org/officeDocument/2006/relationships/slide" Target="/ppt/slides/slide16.xml" Id="R919358a5180c4345" /><Relationship Type="http://schemas.openxmlformats.org/officeDocument/2006/relationships/slide" Target="/ppt/slides/slide17.xml" Id="R41d234810e8a43aa" /><Relationship Type="http://schemas.openxmlformats.org/officeDocument/2006/relationships/slide" Target="/ppt/slides/slide18.xml" Id="R0d23a715e8ac44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af8fb357534d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81a78e7d92400d" /><Relationship Type="http://schemas.openxmlformats.org/officeDocument/2006/relationships/notesMaster" Target="/ppt/notesMasters/notesMaster1.xml" Id="Rf13e534a0e1842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b1490b0a3f46e3" /><Relationship Type="http://schemas.openxmlformats.org/officeDocument/2006/relationships/notesMaster" Target="/ppt/notesMasters/notesMaster1.xml" Id="R5416c7ce339340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113cccba9e4aef" /><Relationship Type="http://schemas.openxmlformats.org/officeDocument/2006/relationships/notesMaster" Target="/ppt/notesMasters/notesMaster1.xml" Id="R85277329621e49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1166c6a70f431f" /><Relationship Type="http://schemas.openxmlformats.org/officeDocument/2006/relationships/notesMaster" Target="/ppt/notesMasters/notesMaster1.xml" Id="R16f9a81f39b14f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b0a13f060b4f8d" /><Relationship Type="http://schemas.openxmlformats.org/officeDocument/2006/relationships/notesMaster" Target="/ppt/notesMasters/notesMaster1.xml" Id="R37fad7da2d5e45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2fa026ec014c85" /><Relationship Type="http://schemas.openxmlformats.org/officeDocument/2006/relationships/notesMaster" Target="/ppt/notesMasters/notesMaster1.xml" Id="R3d18a43139d942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93fb19f21a40cf" /><Relationship Type="http://schemas.openxmlformats.org/officeDocument/2006/relationships/notesMaster" Target="/ppt/notesMasters/notesMaster1.xml" Id="R5890097d3be44a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b76c282a53499b" /><Relationship Type="http://schemas.openxmlformats.org/officeDocument/2006/relationships/notesMaster" Target="/ppt/notesMasters/notesMaster1.xml" Id="R94177ea47bd44a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cbcb7236f04cd7" /><Relationship Type="http://schemas.openxmlformats.org/officeDocument/2006/relationships/notesMaster" Target="/ppt/notesMasters/notesMaster1.xml" Id="Raacd9bd759d34c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783b84a6d64dac" /><Relationship Type="http://schemas.openxmlformats.org/officeDocument/2006/relationships/notesMaster" Target="/ppt/notesMasters/notesMaster1.xml" Id="Rb57c79b7b38a41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af22b824ff45f1" /><Relationship Type="http://schemas.openxmlformats.org/officeDocument/2006/relationships/notesMaster" Target="/ppt/notesMasters/notesMaster1.xml" Id="R829cc5a2020a411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ac1c428fbed4a49" /><Relationship Type="http://schemas.openxmlformats.org/officeDocument/2006/relationships/notesMaster" Target="/ppt/notesMasters/notesMaster1.xml" Id="Rd6d021d44de64ac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089c43d54ac4ed0" /><Relationship Type="http://schemas.openxmlformats.org/officeDocument/2006/relationships/notesMaster" Target="/ppt/notesMasters/notesMaster1.xml" Id="R7124ecb31a26483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af0983892ec4118" /><Relationship Type="http://schemas.openxmlformats.org/officeDocument/2006/relationships/notesMaster" Target="/ppt/notesMasters/notesMaster1.xml" Id="R3d4167f7eda444f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68fc51110f047d1" /><Relationship Type="http://schemas.openxmlformats.org/officeDocument/2006/relationships/notesMaster" Target="/ppt/notesMasters/notesMaster1.xml" Id="R585e23faa5f2437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5a9bbc4a6544fef" /><Relationship Type="http://schemas.openxmlformats.org/officeDocument/2006/relationships/notesMaster" Target="/ppt/notesMasters/notesMaster1.xml" Id="Rb13068df70bb46a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0216a789fa34d3d" /><Relationship Type="http://schemas.openxmlformats.org/officeDocument/2006/relationships/notesMaster" Target="/ppt/notesMasters/notesMaster1.xml" Id="R4c59d4f6d92743a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0a8f6dd5bc84d4e" /><Relationship Type="http://schemas.openxmlformats.org/officeDocument/2006/relationships/notesMaster" Target="/ppt/notesMasters/notesMaster1.xml" Id="Rd485ca9249ca41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b9fb11e7f841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1e32ab2d554c5b" /><Relationship Type="http://schemas.openxmlformats.org/officeDocument/2006/relationships/slideLayout" Target="/ppt/slideLayouts/slideLayout1.xml" Id="Rb85daba43d3047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5daba43d3047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02339a33d4be0" /><Relationship Type="http://schemas.openxmlformats.org/officeDocument/2006/relationships/notesSlide" Target="/ppt/notesSlides/notesSlide1.xml" Id="Rd5783fd4846743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abbf8520c4871" /><Relationship Type="http://schemas.openxmlformats.org/officeDocument/2006/relationships/notesSlide" Target="/ppt/notesSlides/notesSlide2.xml" Id="Rc33164d7565c46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565521912421a" /><Relationship Type="http://schemas.openxmlformats.org/officeDocument/2006/relationships/notesSlide" Target="/ppt/notesSlides/notesSlide3.xml" Id="R0248364affa844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2c687c80047a3" /><Relationship Type="http://schemas.openxmlformats.org/officeDocument/2006/relationships/notesSlide" Target="/ppt/notesSlides/notesSlide4.xml" Id="R90495e7b5f944f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bb145bad54cc2" /><Relationship Type="http://schemas.openxmlformats.org/officeDocument/2006/relationships/notesSlide" Target="/ppt/notesSlides/notesSlide5.xml" Id="R95fd3ee7192247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abcb7c3614311" /><Relationship Type="http://schemas.openxmlformats.org/officeDocument/2006/relationships/notesSlide" Target="/ppt/notesSlides/notesSlide6.xml" Id="Rab5201ddb7be45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3f929e9794163" /><Relationship Type="http://schemas.openxmlformats.org/officeDocument/2006/relationships/notesSlide" Target="/ppt/notesSlides/notesSlide7.xml" Id="Red8aa158ce0444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bb26ab21b43ee" /><Relationship Type="http://schemas.openxmlformats.org/officeDocument/2006/relationships/notesSlide" Target="/ppt/notesSlides/notesSlide8.xml" Id="Rd350a8d3e51e46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4d8c4660642f4" /><Relationship Type="http://schemas.openxmlformats.org/officeDocument/2006/relationships/notesSlide" Target="/ppt/notesSlides/notesSlide9.xml" Id="Rfc4a8f974cc7473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67f1aa3a04e2b" /><Relationship Type="http://schemas.openxmlformats.org/officeDocument/2006/relationships/notesSlide" Target="/ppt/notesSlides/notesSlide10.xml" Id="Rf2c2177c8d234a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08b8796184020" /><Relationship Type="http://schemas.openxmlformats.org/officeDocument/2006/relationships/notesSlide" Target="/ppt/notesSlides/notesSlide11.xml" Id="Rc65b571dfa2d4c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522e28b7c4e84" /><Relationship Type="http://schemas.openxmlformats.org/officeDocument/2006/relationships/notesSlide" Target="/ppt/notesSlides/notesSlide12.xml" Id="R900b684b4257413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0a7504bbe4084" /><Relationship Type="http://schemas.openxmlformats.org/officeDocument/2006/relationships/notesSlide" Target="/ppt/notesSlides/notesSlide13.xml" Id="Rd7071e4e21ad4c3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4b63f7c7554910" /><Relationship Type="http://schemas.openxmlformats.org/officeDocument/2006/relationships/notesSlide" Target="/ppt/notesSlides/notesSlide14.xml" Id="R6416c457fc6543e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d5eee27c6468e" /><Relationship Type="http://schemas.openxmlformats.org/officeDocument/2006/relationships/notesSlide" Target="/ppt/notesSlides/notesSlide15.xml" Id="R9d6833d9c05140b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fc42ab3874614" /><Relationship Type="http://schemas.openxmlformats.org/officeDocument/2006/relationships/notesSlide" Target="/ppt/notesSlides/notesSlide16.xml" Id="R727f20b7e3ca4fe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676ddd358044e0" /><Relationship Type="http://schemas.openxmlformats.org/officeDocument/2006/relationships/notesSlide" Target="/ppt/notesSlides/notesSlide17.xml" Id="R42dc25a4fe5744d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0992c539d344c9" /><Relationship Type="http://schemas.openxmlformats.org/officeDocument/2006/relationships/notesSlide" Target="/ppt/notesSlides/notesSlide18.xml" Id="Rbe259a35382144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48FC75-5722-4523-894F-786BB5F1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686D3-70D8-404E-911F-CA02E85D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D71868-46D0-40A5-98D9-DACB0278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BAFD3-1A1D-40A8-8AF9-34B24B3A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9797D9-C13D-4EC2-A83F-5CAD0E7D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D3075-7E84-47D4-8E7D-36D2777E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BRIEFING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C94CC8-C615-4DD1-88E3-7F3537AE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CF8C54-BA1A-46A3-BED8-2837DA7B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BE56F3-9DF1-46F4-85CC-CC6D91DA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66875"/>
            <a:ext cx="9334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preserves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5A0C1D-77C7-4ADC-A0B1-C050815F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AI advisory, coaching, and thought leadership for organizations navigating AI, governance, knowledge, and transformation.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903779-352A-42B0-BD74-0F083AFC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86000"/>
            <a:ext cx="5334000" cy="5334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0">
            <a:solidFill>
              <a:srgbClr val="EAEA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3F706F-DF5D-4D02-AEF4-90F044D6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3810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3A6C4F-415C-41FB-BD9E-EAC06E54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35020F-1552-4B60-9159-2A025B32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trusted partner's guide to when ShiftBy can help.</a:t>
            </a:r>
          </a:p>
        </p:txBody>
      </p:sp>
      <p:sp>
        <p:nvSpPr>
          <p:cNvPr id="15" name="pager-pill">
            <a:extLst xmlns:a="http://schemas.openxmlformats.org/drawingml/2006/main">
              <a:ext uri="{FF2B5EF4-FFF2-40B4-BE49-F238E27FC236}">
                <a16:creationId xmlns:a16="http://schemas.microsoft.com/office/drawing/2014/main" id="{6276B3C2-120E-47F1-866E-E45373F3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6BE76F-A109-4306-BDBF-5D156283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EFE93E-66AB-4457-938F-88CE0360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2E884B-D81F-4799-89AC-81E1CAB0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2C21F8-9C52-4DB1-9F19-ED35DD14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01 / 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5F3CDC-3E76-4000-A1CD-779A3A06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6136142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049E8D-591F-46F3-AFB0-10651F7B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83B78-6E70-4BE3-A78D-4C69D296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C43603-29FE-4EAD-B0B6-F6F688A4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0DEA6-D2FE-4583-93C4-9BF71D44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5383DF-8B4E-436C-ABAE-C0C71FA2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D88DB-ADC6-46C9-9F97-DEDC2304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WHY SHIFTBY EXISTS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6EC69C-90E8-46F5-913E-2F9760C6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C3C63-C251-4762-993F-1D557FA1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CORE OBSERVATION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5413D0-D538-4A90-841E-B9FA9518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5334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preserve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records.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They lose operating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BFF3C4-5A76-4C15-81A1-10CC2BDF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343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exists to help leaders preserve the rationale behind execution.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71DDC4-EC9B-4718-99EF-946BE665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EAA0C9-FC40-4E28-9E6B-7D71632D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decision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757769-C84E-41A7-8C80-C9FAC9CC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9243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rationale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8DAF27-8DF1-4DD2-913C-A95A1BE5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76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99D612-17E9-4265-8529-2FB8D85D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054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process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7F1D52-C42B-4230-9F7B-72C5BBB8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3054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context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A19BFD-C4CB-455E-BDEC-51AA473C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579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7F0BFD-B44C-4384-83E1-7670226A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6865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system survives.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2C2F64-5966-406F-9B1D-90D23343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865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knowledge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B4E9E8-C1AE-4934-8669-888B05F4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8390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9EB679-ADCB-4508-A965-D4EEED0D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EFE657-8857-45D1-838F-5399C365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exists to help understanding remain available when execution changes.</a:t>
            </a:r>
          </a:p>
        </p:txBody>
      </p:sp>
      <p:sp>
        <p:nvSpPr>
          <p:cNvPr id="23" name="pager-pill">
            <a:extLst xmlns:a="http://schemas.openxmlformats.org/drawingml/2006/main">
              <a:ext uri="{FF2B5EF4-FFF2-40B4-BE49-F238E27FC236}">
                <a16:creationId xmlns:a16="http://schemas.microsoft.com/office/drawing/2014/main" id="{2DED84ED-161E-41A6-BF87-E491F485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4B64E0-8C9D-4FF2-BF35-C98B103A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A2E640-7783-4A35-BF5A-891928FD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20DB68-2685-4D2F-A3C4-F2E49573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B1393E-3F81-4379-983D-383A160A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E20EF5-ED4C-452D-9B1B-7F18C307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8927188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1D2BC2-F416-4474-8182-7668D871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79E52F-42E5-4FB8-B1F4-0C6E0C03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BC422-CA1B-49F7-842B-0BE71A1F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9D60E-F352-4B0B-8519-D843FC76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E6D62E-FFED-41AA-BADC-6361D9C3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19588-A441-474F-B411-F9F814C3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VALUE 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CDBB3-A601-46EC-8974-385AF369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6923A-4BBF-4AC7-937D-60B3481F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ORGANIZATIONS ENGAGE SHIFTBY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269646-2D6D-4D17-ABC3-F12E49C3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Value, risk, and trust are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connected.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C332E0-6AE8-4EE4-A31C-68FACD2B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2E185E-B594-483F-932F-5E1F124A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CREATE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A334C6-3477-40FD-860D-1A24905D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Clarify where AI can create meaningful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510CA2-AAB7-4147-B3E7-F04D9A91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Prioritize AI opportunities and investments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27F657-7D24-4EB5-A0EC-C5534141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decision quality and visibility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0A60AC-E3BF-4C2B-9779-26E1EEB8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Accelerate responsible AI adoption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F6ADD5-6F43-4D2C-B06F-AC183381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organizational effectiveness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0A50C7-9085-4E92-A1B3-D9FDED13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58DE54-10F0-4FF9-BBE2-72825367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26FC6E-69A1-45A4-A6CC-7E8C7A84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Strengthen governance and oversight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6FC399-ACE2-4AFC-93BB-592C8798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audit readiness and assurance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9A1779-6EF3-463A-8028-5D1421AC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Address AI security and privacy concerns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778F43-5660-42AC-BCC4-239360E7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accountability and traceability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459240-015A-4F4F-918F-754CBAC6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visibility of AI-related risks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8E5906-2E1A-4A42-95EA-1836EC48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15400A-9626-44A8-8EE4-BC94B4F3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264923-DD87-4240-AE66-CF0A038E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Preserve organizational knowledge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435758-2610-4C7E-B19E-900BF6B6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explainability of important decisions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A2FCB7-FA01-4693-9700-5C686DB6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Retain rationale as systems evolve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21A5C4-412A-4A59-9706-93FE9442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accountability as execution changes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F62706-5FA4-45B7-BFC6-68F5D947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Increase confidence in AI-enabled operations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301BDF-BD0E-4709-A247-1C4C771C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D0D785-9E7C-416C-A60D-8471BE7A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343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helps organizations navigate all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three.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7B8ABF-47CD-460B-AD02-FB49F3D0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A344AF-A7B5-488C-A2C3-C75F67DF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partner should be able to connect ShiftBy to value creation, risk reduction, and trust preservation.</a:t>
            </a:r>
          </a:p>
        </p:txBody>
      </p:sp>
      <p:sp>
        <p:nvSpPr>
          <p:cNvPr id="35" name="pager-pill">
            <a:extLst xmlns:a="http://schemas.openxmlformats.org/drawingml/2006/main">
              <a:ext uri="{FF2B5EF4-FFF2-40B4-BE49-F238E27FC236}">
                <a16:creationId xmlns:a16="http://schemas.microsoft.com/office/drawing/2014/main" id="{7A9F13D8-F407-4469-A427-F139FF5F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95268A-A394-4986-84F9-1E9F2DBA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5154FA-A06D-400D-BE26-6D2B8663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840243-1BD9-4C0C-80B6-5C9249BE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BACAA0-8836-4547-BACD-B1E9B868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7E2C76-75F2-4AD4-AF18-93220EEF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4563520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9EDA66-6ED3-4403-BE53-2D7FDF18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C99A7E-55F8-4BE5-A0BC-EC654F48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C18F08-58EA-4A11-9954-549B622E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5A471D-A31A-4F41-9EAC-B7222929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BFD792-788F-4D75-B333-D5DE9F69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17CADC-8003-465E-9716-5927BCB2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INDUSTRY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247C0-E7BC-4386-9933-0D014E19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FDBC37-BC5E-4331-923C-3082B7A7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INDUSTRIES WHERE SIMILAR CONVERSATIONS FREQUENTLY ARISE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F4BB9D-E9B2-4524-B277-255E455A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 Similar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challenges around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034D74-C527-48E3-8BD0-5D1523AB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82E918-7796-4E48-854B-DECD0963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Pharmaceuticals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86F20D-4AD6-4BEA-96AE-050707CF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8F6AB4-6ABD-4A21-976F-45072D98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Consumer Health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6FAFB9-BD50-413A-8295-5A9E2D7C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C0644E-718C-4BA4-9E69-9DC5CD71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Medical Technology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FAA182-6111-4A4E-9E15-014CBA5C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987DE2-C0D5-4C24-96A3-F2CC6FAA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3990BB-7EC0-4023-B8D2-BC92BFDA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EDB87B-9E5B-42C3-B260-4636E92C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 &amp; Logistics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FD4B32-3FAA-4194-B376-A4D3F613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C16B9B-4FCD-4FAB-A79F-ABC53A20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E0D65A-A277-447A-9057-94649413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854F1A-CD9A-4E7B-9586-C7E1D735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Professional Services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825D79-40C2-46A0-81FD-57B527C4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19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D89901-6CA7-406B-A1C8-C2D10DA6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1437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</a:t>
            </a:r>
          </a:p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Similar challenges around change, knowledge,</a:t>
            </a:r>
          </a:p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accountability, and confidence.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7D2CB0-E87D-46A8-A330-B82FD045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A8E27E-36A9-454D-B554-0DFC16E8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Use this slide to help partners recognize familiar industry contexts.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D073D164-7F6B-47CE-B888-83DC8BBA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D26F9F-3F93-497C-919E-2F30C369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F172CF-BE28-4BE2-AA38-6EFB8F8A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6A697B-1367-423A-9418-83BEC391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C024D4-CD20-4C55-8D89-1883214D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54BA10-3605-4D87-A47D-520E3C7C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0186968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E89971-40D6-4456-9793-2187930F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DBE37E-99FB-4D6E-B472-D1CC9EA1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B702B4-7667-408B-82C5-22305156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20409-00A9-46E3-8591-EA4C7E11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78E6F-D66D-472B-BEE2-A4156FC7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BB8DDD-D1F0-400E-8844-E2295552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ORGANIZATIONAL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611494-B98F-4287-9147-003A7372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7C2667-FD83-425B-8888-B1268BB4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BUSINESS FUNCTIONS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3C444F-825F-4916-9FE5-DB07A729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conversations often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start where responsibility,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change, and control meet.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6204CB-4760-4E76-8D64-79D5A453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5D2607-E307-4E4D-A574-AAEB706B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Leadership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5B381F-182A-4A39-A925-74199E20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C5B749-689E-407C-9B6D-6FFA996F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Research &amp; Development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1A067A-06C0-41D8-BF51-C1F149F4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BA2355-9EB1-49B9-9FFC-87C24D93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B90AD5-C237-4C4C-AABD-69B2F549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C2F19B-20A5-48D4-BD5A-EAFA0F52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CB11D7-546E-4D31-94AC-888C9E6A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25C227-08C7-449F-85EA-E618AF06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Quality &amp; Compliance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97F7A5-4283-46FB-AC5D-1BE96631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14448E-F391-412D-A005-F2ED446B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Procurement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78C6DE-DB2E-4801-BE61-2050F967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A27260-C91C-4A94-9C0A-DF0E7BE5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E36AC3-349C-486B-9A94-8C61C518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8F15A4-CCF1-47AA-B347-67C5F3C3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2D7E45-D836-468B-ACCC-607F96CF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7FEBEE-4585-42A2-97DC-DE5CEA00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Enterprise Architecture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769D53-DF5E-44C0-8C44-B6591CAD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6D0081-F1D6-4E10-8104-F9E63458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Risk &amp; Governance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0FCCD1-45D2-44C7-8415-255B0EC1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4083FD-C055-471F-A8DE-F5136C57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Internal Audit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11EEEA-D2AC-4BD1-A426-697E888D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BC9C34-C0C4-4A26-9FA1-15791933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 Offices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A5A90A-F2BA-4682-BAEE-95CBC235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572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FB549A-87CA-4D92-8806-921D5D0B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439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Many functions inherit AI-enabled change</a:t>
            </a:r>
          </a:p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before they own 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5B6C2C-F09F-4B8B-A5DD-A58162C4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91C6A8-F64C-49A4-949B-589BA576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Many functions inherit AI-enabled change before they own it.</a:t>
            </a:r>
          </a:p>
        </p:txBody>
      </p:sp>
      <p:sp>
        <p:nvSpPr>
          <p:cNvPr id="38" name="pager-pill">
            <a:extLst xmlns:a="http://schemas.openxmlformats.org/drawingml/2006/main">
              <a:ext uri="{FF2B5EF4-FFF2-40B4-BE49-F238E27FC236}">
                <a16:creationId xmlns:a16="http://schemas.microsoft.com/office/drawing/2014/main" id="{992DDAF8-335F-49FF-A8E4-E7D1DE07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21949B-3EE8-45BD-A292-F83002B1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B4B76B-295C-4EE4-AFB8-40F6500E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2960E5-F30F-4FEC-B3ED-389B4C6C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00A654D-2162-4263-807C-138F5E5A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8CF114C-C28C-4B18-9B3A-AEC6C084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1088332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77AD98-7EB0-4153-9A4B-0E326BFA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C0253-6628-4848-A321-1F2480EA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11A2F-01EB-4E48-A23F-92998AD5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7015B-F64B-48C9-ABD9-83E40111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887495-26AA-499E-BCDE-77C1921C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14B52F-26CE-49CB-A589-79621786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TRIGGERS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A03A5-7AC4-4EEA-A59D-8C4153FF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5FA30-4528-452C-AC74-4591B8EE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TYPICAL SITUATIONS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18502E-AA23-4960-A767-7744E47C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8858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When you hear this,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there may be a ShiftBy conversation.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5BCCDD-DD08-44C7-9210-1890AFF5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D604CB-3930-4C64-80DF-8B3C3A9A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3AEB59-B8E0-40C1-BAE2-0E6AE14E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exploring AI but do not know where to start.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402895-95F1-4B72-986B-C5F842C8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DD30FF-3671-43C5-84A6-5EA6C971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DDF619-D4B0-4319-9C7C-28576FF3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have many AI ideas but cannot prioritize.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28E910-EB06-4127-B86B-82D21430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AB9B11-2A20-44F3-AB69-4338EBD7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A31939-1F85-44A5-9785-6DB8F52D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need governance, audit readiness, and oversight.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D984E2-0CA6-4349-B512-29F57F10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8E215E-4F12-438E-8B00-AFA42280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BAB43A-A8B2-40D5-81DA-433740CF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introducing AI agents into operational workflows.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D2000C-91F3-400B-8552-3991F8DF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351787-050C-4657-8C90-A51B1422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AC5237-C693-4017-AA33-4315B5CB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concerned about losing critical knowledge.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19EDEB-0E34-4D2A-9086-75952731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6FB192-D3A5-4464-8A4C-A171AB66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This is the partner's recognition slide: listen for uncertainty, prioritization, trust, operations, and knowledge loss.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7F8CB479-281B-4ECE-8ABA-8633C506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F7F685-C637-45FA-B391-0A8D0D35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C47196-133E-4465-BB3F-B138E045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D38E51-ADD0-4538-952B-7DA5AC8C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319611-D967-4AC8-8319-CBFFA7DA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454D6C-CA78-4E9D-85D9-0CD4C557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4618927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F354AA-EBD7-4EF9-87DE-9B936B8A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487B1-89D1-4DC0-8B1F-AFFF7E50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24F6F-CD50-4B5A-BA1B-17B9B115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5133E-AA6B-4495-83D6-A4A4FD7C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645C5-C796-4D53-9E6F-FAAF259B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6B3FDF-15F1-453D-BED6-B40E2CDE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CONVERSATION DOMAIN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2EDB0E-4BD1-47DE-9059-813F3A10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626DEE-0177-4648-AB95-D63CC866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A215A6-161B-4316-BA09-DAC0A31C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PREPARING FOR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FF1FBA-374B-4D56-9A34-1E1A9AE8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Readiness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&amp; Enablement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10F3A9-FE3C-4581-9E22-1A47ACD4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UNCERTAINTY BEFORE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MAJOR AI DECISIONS.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D04C3E-A186-47B4-B103-45F52916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61925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B966C9-1FD9-4436-8F82-53929EEB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3429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BBA637-179A-469A-A795-3B59593B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FF5D79-E402-4B50-B4C3-42D584F9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workshops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82E156-1B5E-467A-848D-68E77678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55BE6B-DA33-47CD-8DC2-F8E407D0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literacy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885406-2581-4A6B-BACB-42FAF7F4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932F4B-BBB5-4F93-AE92-E71445BB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readiness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21D3A5-F37F-44BE-AF7C-3E3FA25C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3AF8C8-3C9B-4919-82E9-D58C078D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 readiness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7A5C53-D044-4D8C-8879-A2BF9B8E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1AFA99-A5CA-4D1B-BA5A-59595FF8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 readiness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6294F4-0F0F-4939-B3FF-DA077BDA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A5F84B-2B83-4470-8905-B874A719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Workforce readiness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92AA6E-4C1D-4705-A10B-45B54A62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45795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D6BE22-CE12-4386-A081-50250292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7818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know AI matters.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harder question is whether their data, knowledge,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people, governance, and operating model are ready.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A67935-75A1-41E6-A60F-FCECA7BC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217F33-9BCC-4B1E-B00B-57C148BC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Map situations to conversation domain.</a:t>
            </a:r>
          </a:p>
        </p:txBody>
      </p:sp>
      <p:sp>
        <p:nvSpPr>
          <p:cNvPr id="30" name="pager-pill">
            <a:extLst xmlns:a="http://schemas.openxmlformats.org/drawingml/2006/main">
              <a:ext uri="{FF2B5EF4-FFF2-40B4-BE49-F238E27FC236}">
                <a16:creationId xmlns:a16="http://schemas.microsoft.com/office/drawing/2014/main" id="{A9A4875E-80D7-4141-8094-5EAB237B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6D080A-BFD0-4AFE-9712-C19E9A51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DA016F-DC9A-46F1-9901-A3234EDF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820B20-2301-499F-BFD3-A23CD6AD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7414C0-8FBE-4700-A638-DE0E5B74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5F8AD6-3B80-4A58-AC39-73CF20E5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9766246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DB649A-1CBF-4074-A881-FEABD33F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7A1232-B3DA-4E69-B2AF-822F3CA7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1109E0-0383-48DE-B456-43FD607F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C164CE-33F7-4F3F-9156-E444B4B2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0CA01-1EAB-45D1-BE5B-4C1D167B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27BD80-7B51-4C29-AF65-CD2DE786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BUSINESS VALUE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AE282D-DBEC-4423-918F-D5538229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300E26-91E7-4E8A-A371-57476B03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0406FC-9589-498D-9AFA-C89F28CF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CHOOSING WHERE TO 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476F94-32BA-4B69-89D8-668F0C5D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666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Adoption &amp;</a:t>
            </a:r>
          </a:p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EBAC7A-953E-4ABD-9EDA-93464193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TURN AI INTEREST INTO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FOCUSED BUSINESS VALUE.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E9E2AC-09DB-4E78-9A75-7F434993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BF64C5-5C02-4075-8895-19E7905A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690A14-8D79-4F9F-88BF-2E625B25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6700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6DAE89-5EE9-45E4-9DD0-F49B92DF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52875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DB0F88-AA68-403E-AF51-26871C1F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946C41-1BCA-42B4-88A5-D8B3CA60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8E93C8-9CF3-4796-B6A3-9AB6B32A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Opportunity assessment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1E2F3C-77CA-403F-91BF-789A24DE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Use-case prioritization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6E62E5-D8A2-4D32-AD2F-E8C6AD9B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19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Business process analysis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A00660-ECDC-4CCF-8C8B-3C5F3975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419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roadmaps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E6973D-3088-4DD1-854B-323BBC4B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5816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Operating model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considerations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4A7857-F932-4E7C-9DE0-564CD1A6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7056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5D8CA7-5359-4138-B473-9604D272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99135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have more AI ideas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than they can realistically pursue.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challenge is determining where value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may emerge, what should be prioritized,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where ownership should remain visible.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C3A3FB-8D32-4A69-9249-DA529030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71DFED-0217-46E4-868B-96509192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Organizations often have more AI ideas than they can realistically pursue.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53C18952-1A24-4F7B-B673-2B77BA1B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008CA3-2F4B-4874-9F02-73C12B3B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F233FF-806C-471E-970B-3C4D3E3F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AA26A7-D373-4C2C-9373-015E8E0D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0816C5-0B42-47BA-A05D-A3A0F308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F00BDD-0859-49B4-892C-DA6AC8DF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5907986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FF0E71-7A39-4781-AFF0-098F68D1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B7E248-1995-44F9-A6F3-88F9F6B5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AE8FE5-1E11-4B24-A7E0-1EABB752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697589-4F4C-4873-A7BB-6E58E2DF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7AEAAB-22E7-4579-B49C-5DAB5740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96E376-D0CE-4028-834D-535D68AF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TRUST AND OVERSIGHT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9E6047-F02D-44EE-87DA-3827A449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B9A7E2-A8E3-4AD9-9215-C1F76024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3A1692-8C1B-4CDC-B858-B229CE67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PRESERVING TRUST AS EXECUTION CHANGES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B537F-1C74-40A0-A7C5-9B14DE7E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Governance,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Safety &amp; Resilience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14A6D-C7CF-4D4A-AF8E-6EA29D8F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 WHILE REDUCING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OPERATIONAL AND GOVERNANCE RISK.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CA03BC-1B0A-47C8-A5AB-A1DD7FAB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80C683-98DD-4A9B-A7A2-9313A0A2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69DCCA-F08B-4CC6-A9C8-BA47CF93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02C96D-9655-4870-84D3-FAE4055A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Responsible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5E601F-FDC1-4384-B9CA-523AA9A8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6CAD08-9F45-4AD9-945A-2590B008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CBB583-6306-4E8B-B95A-FA3517D3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745B47-023C-413A-A351-95D1CEDD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risk management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D83302-D9AF-4B67-BFEB-7E940DE1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5322DF-40C4-455F-8A10-0C0D2383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security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6FAE9E-3E73-40E2-8091-06491AEE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A53E4B-5B50-4436-B267-8736C2EF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safety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53946B-2DC6-418F-855C-1BEDC70F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30FED8-77A1-4011-ABEA-F24544C4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privacy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7DC39C-F477-473F-9D1C-C97475FC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D22FA1-8AFE-4F41-8FBF-FDA6176E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assurance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267AB0-BCF6-4B68-8824-98B9A70B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324B21-14E9-4B12-AE45-C69B9901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Audit readiness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B0AAF1-95B2-4A2E-94CE-C1857A21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81750"/>
            <a:ext cx="385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20D97C-DE7E-4344-B6CF-051D36A8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724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Third-party AI risk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33B53D-2319-40DF-8FC0-F01503A2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8390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272F51-07D2-4C47-8B89-117D6A52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962900"/>
            <a:ext cx="781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adoption grows, organizations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need decisions that can be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explained, reviewed, governed, and defended.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DD1530-0EBF-4BCD-A459-18F6623B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0F921C-2AEF-47A2-BF40-67ADD849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Trust and oversight conversation.</a:t>
            </a:r>
          </a:p>
        </p:txBody>
      </p:sp>
      <p:sp>
        <p:nvSpPr>
          <p:cNvPr id="36" name="pager-pill">
            <a:extLst xmlns:a="http://schemas.openxmlformats.org/drawingml/2006/main">
              <a:ext uri="{FF2B5EF4-FFF2-40B4-BE49-F238E27FC236}">
                <a16:creationId xmlns:a16="http://schemas.microsoft.com/office/drawing/2014/main" id="{214834E0-F513-45FA-99BC-73E2AC37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BE4DD6-5224-4F3B-AD47-1BAE10B9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466A60-C12C-4896-BFFB-D0A734FC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033A29-0FF6-4827-B848-F4A91A4C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239E072-500A-49B4-8CAF-BF239F3F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6510FB-39D5-41B2-BD82-65606AD6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3014767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5BC4DB-F5D7-4473-AD44-6F81C2D1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54403E-1D86-4D5D-9DA1-7C8F91D2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690159-47C3-40D7-A283-53AB8739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DF7E18-95BA-4435-82BD-BB5BA9E9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127BD7-7611-4EC9-81CE-2D1095B4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07E1B7-F678-4F6F-A2D9-E19E02B9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FUTURE-STATE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A577FF-4CD7-4EEE-AEE7-6C5E666B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373647-6805-4A29-BD47-90C7AF6E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7D7210-E567-4CD3-A762-F03FFD85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IMPROVING WORK WITHOUT LOSING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435C87-3011-4B54-8226-B2B8A302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&amp;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Intelligent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3C3E6B-C4EE-4003-A838-BBE9919B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IMPROVE WORK WITHOUT LOSING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 OR CONTEXT.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1E80D1-1546-478D-8DCB-2C95AAA9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DB0903-06B2-406B-B4E5-617445B0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39D335-91E2-42F8-81DC-02D848C2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8E2A78-E7AB-4EA7-AD7D-365817C2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7593E2-9D95-4719-B210-A57E4EDE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1AFFC3-023F-4D43-9412-99C4420B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 collaboration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951CB7-5414-4F1C-8A6D-3AC18734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A21B23-9D52-4FC8-8470-1F79B4D0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Knowledge-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connected workflows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C4F191-FBA5-45D2-B382-14AEE866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6091CE-0A18-493B-8A64-92E307DC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Traceability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B97693-A27D-4CA0-9A5D-F78CE5F2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E55A70-0EB7-4194-8030-2DAEB45F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Governed artifact generation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7C2C35-EC7C-4ECC-9EC3-28A98383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610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1B3BEB-7DE2-43D4-BD65-1AF76082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915150"/>
            <a:ext cx="752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becomes part of operational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execution, understanding, traceability,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ownership must remain visible.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E60DC7-720C-440D-B6D9-136F7A5E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1D5000-9643-43E8-B283-FB835E46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Future-state operational conversation.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209A46B6-B1A3-4F9B-9FAF-66B4B551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235C81-E5EC-4AF4-8468-30FAF937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F77C36-9AA1-442D-AA4E-BB4BE7EE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BD216C-C42B-419B-A81A-A1AD1AC0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B0F266-EAB4-4686-B997-D6E78D29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E5289F-AC13-49D2-94BB-74F15371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16747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770CB8-D6C5-4EF2-8096-C311623F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E0B0AA-2241-42BD-8B54-5C4346A3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491D97-BB08-476D-B760-C071365C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5278A-9ADB-443B-8405-3947FA3D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1B8A25-4DC8-4620-B133-1C548892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5E9226-4787-4C89-9ACF-5C053E6B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DIFFERENTIATION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BCED90-CC3A-45CA-8467-C74F9B75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5E0EBC-C40A-473D-A7D2-8B989F48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DC70EC-E1AC-47B6-8A05-B0C56BFA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6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0366A9-42DD-47B4-A8F8-0625C1BE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SHIFTBY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B5A508-6F5E-4C4C-B104-26C63418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7810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rarely need</a:t>
            </a:r>
          </a:p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more technology.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358B9-1B26-44FC-82FE-1FD5EA63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334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They lose clarity when decisions, knowledge, ownership, and</a:t>
            </a:r>
          </a:p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accountability become harder to preserve.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82161B-42C1-4CD3-9A86-0B9A5F5A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helps leaders preserve understanding as execution changes.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0C8C50-BA8F-4FAD-B77D-911F1B60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F2EF00-7D6E-4B30-B34E-BC6CCC25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B9956A-1239-4158-A8CF-77129BDE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4A6EAE-F383-42E8-8CCF-DC7BB04A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Differentiation.</a:t>
            </a:r>
          </a:p>
        </p:txBody>
      </p:sp>
      <p:sp>
        <p:nvSpPr>
          <p:cNvPr id="18" name="pager-pill">
            <a:extLst xmlns:a="http://schemas.openxmlformats.org/drawingml/2006/main">
              <a:ext uri="{FF2B5EF4-FFF2-40B4-BE49-F238E27FC236}">
                <a16:creationId xmlns:a16="http://schemas.microsoft.com/office/drawing/2014/main" id="{B84D8851-41E4-4535-A18C-3CD7D49D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F8186A-C99E-44AD-BC50-03ECE462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ADDA37-06BB-4562-B8A4-A4666C8A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77DFDD-C8AB-447C-8463-6D654A04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3A76BA-EE8B-4907-A848-6E93375E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DC91C9-164D-446E-AE8F-F3CE2F7E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5719138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4300A2-2312-4E0D-A050-4E25EB90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CB8AE1-EEF5-4553-B9C0-6AAA8757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3D2504-A772-4631-A4F5-85DE33BE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02BD0-346C-4F21-95C4-21C6F4E7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EAB330-0C67-4036-9D3C-20B60C60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8F4F5A-5E0B-4857-B503-C1E9C09F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CAPABILITY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5D45D4-779E-494D-8F92-A97EFED8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AD1BDE-4765-474F-959B-6D62FC8B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THE SHIFTBY CAPABILITY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6B0DCC-CCBC-47B1-BF68-0A9E4823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76400"/>
            <a:ext cx="819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Four capabilities support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 when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C8AD51-4636-4F59-8697-6AEF7E83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271186-C6C9-4F45-AACF-E79B83A7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Decision Traceability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41F709-C231-4B9D-962D-DAE3FB63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Rationale remains visible.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0B6E7D-6EC9-478B-886C-8954D7CD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764FFB-69B8-4B55-ABDA-D47658D2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Organizational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3323AB-1ED7-4E00-8BF1-1D776B20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Meaning survives change.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6A93BF-9724-4624-940E-5BBAACF1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9CD2AA-A651-4928-BBC8-DC8551C9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73E088-2F47-447D-A774-BBC03443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Responsibility stays legible.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8CAF19-A753-4D9C-9D33-91D58DBA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A64646-AA1B-471C-A182-DABA41E2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Adaptive Execution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01186D-6B57-4D1F-851C-8976A19B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Change remains coherent.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635730-FE35-4D96-9276-DFDAEFAA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6E01C1-2D98-4E0F-9AFA-8E0618E5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Reveal underlying capability architecture. No deep dive.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52E4E4B3-5993-40D3-B1A7-66CA748E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A33534-45AC-47A8-9212-8F8CB76D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EA4947-60A6-4FD2-B370-907F00AA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34BD0A-26E1-4333-8909-8E8B2ED1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11F7AC-98E6-4475-B8D5-65DDDA25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417999-D8F3-400F-A251-EA8C7AD9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9996488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70AB01-043D-4A65-A946-C6743A2F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2A89EB-906E-42B0-86D7-CF70DCFC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7A9B1-CE62-459E-9B5B-B64FD545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C6874B-F3B7-4C59-9400-37EFF109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7E1C5A-D6F8-4C94-AE67-FC66F8E5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B2BE99-C0B4-4BAA-B682-17B7ADF1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MOMENT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DCC534-A5A3-4C55-BBB6-BB7E4DE9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11FC26-77E0-46E0-AEA0-D1838F4F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810C3A-F50F-41D7-B409-126764E9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INTRODUCE SHIFTBY WHEN...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320D68-98E3-4F91-935D-5D8559B1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4476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needs to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BFEAF7-9955-46A4-B6C7-74AAFCDA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96100"/>
            <a:ext cx="4286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 partner does not need to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diagnose the work. They only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 to recognize the moment.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63FD68-E327-49C0-AFFC-C8ABDFF4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4F75B1-82F6-4E50-8025-84E942F9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242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31AFA0-43A9-4064-A143-33B71C05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11763E-311A-42CE-B235-3CD841ED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 new AI initiative needs a clear starting point.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AB7D22-B5D4-4290-8C01-DA789D44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767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0428FD-E099-4508-A0AF-DFFB85DA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4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4A1F38-CAF6-4338-86C9-96DE78A9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002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ideas exist, but prioritization is unclear.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131759-7B70-4B20-BE98-F4314953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6292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4F20E7-75B8-4763-A2C3-D4073203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00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4901E5-3C5F-47F6-BD1B-F1027111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625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Governance, auditability, or ownership is missing.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A8CF8A-98AA-4975-A8FD-5440EE87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781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D3A84F-7CA8-4023-8D07-AD6977C0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353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E2697B-6598-4CDA-A63A-726A0D5E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1507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are moving into live workflows.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D3DAD5-E65C-47D7-99DE-055D2AC6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9343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A1532A-7B48-4210-B107-6E13BA5E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7505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FE5049-FDB4-4D65-A177-8C504A8F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4676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Critical knowledge is at risk of being lost.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29F6AF-F307-40D8-BFE3-75E0B987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363E8C-E478-4D45-A4D9-E30E2039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Most important referral slide.</a:t>
            </a:r>
          </a:p>
        </p:txBody>
      </p:sp>
      <p:sp>
        <p:nvSpPr>
          <p:cNvPr id="30" name="pager-pill">
            <a:extLst xmlns:a="http://schemas.openxmlformats.org/drawingml/2006/main">
              <a:ext uri="{FF2B5EF4-FFF2-40B4-BE49-F238E27FC236}">
                <a16:creationId xmlns:a16="http://schemas.microsoft.com/office/drawing/2014/main" id="{4691CD43-B2BE-4F8F-AA6B-95D6D075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53DDA8-426A-4E2B-8154-A61C5F2B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AC87ED-09B9-4B26-ABFD-20D8D592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C49C3E-3DF6-4B16-86B4-915762C7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BFCBD2-8063-4194-BD25-08F4BB22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DB20EC-83E4-42C5-B315-D780B3AA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1453116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C08A71-5472-4BEE-961B-D2363FD6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86D9B3-B1ED-43EA-8CC2-DBADC1D4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92E023-1B03-43A8-80E5-AB8275CF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910EA-DF92-434C-AC72-0123F206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1B7BCE-6465-4EC0-BA04-D90D9AE5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A3FE61-7584-4C88-8953-926721FA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DE08D1-B305-4857-B26C-57B489C6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C9194B-124C-48EA-9616-46B59ACA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DDED8C-3507-4642-8D55-8BA7FB5D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E28784-B75C-430B-9814-BD9272E6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MAKE AN 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4222C6-4A8B-49D3-BAF7-129857A3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6191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changes.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preserves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4E93B3-8283-4C7B-AC71-3963922F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62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Introduce ShiftBy when understanding</a:t>
            </a:r>
          </a:p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needs to survive change.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BE5D81-5898-44A0-A6E7-32D33DC5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FA8BE5-130F-4674-972A-BC325F56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E3249E-FB86-41A0-B998-1C33CC3C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387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D45E35-628F-44E0-8663-8367F23E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721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307ECE-D4B0-4F33-9EEF-402401A1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B980CE-7F49-403C-94EC-ED031244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724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6E61DB-D6AC-4D87-9B7B-B57AA201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286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907649-E2DB-4A34-83E4-6F188F06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8390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B5F80D-A4E5-4885-8A1F-35D0560B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3915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AF55DF-FFA3-47A1-8EF4-01EC345E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9E0C7C-DED7-4D0A-A3B4-20FF6382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SHIFTBY_PARTNER_BRIEF_V1A_OPENDESIGN_IMPLEMENTATION_PASS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B9B67660-B18A-43DD-A5EF-CDECE627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EF06C4-CEFA-4276-902A-8D2B1473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E84538-5368-4D76-ABBD-9AABA2E7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9C9C63-C6C1-4CC7-9A4B-F76B26AA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F1B34A-CD68-4D16-B254-DC779A80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D2AD04-7E88-4DD6-B3B3-F5DFCF44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3049849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2EECE9-3823-4A53-B1D6-5F096FE5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7D600-F47A-4FAC-8E0E-6EA1E1A4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D6961-6243-4BC1-A69B-83E1E2E1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F12E7-FB90-4985-9F59-F380D29C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C15501-2284-4EF7-AC1C-33517AF7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7048DE-4B07-42DB-8B9A-661E8479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0A90B-5C84-4CE1-A9AB-B0D6766E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1422069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CD108D-266A-4148-A2AA-4060E948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2DEAD6-82EB-4D97-8FD7-21D4AD85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C915A-8CDB-49D2-8E62-61A6024E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6785B-6E59-4118-AF2A-04F308BD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350270-0BAE-43AA-B75F-6FF1E8BF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542C3C-A86B-47EA-876E-C0F9B538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85B485-D5DE-45EF-995C-4C49C80C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504010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E76E15-B203-404C-84DD-3047BB8A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8497AB-C344-49AC-AA35-95E0BE7E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43F8A-5471-4E73-9F2F-0160BDDA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908086-D378-4881-B1A0-54159131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ABA83-F44E-4A61-B3BF-4DF0F8C0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A8C8ED-C400-42D8-934E-4E9AF864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35ED6-53B5-46D5-A8AE-BFA45D1D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8884649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575462-BCF7-4613-9DAB-B34A1776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3A27AE-4279-4FD4-B7B3-18C9EB8A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A196B-E365-4EBC-BE9B-AF988223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AE189-52BD-46E3-A50E-ED3EDA19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049D4-F1C3-40F0-B48E-B71DF741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C65B7B-31A8-4787-BE1A-DB5736E7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CC3FAF-27EE-4C9A-A50F-BE186698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86695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2026-06-15T06:38:55.8440000Z</dcterms:created>
  <dcterms:modified xsi:type="dcterms:W3CDTF">2026-06-15T06:38:55.8440000Z</dcterms:modified>
</coreProperties>
</file>