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6f755da3e4114" /><Relationship Type="http://schemas.openxmlformats.org/officeDocument/2006/relationships/extended-properties" Target="/docProps/app.xml" Id="R2aa82aa9bfcb4bf7" /><Relationship Type="http://schemas.openxmlformats.org/officeDocument/2006/relationships/officeDocument" Target="/ppt/presentation.xml" Id="R7d6fe34c948742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4ca1f74724d7b"/>
  </p:sldMasterIdLst>
  <p:notesMasterIdLst>
    <p:notesMasterId xmlns:r="http://schemas.openxmlformats.org/officeDocument/2006/relationships" r:id="Rba88c69a37eb4dfd"/>
  </p:notesMasterIdLst>
  <p:sldIdLst>
    <p:sldId xmlns:r="http://schemas.openxmlformats.org/officeDocument/2006/relationships" id="256" r:id="R352e9aa389224d2e"/>
    <p:sldId xmlns:r="http://schemas.openxmlformats.org/officeDocument/2006/relationships" id="257" r:id="Rceed765b61274806"/>
    <p:sldId xmlns:r="http://schemas.openxmlformats.org/officeDocument/2006/relationships" id="258" r:id="R64d5aec8d6364b7d"/>
    <p:sldId xmlns:r="http://schemas.openxmlformats.org/officeDocument/2006/relationships" id="259" r:id="Rc608e542de914840"/>
    <p:sldId xmlns:r="http://schemas.openxmlformats.org/officeDocument/2006/relationships" id="260" r:id="R426d9ddaef5845f4"/>
    <p:sldId xmlns:r="http://schemas.openxmlformats.org/officeDocument/2006/relationships" id="261" r:id="R889666e3cffd462d"/>
    <p:sldId xmlns:r="http://schemas.openxmlformats.org/officeDocument/2006/relationships" id="262" r:id="Rd63c88c611334b4e"/>
    <p:sldId xmlns:r="http://schemas.openxmlformats.org/officeDocument/2006/relationships" id="263" r:id="R20bc6a07873041e9"/>
    <p:sldId xmlns:r="http://schemas.openxmlformats.org/officeDocument/2006/relationships" id="264" r:id="R48252490be4d4481"/>
    <p:sldId xmlns:r="http://schemas.openxmlformats.org/officeDocument/2006/relationships" id="265" r:id="R5d696d00c5684f8f"/>
    <p:sldId xmlns:r="http://schemas.openxmlformats.org/officeDocument/2006/relationships" id="266" r:id="R1e0952091f594893"/>
    <p:sldId xmlns:r="http://schemas.openxmlformats.org/officeDocument/2006/relationships" id="267" r:id="R40b534ef22b042c0"/>
    <p:sldId xmlns:r="http://schemas.openxmlformats.org/officeDocument/2006/relationships" id="268" r:id="R80331cff0ace45a8"/>
    <p:sldId xmlns:r="http://schemas.openxmlformats.org/officeDocument/2006/relationships" id="269" r:id="R88d71115df2045e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7ea7b6d12946f0" /><Relationship Type="http://schemas.openxmlformats.org/officeDocument/2006/relationships/slideMaster" Target="/ppt/slideMasters/slideMaster1.xml" Id="R14b4ca1f74724d7b" /><Relationship Type="http://schemas.openxmlformats.org/officeDocument/2006/relationships/notesMaster" Target="/ppt/notesMasters/notesMaster1.xml" Id="Rba88c69a37eb4dfd" /><Relationship Type="http://schemas.openxmlformats.org/officeDocument/2006/relationships/presProps" Target="/ppt/presProps.xml" Id="R57a7674a1e9e47e3" /><Relationship Type="http://schemas.openxmlformats.org/officeDocument/2006/relationships/tableStyles" Target="/ppt/tableStyles.xml" Id="R49dc606ebacd4e1c" /><Relationship Type="http://schemas.openxmlformats.org/officeDocument/2006/relationships/slide" Target="/ppt/slides/slide1.xml" Id="R352e9aa389224d2e" /><Relationship Type="http://schemas.openxmlformats.org/officeDocument/2006/relationships/slide" Target="/ppt/slides/slide2.xml" Id="Rceed765b61274806" /><Relationship Type="http://schemas.openxmlformats.org/officeDocument/2006/relationships/slide" Target="/ppt/slides/slide3.xml" Id="R64d5aec8d6364b7d" /><Relationship Type="http://schemas.openxmlformats.org/officeDocument/2006/relationships/slide" Target="/ppt/slides/slide4.xml" Id="Rc608e542de914840" /><Relationship Type="http://schemas.openxmlformats.org/officeDocument/2006/relationships/slide" Target="/ppt/slides/slide5.xml" Id="R426d9ddaef5845f4" /><Relationship Type="http://schemas.openxmlformats.org/officeDocument/2006/relationships/slide" Target="/ppt/slides/slide6.xml" Id="R889666e3cffd462d" /><Relationship Type="http://schemas.openxmlformats.org/officeDocument/2006/relationships/slide" Target="/ppt/slides/slide7.xml" Id="Rd63c88c611334b4e" /><Relationship Type="http://schemas.openxmlformats.org/officeDocument/2006/relationships/slide" Target="/ppt/slides/slide8.xml" Id="R20bc6a07873041e9" /><Relationship Type="http://schemas.openxmlformats.org/officeDocument/2006/relationships/slide" Target="/ppt/slides/slide9.xml" Id="R48252490be4d4481" /><Relationship Type="http://schemas.openxmlformats.org/officeDocument/2006/relationships/slide" Target="/ppt/slides/slide10.xml" Id="R5d696d00c5684f8f" /><Relationship Type="http://schemas.openxmlformats.org/officeDocument/2006/relationships/slide" Target="/ppt/slides/slide11.xml" Id="R1e0952091f594893" /><Relationship Type="http://schemas.openxmlformats.org/officeDocument/2006/relationships/slide" Target="/ppt/slides/slide12.xml" Id="R40b534ef22b042c0" /><Relationship Type="http://schemas.openxmlformats.org/officeDocument/2006/relationships/slide" Target="/ppt/slides/slide13.xml" Id="R80331cff0ace45a8" /><Relationship Type="http://schemas.openxmlformats.org/officeDocument/2006/relationships/slide" Target="/ppt/slides/slide14.xml" Id="R88d71115df20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474acff454a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903eb49874b94" /><Relationship Type="http://schemas.openxmlformats.org/officeDocument/2006/relationships/notesMaster" Target="/ppt/notesMasters/notesMaster1.xml" Id="Rf31be946f83049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1512acb7840e8" /><Relationship Type="http://schemas.openxmlformats.org/officeDocument/2006/relationships/notesMaster" Target="/ppt/notesMasters/notesMaster1.xml" Id="R5b88c34205414b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c23b87f84a4df5" /><Relationship Type="http://schemas.openxmlformats.org/officeDocument/2006/relationships/notesMaster" Target="/ppt/notesMasters/notesMaster1.xml" Id="R4f977ec522fc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3c5db6f2c4bf7" /><Relationship Type="http://schemas.openxmlformats.org/officeDocument/2006/relationships/notesMaster" Target="/ppt/notesMasters/notesMaster1.xml" Id="R93075941e6964e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59bad8d9be4c86" /><Relationship Type="http://schemas.openxmlformats.org/officeDocument/2006/relationships/notesMaster" Target="/ppt/notesMasters/notesMaster1.xml" Id="Recab1e73ee634f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40b78b3de64944" /><Relationship Type="http://schemas.openxmlformats.org/officeDocument/2006/relationships/notesMaster" Target="/ppt/notesMasters/notesMaster1.xml" Id="R318355343a534b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a6bffb6af34d4f" /><Relationship Type="http://schemas.openxmlformats.org/officeDocument/2006/relationships/notesMaster" Target="/ppt/notesMasters/notesMaster1.xml" Id="R4da555ef695843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f439a6f7c94e21" /><Relationship Type="http://schemas.openxmlformats.org/officeDocument/2006/relationships/notesMaster" Target="/ppt/notesMasters/notesMaster1.xml" Id="R8c3d1351974749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a23060b85c4864" /><Relationship Type="http://schemas.openxmlformats.org/officeDocument/2006/relationships/notesMaster" Target="/ppt/notesMasters/notesMaster1.xml" Id="Re958d4c7e76143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5d5f6de1dd4913" /><Relationship Type="http://schemas.openxmlformats.org/officeDocument/2006/relationships/notesMaster" Target="/ppt/notesMasters/notesMaster1.xml" Id="R5235aff600d0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fc46b2ccff4b95" /><Relationship Type="http://schemas.openxmlformats.org/officeDocument/2006/relationships/notesMaster" Target="/ppt/notesMasters/notesMaster1.xml" Id="R4d14da25ffd34f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7572d769974de5" /><Relationship Type="http://schemas.openxmlformats.org/officeDocument/2006/relationships/notesMaster" Target="/ppt/notesMasters/notesMaster1.xml" Id="Rd58c4d131aa74b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4994773ddb44b1" /><Relationship Type="http://schemas.openxmlformats.org/officeDocument/2006/relationships/notesMaster" Target="/ppt/notesMasters/notesMaster1.xml" Id="R5e3467034a5e42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20d90447d64924" /><Relationship Type="http://schemas.openxmlformats.org/officeDocument/2006/relationships/notesMaster" Target="/ppt/notesMasters/notesMaster1.xml" Id="R47203deb535840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83d2777554f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e39981e634647" /><Relationship Type="http://schemas.openxmlformats.org/officeDocument/2006/relationships/slideLayout" Target="/ppt/slideLayouts/slideLayout1.xml" Id="Rcdade340f66648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ade340f66648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b77d4257403d" /><Relationship Type="http://schemas.openxmlformats.org/officeDocument/2006/relationships/image" Target="/ppt/media/image.png" Id="Rf1e4e698b1de4f92" /><Relationship Type="http://schemas.openxmlformats.org/officeDocument/2006/relationships/image" Target="/ppt/media/image2.png" Id="R8204c0fc6ea54607" /><Relationship Type="http://schemas.openxmlformats.org/officeDocument/2006/relationships/notesSlide" Target="/ppt/notesSlides/notesSlide1.xml" Id="Rda70f7af13a1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06a61820240dd" /><Relationship Type="http://schemas.openxmlformats.org/officeDocument/2006/relationships/image" Target="/ppt/media/image3.png" Id="Rafba3c8bbdbb4330" /><Relationship Type="http://schemas.openxmlformats.org/officeDocument/2006/relationships/notesSlide" Target="/ppt/notesSlides/notesSlide2.xml" Id="Rfbcf0f2e1b7c45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090e210cc4527" /><Relationship Type="http://schemas.openxmlformats.org/officeDocument/2006/relationships/image" Target="/ppt/media/image4.png" Id="Rf148c057945a4c1c" /><Relationship Type="http://schemas.openxmlformats.org/officeDocument/2006/relationships/notesSlide" Target="/ppt/notesSlides/notesSlide3.xml" Id="R5fbddca4e9ff4e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69ffd11df400f" /><Relationship Type="http://schemas.openxmlformats.org/officeDocument/2006/relationships/image" Target="/ppt/media/image5.png" Id="R3b4058ce9b3448bc" /><Relationship Type="http://schemas.openxmlformats.org/officeDocument/2006/relationships/notesSlide" Target="/ppt/notesSlides/notesSlide4.xml" Id="Rd1c0a7d28ba7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a207c212741ef" /><Relationship Type="http://schemas.openxmlformats.org/officeDocument/2006/relationships/image" Target="/ppt/media/image6.png" Id="R801f11e593e34690" /><Relationship Type="http://schemas.openxmlformats.org/officeDocument/2006/relationships/notesSlide" Target="/ppt/notesSlides/notesSlide5.xml" Id="Re3093280ef3e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95b18473343ea" /><Relationship Type="http://schemas.openxmlformats.org/officeDocument/2006/relationships/image" Target="/ppt/media/image7.png" Id="R0dcd6384dda94b40" /><Relationship Type="http://schemas.openxmlformats.org/officeDocument/2006/relationships/notesSlide" Target="/ppt/notesSlides/notesSlide6.xml" Id="Rff0968c69752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ef96772494140" /><Relationship Type="http://schemas.openxmlformats.org/officeDocument/2006/relationships/image" Target="/ppt/media/image8.png" Id="R3b6881b46c2c4b5a" /><Relationship Type="http://schemas.openxmlformats.org/officeDocument/2006/relationships/image" Target="/ppt/media/image9.png" Id="Rf362216b992e41a8" /><Relationship Type="http://schemas.openxmlformats.org/officeDocument/2006/relationships/notesSlide" Target="/ppt/notesSlides/notesSlide7.xml" Id="R6f39f13e07334b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a692a8ee7499f" /><Relationship Type="http://schemas.openxmlformats.org/officeDocument/2006/relationships/image" Target="/ppt/media/image10.png" Id="R1c272095902a4697" /><Relationship Type="http://schemas.openxmlformats.org/officeDocument/2006/relationships/image" Target="/ppt/media/image11.png" Id="R319171e021014f92" /><Relationship Type="http://schemas.openxmlformats.org/officeDocument/2006/relationships/notesSlide" Target="/ppt/notesSlides/notesSlide8.xml" Id="R94887e6c754748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8f30854b945e8" /><Relationship Type="http://schemas.openxmlformats.org/officeDocument/2006/relationships/image" Target="/ppt/media/image12.png" Id="Rad1bbe1c31be4a6c" /><Relationship Type="http://schemas.openxmlformats.org/officeDocument/2006/relationships/image" Target="/ppt/media/image13.png" Id="Rf4bcff9fb7954245" /><Relationship Type="http://schemas.openxmlformats.org/officeDocument/2006/relationships/notesSlide" Target="/ppt/notesSlides/notesSlide9.xml" Id="R1915adcc7a5d49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582443de4b36" /><Relationship Type="http://schemas.openxmlformats.org/officeDocument/2006/relationships/image" Target="/ppt/media/image14.png" Id="Rf22c1d4c26244bab" /><Relationship Type="http://schemas.openxmlformats.org/officeDocument/2006/relationships/image" Target="/ppt/media/image15.png" Id="Rec3826e2af864bdc" /><Relationship Type="http://schemas.openxmlformats.org/officeDocument/2006/relationships/notesSlide" Target="/ppt/notesSlides/notesSlide10.xml" Id="R892ce01d884545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b604f2e0a47e6" /><Relationship Type="http://schemas.openxmlformats.org/officeDocument/2006/relationships/image" Target="/ppt/media/image16.png" Id="Ra90a928c799b4ad5" /><Relationship Type="http://schemas.openxmlformats.org/officeDocument/2006/relationships/notesSlide" Target="/ppt/notesSlides/notesSlide11.xml" Id="R5c5172c3dc8143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14a1a5da04858" /><Relationship Type="http://schemas.openxmlformats.org/officeDocument/2006/relationships/image" Target="/ppt/media/image17.png" Id="Rffb23de47661495d" /><Relationship Type="http://schemas.openxmlformats.org/officeDocument/2006/relationships/notesSlide" Target="/ppt/notesSlides/notesSlide12.xml" Id="Rf586732c59c047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ed71ce8714774" /><Relationship Type="http://schemas.openxmlformats.org/officeDocument/2006/relationships/image" Target="/ppt/media/image18.png" Id="Rf970261a0f144d44" /><Relationship Type="http://schemas.openxmlformats.org/officeDocument/2006/relationships/notesSlide" Target="/ppt/notesSlides/notesSlide13.xml" Id="Rba33a286e62449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5cadbe65b4191" /><Relationship Type="http://schemas.openxmlformats.org/officeDocument/2006/relationships/image" Target="/ppt/media/image19.png" Id="R7e77dfcd88e649d4" /><Relationship Type="http://schemas.openxmlformats.org/officeDocument/2006/relationships/notesSlide" Target="/ppt/notesSlides/notesSlide14.xml" Id="R5aa4d343549849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CD384-2420-4E53-BA48-DD9CC9A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8E35-68B0-476B-B7C9-34374323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4e698b1de4f92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82901-5647-4A73-9B8E-FD7FCCA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36B3A-9E66-4F1E-93D2-E0D9DC72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C9AB9-C86B-40D6-8A9D-4313626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6F8CA-992A-47F8-9A64-E1B2E39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EFD8-095A-4BA2-A757-FF9DDD2B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4c0fc6ea54607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E2EC2-C79C-492B-9B73-6B78D962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6B58D-8BDE-40C9-B3A3-B0378CB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B8A25402-83E6-4DDF-B4BF-FA609F4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59654-2672-4BE9-BFA9-66D4750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0B1FD-3CDE-4751-931F-F8327D1B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5C230-7373-467B-AC0A-AEDE62CC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33AC7-A96B-46BF-AE33-84466237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A7927-0072-4CE2-BEB3-911D95C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72586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376D7-A7FC-482B-BEB3-19F9663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914B7-80D5-490B-B9F4-4BDC35EF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a3c8bbdbb4330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BFE1E-4A86-4B96-8463-161CDB22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9A5FB-43D5-410A-A30D-241F727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3C518-2B49-4A08-B38B-F53A4D83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2E82B-EB29-4C5F-B8F1-4678F623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9DB79-429F-4CE8-B246-0D6BD08F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D1106-1698-45E4-840B-18BAE277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DDC6E-2091-4B93-874F-AF08685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E7829-7BDE-4379-BC6B-EA685CB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182B2-DC3C-4380-B536-CB038DAD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0B332-B498-4D40-9A81-EA00C94D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FA09E-BA64-438A-88AC-86459C49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07A1D-2509-4DA8-BEF7-5245589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ACC8B-C2FC-4800-AF75-D61600A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91106-6E40-4B43-8074-96149AB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E7E21-50D0-4737-BDBC-495916BE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B6AB2-D640-4E85-9CEE-B092665E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D23FC-48E9-4900-9E19-B090D5C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36A3569F-B819-47B1-B526-F67DB85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C1674-AA5A-4F67-B80F-12FF19B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CBEEB-8864-4F0D-91A8-F947466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1B339-FA19-4DFA-85B1-556131D4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9432E-203A-4ACF-BA3C-F72AB4F6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FCCE8-109B-4316-A50F-0279D4FE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9773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EE550E-8B4D-4E2F-803D-4DF5875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9A1DD-621B-4298-9828-3B086CA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8c057945a4c1c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2ACD7-000F-4BB3-84B0-0ED9606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CEAC9-5BAA-4FA8-B936-8E19B91B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6F28-5016-4ACF-8C49-3C01371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26F1A-C428-447B-886E-867B0F8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AB8F6-1118-4F65-B4CD-D664290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860E8-C417-47FC-A70E-DB1546F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18A36-614A-4A3A-9D14-C4B1E8F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AEF75-6F30-456C-9777-251A3F15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1FAE4-3890-48F6-B84E-9228A77B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1F104-7E75-484C-A60D-340B559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C2EA5-DE18-4BD0-9388-D8F9A71A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47331-18AE-4E42-BBDC-742C05BB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F45EC-74F4-4BB1-A7AC-4BFAABAE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85B54-B823-443E-9E9D-DADEF756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99826-9F5E-403A-8057-CEC3874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3E4AB-6203-4031-A98C-99FEB9A8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F8FC3-05E9-49E7-A11E-3E9EE742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9B455-C5CA-4EA3-AFF4-ACBFFCCA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AC723-697B-4434-B580-248906C6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D1260-CC63-4A7E-AF5F-F0B680A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42692-F182-47C9-BC18-F69E19A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E9F58-C4FC-4956-AA46-06D3CF39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7A47B-BC63-4B85-860B-2B93CB8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1B987-F39B-4BC8-AD53-BCE23B0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83633-9B00-431A-A43C-00E2C4FB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CBC72-71BB-472B-89E5-C3524DA3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A1C676-3FDB-44AA-BB11-D6788AA7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28607-9128-4A70-AF66-049A5AF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9BD133-70C8-469E-AA56-7CB83AAC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CB765CC6-EA3E-4CC4-9381-A2701063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8F443-1D84-42C3-A9AA-57CDA8A6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72410-740F-4ABC-A2FC-7F45020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1C68C2-7DD6-49A4-A509-C90CF98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C29FC-0714-4958-9E24-294ABA00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9E141-36ED-4037-80A8-90AEFF38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66154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B4386-166D-49B8-AE21-71E7F33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7BEDA-BA41-4CEF-9322-FE80E729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058ce9b3448bc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C8805-D54E-41C5-8705-FA231FB8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70665-2798-4968-A4E1-DF0E388C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52838-7D06-42E5-B9D8-7B49FBD6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00BB9-20F2-41C9-950C-4A75E4D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48352-6E57-481A-8E6F-12B8FF5B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A8FD1-1520-4449-AC05-7F077644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01E9D-61C5-4EC9-BF6C-315B92F6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9A6E2-91A6-4B43-84E8-8033E141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ED428-9D0D-4064-ACF9-A2199378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16E3F-680D-4F0D-A8A8-3CC20553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C6E71-E039-40AB-87EA-55B97974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F9DC5-5820-44BA-8A42-B773F3C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DECB6-4C80-441E-8B98-A1DD7EF8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C9564-1406-4B9B-BAAE-8F54F2F3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909DC-70CB-4A9B-B094-6F92F9C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C95A5-DDE7-4A35-8F0D-F19B20F7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7EFE5-ED9D-480E-AFA0-1D16938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88C14-6233-4BD9-9395-B26415E3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6BFF4-A211-430B-9CD6-5D3BE230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3F42F-8AE1-49C1-9607-B6D0748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017BA-18E1-4279-84C0-5C0E0C2C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07F5C-F12F-4713-9762-28842AEA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4C68E3E1-C4B0-4102-9E8E-8F1CF6F4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BF6BBD-D92B-446A-8B34-2572F6F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01B6B-FA27-4255-822D-7B9F98B6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88E1BF-9F1E-434B-A05E-4FAC269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87187-7573-4D65-AF1E-954B55C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A6F9D-F5C2-4C68-8B98-1A26748B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60199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8C6D6-929B-4E9F-B92D-648CB17C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68263-CD3D-4F85-8D88-F9404C92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f11e593e34690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15786-6863-4E68-BAEA-5814CD13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EA40F-8CDD-4B20-AE33-BEFBD04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2D289-F129-406D-9082-D4FD29DC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71B7B-1006-428A-A3C2-14DC920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BC982-27A8-47B7-BEED-D682BBBE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ED3D5-F6B9-4255-8597-72EC454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E4CBF-1A19-411D-9147-70C9C30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411F8-951B-4890-B186-5F0E056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926C4-833C-4361-B2B3-A722EF1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48286-81BC-4F37-AF55-2920BEF9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F855F-DF35-4CEC-81FC-CE06F984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FEC57-837F-4A79-9E45-09AC13D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CAA23-F654-48FC-A0B1-819CCD6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1D3A9-F857-4542-8644-1D0EEB06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47A9B-1B60-4991-8A24-3A9801E6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074E5-FBE3-4E3C-A2F9-D59223D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61CD3-0E21-43B8-A7CE-DAD36485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30081-6AAB-4508-8186-E7B483A8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27370-8104-462D-85EB-1E2CDA37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9DB18-66F0-42CA-8697-692C70B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4F845-5D6C-439F-8FF2-4FD8AFF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06BF3-CD0C-4341-A448-40D4028A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66CF3-4A69-4278-9431-8469912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799A9-F4E0-4459-B25B-9FDFFC9F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EAE39-E93F-412D-87BE-6753394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384536-9A34-44DD-8B45-FA87A4D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9D29D-8EB0-4DAB-B647-3E06FC7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70CEF-63AE-4EB8-A9A3-1C8828A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05328E-BDE8-416F-B505-5332F2C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6407EB-97E8-4A81-80B3-B4286738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5F346-9EBA-4ABF-93D7-2D1D050B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65744F-1DCB-42BB-A6E9-3236D34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3CAFE876-F4B0-4643-81A5-36962C59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2F8C1-1A54-4A51-8BBC-3C70FE0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AC0E6A-BC68-442D-8136-6E4C00D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6FB74-D5C9-4010-9651-8C99C2D7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9D2EE3-DE21-407F-934B-0E549062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FB3FF-8E9C-4509-A538-2EF1AB1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05733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2763D-1B8E-47AE-8D4A-D84C5CB0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1A05E-37F0-43D3-BA4D-3157829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d6384dda94b40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42950-CA70-4B23-AFB9-4C89C611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813A3-60FE-4223-941F-76B3DEB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73D2A-31EE-428A-9FB6-C052418A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32424-D8DC-47C6-8921-5AF6C07D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5A0FF-8E3D-4B27-866A-4A8A3FB2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05FAA-E727-4E5F-BC70-FD5AEAA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16C4D-1802-4B34-9056-0D56F111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A418B-1D4B-49CC-9687-6836C0A0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E6A2E-E08C-4751-98CC-815A96C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37FD6-1CD2-42A2-85CD-8F08C92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46C86-8A14-46B7-9223-941F4E5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7D240-B36C-475C-8A6D-62104391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97EFB-D72A-4E84-801B-E323A67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609E3-FAAF-4CE8-9E49-FC3A546B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7555B-13C0-431B-BF29-8CE2EE40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37E1E-8B22-47A6-B53B-8251E7A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89D5B-CBA3-4DD8-B062-B311023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86952-DF86-4B70-A90E-D04C8A0D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F765B-8F74-454D-9813-23695F3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CD5F-8794-48C0-84F6-9F12E65E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5B02F-945B-43E8-9E59-F91F7AF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F79BD5A2-5861-4A64-9AE5-421EE4F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43362-7ED7-4450-BBA1-553FFB11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339E0C-0E21-4FF9-9FCA-0D7880DC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8D60C-B1E4-42A7-B878-B735394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44604-543C-48BC-BD71-115C5FE6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876C4-A532-4AA3-803B-9B2B1209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28898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669CA-E959-44E9-9102-728CA306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DE4A7-95BA-4F37-8C04-722994AB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881b46c2c4b5a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F1E4A-3F1A-45CA-A6E0-DF489095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2998D-5156-40D0-960E-16E0EBA8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06CCD-8BB5-4240-A1F7-4E9D82F1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11DAD-13FB-47D8-9D0B-211EADB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2CFCE-4803-40EA-AD22-83CF2824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6DAC1-EC11-495B-BE26-12B02FCB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2216b992e41a8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082C-F5F2-4EFD-A925-983BFE5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2BA42-B6AC-4270-AB73-404B4BD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EF557-9B32-41D2-9F07-E038DA7B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BD0CF-7601-43D9-B95C-2FADE3F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DB5BC-D95E-4AE7-9792-AF33A3A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681A9-1B53-4046-B5DC-2A66019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5868D-AED0-45F7-B464-CFE359C6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31A4D-4E3A-47FF-A368-B6389A9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5FFA0-FB9F-40E4-A13F-345C615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47673-B7ED-4047-9A4F-BC1DE992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6755D-9EE9-473B-AAD5-101FC35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FEA48-09A7-4168-81B2-D4EC312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E6FDC-FDEF-4F1A-A596-6502C85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FE4F4-5D42-4CE6-B186-3A0C5500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A4332-6BEF-4927-A820-DF294165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0CE8ED-994A-4715-993D-0650FB7B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FC5241D6-EA56-4342-8A15-2EAACA7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59174-800A-4024-AD89-B06486D8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9DB78-53D3-451E-AAF4-ED264B84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597F6-A01F-449A-A318-4AF09CEA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9A595-72F3-4768-8BDC-A6570442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1A8D8-07B6-4E72-8993-CD720F1D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83314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46A3D-63FC-43DE-82D2-8580768C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700A7-0DC3-4EA8-B118-0FE38B89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72095902a4697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F8970-F3CE-488B-8144-E5C399C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70DD2-5720-47C0-A31B-B3FDC3D6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ED65F-17CD-47D1-98EB-7EB73C0A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EC7CA-71B2-4474-B808-8EB16AF1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6A1FE-50D0-4E1C-BEAA-E7550A7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25A39-2E92-414B-922D-C73662D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171e021014f92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F2AFD-04D7-475A-A513-8AB18B4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E87D6-6D8B-41A7-B273-9B44E1B6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1C937-C8CA-4E0D-A1D5-D890E9FD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8E7BB-6600-4C08-8C42-E3A3C411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F8610-4E26-4663-B8BF-A3F13842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62071-637A-4985-92CA-6840EAA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CD28E-F529-4E18-962B-71C51E21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86084-90EE-4571-AFF4-09F378B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A138A-11EC-4A2F-AC39-2CB80B99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9622C-D6A6-4406-A192-CD448960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0C67F-B4BB-4C2E-966C-3BD4267E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890B6-0C91-4414-A0EE-62D63823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E80C2B35-13F7-41E9-A34A-344B6C4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FCD78-20E9-4C5B-A032-AF2FD841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395D0-2CAE-4C8A-98BB-D6940FCB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234E4-25C7-4F7C-AF9B-0C58D9B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E3271-29F4-417F-8F2E-CC315434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D465E-FB77-4B24-8991-7959C824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03979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458BA-976E-4608-B947-DB464FAB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7E391-424D-4827-8900-CA692B22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bbe1c31be4a6c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0E4F9-D0B7-42A3-A4C2-32B125E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4A34-3227-42AB-9171-BC327A96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1ECFA-F306-4638-A0B9-45EC37A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5E19E-21AC-41CD-A78B-D688F91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D54A6-AB31-4A7D-99E5-384DA2F4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D7E64-69BB-4573-B0EC-49F8289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cff9fb7954245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B72C4-CA36-4243-A02A-0EE359F1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1D1F8-2BAD-45CB-A7C0-AB9F931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F100A-3877-4429-8C15-D764490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66155-B34E-4F58-A647-923C6F1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FA14F-0F4F-46DD-A030-B22258F1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F0845-4076-4A98-A3CB-36E0CA53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60609-27AD-4A40-9093-A544F6B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D0FB5-6432-4A4C-9343-1027FF0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5C450-4C60-49B0-8F9E-E25441FD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311DF-C07E-40C8-B09F-D10A0695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78FF6-52E9-4805-97B5-C129B74F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E5A2E-6115-49D1-A60F-C39C84C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AA75B-8D50-4332-960A-8908642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1CD44-EC33-4BCC-9FA4-8950C0D7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63529-F830-4E9F-BB50-E0286B0B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C51D8-FF69-49F7-ADDC-13E7AA9A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419D7-E6A4-4FF7-A139-FFF64858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59AC0-7EE2-488D-92D5-8B7ABF64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D38AC-1049-4AA3-A4AC-F46197E7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1F7B93-5E9E-494B-83F4-DFAFAB3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3A05B-AE80-45EF-9194-E9B3D1CD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1477E0-F729-4BD0-BFC2-FF8B1408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914DBBB7-EF30-4480-89CF-CB6BE73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1D4B0B-08BD-433C-92D5-5F27532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8D94FB-6E6D-4837-87FB-BF55735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D7121-9C73-4D7E-9E6A-8DDDAFF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E011AD-C49F-4279-8FA7-1FA7CB4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549AD-E115-4443-AF32-7747C919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18036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8C76D-D8A8-4616-B0C4-E4D904CA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949DA-E129-4DD7-B37C-4BB66509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c1d4c26244bab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81CC8-95C3-46E4-A975-0E8132D2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C77ED-3296-432E-AB20-3D21D3D1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EB8C7-0AF4-4D24-8864-B3F07C7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0602D-17AD-404F-984D-5AE3758A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46B8E-3141-40ED-A6CE-BC15572E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FE908-967C-48F4-AE81-DA42AFA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826e2af864bdc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E5DFF-79EF-4988-888C-4DFCFB21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35421-C019-4CD4-B0FE-A609C197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20EB5-98F2-4769-AC54-0A0E139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E8E5A-268A-48E5-961C-A4AEE3DA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95A6A-776E-41A5-9AB0-21757CF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68535-CB67-416C-882D-F82D0A0B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94BC2-D757-480A-885A-0EF52B18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1D5A5-2B8F-4875-86C6-93A64FEE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7099E-5651-4707-9507-9CB70AEE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ED182-8AA7-4966-B16D-99E3EAA3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1BEB3-85CC-4C72-8278-F14BE2F7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3E1DC-5451-404D-9BCA-D541AA7B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EE6B0-2F3C-4C1D-9F99-68C6EE1B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DA2FF-5E8C-4086-B431-F5446A1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2C3D458-F9D7-4E3C-A453-8E208235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FC4F3-AF6B-4508-87BB-BE0B3EA8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C9F58-7B8A-41E3-9014-857F5600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DF0305-5AB2-40DD-91F2-F6121FAA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E64C1-73F9-40FA-B84D-7E8BBFC4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A022A-B08F-434B-B3CA-4445758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71175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BEA29-65A6-48D1-8D15-8E259C5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D03B4-DE7F-4EF9-A3ED-C7343BCC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B030D-0AB5-4474-A9A4-1AD983BA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B544B-2C84-477E-91FC-9C8575D2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a928c799b4ad5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2805F-8AA2-4759-9954-CA982200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44447-4C39-4B0E-A77C-C53B8F4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23B7E-14E9-4962-A33C-DADE71FF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46A5E-FC67-4D8B-8990-20EAAB5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7621B-E584-4C96-A674-52BCA005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F1A22-40B5-443D-B2AD-A0E85DFC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194FB-1C75-4349-BF6E-CFFEB26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2766C-949E-4AB7-858B-67506D5B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BCFFE-10F1-44F6-A785-745BD89B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1D60E-F0D5-473A-9DF8-AD2995F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11A59E13-FED4-4A04-85C7-45BAA71F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5C75E-6107-4B6B-87E6-F6723ABC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6A395-F349-454D-BB56-EA61024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221F3-4DB8-4674-9329-7AEDBB1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4ED99-0AEF-4DC1-B58F-F7B7DFAA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9DFCD-6975-4A40-A6C9-641AAA36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065830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3803C-CC1B-4754-9864-55A5BC6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CDF7D-7949-4EFB-A2DE-6A5FD099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23de47661495d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FA150-8AD9-447A-BF1F-5C36FD9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24049-FFDC-4BB8-A05E-2AE9BEE5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AB9D-3DD3-46BA-87EB-561434B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ECB89-5C4D-4D44-A4F5-B36ED31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EF122-8728-4F18-96A5-1F750ADD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49151-9B08-4249-A0FF-F11789F6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AD502-CEB9-4D89-BCFB-CF26A5A7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F1A20-E04C-4808-AE44-D6A95F7C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04329-7861-4A8D-A817-F03315B6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B6823-549B-4229-A595-6806DF3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E043E-71E6-4998-9CAC-5EB5137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C25DF-8473-441E-A1DB-ABD66F3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1B2FE-E9B3-4516-93B3-E132B8C2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4645B-D8D9-4E81-95A8-2185F12C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E3620-4387-4E66-8CDB-F02EB41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99124-2729-4B69-8DF5-F25884B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6F6E5-42F1-430E-826F-D715A778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B16E3-FC04-4F93-B6E3-6A184338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FFF1B9C2-6418-44A7-9EE1-414B2051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59D24-DEF0-4C2A-80A8-90C56A93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EF01A-8966-4571-90D3-40EB47B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FD9A4-2A5D-4952-9A5C-04738D5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12FC2-8CE7-4F82-8542-A2EDCE7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0B893-11F5-4D81-8176-B2FFF1F5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041468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7CD26-6847-41CF-9B3B-711F209C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04303-7450-42B8-B805-6D17BA20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0261a0f144d44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30C6A-D43E-4E9F-B431-61376EA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83947-CE5E-4A36-BBC8-81FE9E00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C7F1-F73D-4C2A-8857-D6B63AE8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28127-B77F-42E8-8725-5A51013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969BD-FA11-4239-BA85-A96077F8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0F2B8-FE8E-44A5-90AF-D0BE2A5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B46A6-868B-4CAB-9844-2CB898B6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E1912-3FFF-41E3-B95E-5A8557D5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99439-8EFA-4D1C-9CDD-8D0FD7D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6CE3A-96DF-43F6-9AEF-8B83E963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5DB8D-E55C-4433-A434-4334D4F0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9412F-94C2-4EB6-B8B4-853E9572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7C7AB-9E3B-4BFD-B090-AB3D128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5E486-7619-43BC-A6A5-31D6237D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F168D-59B9-4A50-ACDD-CA8CF837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98812-64F6-4E45-93A8-0BA421F8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29CF5-8269-40C2-B787-37310251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A1FCB-1336-4D00-94DF-8A24219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2E5EE-B2E9-4253-B48C-B91D14B5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5BD16-04C0-4D2D-9015-227DA5D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DA413-9FAF-4F11-AD88-4B1F7ACC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715F8-1783-4693-B8FE-10C4008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321FC-45EC-42AE-9D8A-DC8FB742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F4662-380F-4440-8D0C-F0F3477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C9AB826-9BD7-4627-AEC0-7ECEEDA6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7C9F61-3FDE-4F69-8509-E642A5B8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76935-B1E8-4976-838E-ECA105A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AC135-F664-4432-AC34-7FC11135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03B06A-62AD-4172-AFE1-084A85C9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53F0F-5460-44B5-897F-709677B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974713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58E4A-47F1-4584-91C6-3388227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9DFB9-3F9A-4594-BBD9-3F9BA9C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7dfcd88e649d4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41C58-A154-49E4-986C-B1A2A104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94EDD-4863-407A-A4CC-23A484A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F3E92-480C-4161-96C1-8C58EB1F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2AD22-1B67-4EB5-893A-BBF67D6D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F2315-1DC2-4F8F-ADB5-EB421E4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C740A-CB08-45C8-B3BA-0384899E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A2A46-7786-43EF-834A-29720BA3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FD1FC-5465-4B54-A7D7-B2E063FC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7577E-DDA4-4D58-AD57-8E83635B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7C6ED-FD52-4E9C-8B1D-FCED7645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84895-7A65-4794-A4AC-81EFAAF9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B682F-C547-4E44-9FE6-3A6CDAC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6438E-5A6B-42AC-87E0-5BDF88A3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76AD0-8E6B-4161-9055-A78A131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BCCDA-1DDD-43B3-9654-87D347D0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1915D-5775-44C2-864A-8F116CE2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84900-E254-4A70-9C72-2EBC2BA2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96629-40FE-4AAD-9620-07153256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5BF01B86-9724-492F-B95D-5460B81D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27BA3-9683-46E4-8C86-34F0F37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7F8FB-A084-45D5-BBE1-4CAF826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0BC2B-AC7A-4C2D-AFCB-0D72505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FAB73-A160-4801-821C-B18620DC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629B1-3EB8-4825-AB91-AF6CB659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6042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2026-06-15T09:53:31.8580000Z</dcterms:created>
  <dcterms:modified xsi:type="dcterms:W3CDTF">2026-06-15T09:53:31.8580000Z</dcterms:modified>
</coreProperties>
</file>