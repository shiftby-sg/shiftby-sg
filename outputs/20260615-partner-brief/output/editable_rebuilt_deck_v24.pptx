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0250d5458e4544" /><Relationship Type="http://schemas.openxmlformats.org/officeDocument/2006/relationships/extended-properties" Target="/docProps/app.xml" Id="R89adcb70afb94496" /><Relationship Type="http://schemas.openxmlformats.org/officeDocument/2006/relationships/officeDocument" Target="/ppt/presentation.xml" Id="R66c41581d55644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0c192ce3c5443d"/>
  </p:sldMasterIdLst>
  <p:notesMasterIdLst>
    <p:notesMasterId xmlns:r="http://schemas.openxmlformats.org/officeDocument/2006/relationships" r:id="R20b34fcf43e042ad"/>
  </p:notesMasterIdLst>
  <p:sldIdLst>
    <p:sldId xmlns:r="http://schemas.openxmlformats.org/officeDocument/2006/relationships" id="256" r:id="R1f34c4e891034d84"/>
    <p:sldId xmlns:r="http://schemas.openxmlformats.org/officeDocument/2006/relationships" id="257" r:id="Re374d8f8b5b846c8"/>
    <p:sldId xmlns:r="http://schemas.openxmlformats.org/officeDocument/2006/relationships" id="258" r:id="R4bdfbe031caa4b94"/>
    <p:sldId xmlns:r="http://schemas.openxmlformats.org/officeDocument/2006/relationships" id="259" r:id="R030f75e22b85478f"/>
    <p:sldId xmlns:r="http://schemas.openxmlformats.org/officeDocument/2006/relationships" id="260" r:id="R381807474c824069"/>
    <p:sldId xmlns:r="http://schemas.openxmlformats.org/officeDocument/2006/relationships" id="261" r:id="R43347b40fb7e43a9"/>
    <p:sldId xmlns:r="http://schemas.openxmlformats.org/officeDocument/2006/relationships" id="262" r:id="R2886e0586ff74554"/>
    <p:sldId xmlns:r="http://schemas.openxmlformats.org/officeDocument/2006/relationships" id="263" r:id="R58613bf057724231"/>
    <p:sldId xmlns:r="http://schemas.openxmlformats.org/officeDocument/2006/relationships" id="264" r:id="Re3519ebc091a44a2"/>
    <p:sldId xmlns:r="http://schemas.openxmlformats.org/officeDocument/2006/relationships" id="265" r:id="R69bf40c3fa074e2d"/>
    <p:sldId xmlns:r="http://schemas.openxmlformats.org/officeDocument/2006/relationships" id="266" r:id="R9bba4839a2b24bc2"/>
    <p:sldId xmlns:r="http://schemas.openxmlformats.org/officeDocument/2006/relationships" id="267" r:id="R86aa2f47d0f84b3f"/>
    <p:sldId xmlns:r="http://schemas.openxmlformats.org/officeDocument/2006/relationships" id="268" r:id="Re85534c02ee24b2b"/>
    <p:sldId xmlns:r="http://schemas.openxmlformats.org/officeDocument/2006/relationships" id="269" r:id="R91947cb32f9d40b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0196c2976349fa" /><Relationship Type="http://schemas.openxmlformats.org/officeDocument/2006/relationships/slideMaster" Target="/ppt/slideMasters/slideMaster1.xml" Id="Rc10c192ce3c5443d" /><Relationship Type="http://schemas.openxmlformats.org/officeDocument/2006/relationships/notesMaster" Target="/ppt/notesMasters/notesMaster1.xml" Id="R20b34fcf43e042ad" /><Relationship Type="http://schemas.openxmlformats.org/officeDocument/2006/relationships/presProps" Target="/ppt/presProps.xml" Id="R67740fb4ebbf49dc" /><Relationship Type="http://schemas.openxmlformats.org/officeDocument/2006/relationships/tableStyles" Target="/ppt/tableStyles.xml" Id="R1f1f05be1dd94fe2" /><Relationship Type="http://schemas.openxmlformats.org/officeDocument/2006/relationships/slide" Target="/ppt/slides/slide1.xml" Id="R1f34c4e891034d84" /><Relationship Type="http://schemas.openxmlformats.org/officeDocument/2006/relationships/slide" Target="/ppt/slides/slide2.xml" Id="Re374d8f8b5b846c8" /><Relationship Type="http://schemas.openxmlformats.org/officeDocument/2006/relationships/slide" Target="/ppt/slides/slide3.xml" Id="R4bdfbe031caa4b94" /><Relationship Type="http://schemas.openxmlformats.org/officeDocument/2006/relationships/slide" Target="/ppt/slides/slide4.xml" Id="R030f75e22b85478f" /><Relationship Type="http://schemas.openxmlformats.org/officeDocument/2006/relationships/slide" Target="/ppt/slides/slide5.xml" Id="R381807474c824069" /><Relationship Type="http://schemas.openxmlformats.org/officeDocument/2006/relationships/slide" Target="/ppt/slides/slide6.xml" Id="R43347b40fb7e43a9" /><Relationship Type="http://schemas.openxmlformats.org/officeDocument/2006/relationships/slide" Target="/ppt/slides/slide7.xml" Id="R2886e0586ff74554" /><Relationship Type="http://schemas.openxmlformats.org/officeDocument/2006/relationships/slide" Target="/ppt/slides/slide8.xml" Id="R58613bf057724231" /><Relationship Type="http://schemas.openxmlformats.org/officeDocument/2006/relationships/slide" Target="/ppt/slides/slide9.xml" Id="Re3519ebc091a44a2" /><Relationship Type="http://schemas.openxmlformats.org/officeDocument/2006/relationships/slide" Target="/ppt/slides/slide10.xml" Id="R69bf40c3fa074e2d" /><Relationship Type="http://schemas.openxmlformats.org/officeDocument/2006/relationships/slide" Target="/ppt/slides/slide11.xml" Id="R9bba4839a2b24bc2" /><Relationship Type="http://schemas.openxmlformats.org/officeDocument/2006/relationships/slide" Target="/ppt/slides/slide12.xml" Id="R86aa2f47d0f84b3f" /><Relationship Type="http://schemas.openxmlformats.org/officeDocument/2006/relationships/slide" Target="/ppt/slides/slide13.xml" Id="Re85534c02ee24b2b" /><Relationship Type="http://schemas.openxmlformats.org/officeDocument/2006/relationships/slide" Target="/ppt/slides/slide14.xml" Id="R91947cb32f9d40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2d609b5d8b43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3faee40f664974" /><Relationship Type="http://schemas.openxmlformats.org/officeDocument/2006/relationships/notesMaster" Target="/ppt/notesMasters/notesMaster1.xml" Id="R22223816edeb49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672dfe4fe64ebc" /><Relationship Type="http://schemas.openxmlformats.org/officeDocument/2006/relationships/notesMaster" Target="/ppt/notesMasters/notesMaster1.xml" Id="R672ba650ad55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5fd503688241c5" /><Relationship Type="http://schemas.openxmlformats.org/officeDocument/2006/relationships/notesMaster" Target="/ppt/notesMasters/notesMaster1.xml" Id="Rf5fa7701a27345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0f7e5fbbac4cd7" /><Relationship Type="http://schemas.openxmlformats.org/officeDocument/2006/relationships/notesMaster" Target="/ppt/notesMasters/notesMaster1.xml" Id="R5f8ebcc38c4c40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9f35362c1e4cdb" /><Relationship Type="http://schemas.openxmlformats.org/officeDocument/2006/relationships/notesMaster" Target="/ppt/notesMasters/notesMaster1.xml" Id="Rc240f7f084f344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18c89da4b8462c" /><Relationship Type="http://schemas.openxmlformats.org/officeDocument/2006/relationships/notesMaster" Target="/ppt/notesMasters/notesMaster1.xml" Id="R1342de82aacd40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5d0642fcb240e7" /><Relationship Type="http://schemas.openxmlformats.org/officeDocument/2006/relationships/notesMaster" Target="/ppt/notesMasters/notesMaster1.xml" Id="R6717ca62c73c4c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b412bafe0d4928" /><Relationship Type="http://schemas.openxmlformats.org/officeDocument/2006/relationships/notesMaster" Target="/ppt/notesMasters/notesMaster1.xml" Id="Rdfb8a8f8345a48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5b3921552c417c" /><Relationship Type="http://schemas.openxmlformats.org/officeDocument/2006/relationships/notesMaster" Target="/ppt/notesMasters/notesMaster1.xml" Id="R7a66ca7ca11341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22b50b6d994168" /><Relationship Type="http://schemas.openxmlformats.org/officeDocument/2006/relationships/notesMaster" Target="/ppt/notesMasters/notesMaster1.xml" Id="R18dbc6548c5842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e8989fc2fc4fc0" /><Relationship Type="http://schemas.openxmlformats.org/officeDocument/2006/relationships/notesMaster" Target="/ppt/notesMasters/notesMaster1.xml" Id="R1be88e7c264945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c130de865e467f" /><Relationship Type="http://schemas.openxmlformats.org/officeDocument/2006/relationships/notesMaster" Target="/ppt/notesMasters/notesMaster1.xml" Id="R1e61f472346f45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6ffab0c6484180" /><Relationship Type="http://schemas.openxmlformats.org/officeDocument/2006/relationships/notesMaster" Target="/ppt/notesMasters/notesMaster1.xml" Id="R38ce102f509244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8d9ba295884ccf" /><Relationship Type="http://schemas.openxmlformats.org/officeDocument/2006/relationships/notesMaster" Target="/ppt/notesMasters/notesMaster1.xml" Id="Rded99d68810843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3ccffb6cc4f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db71b9fc154724" /><Relationship Type="http://schemas.openxmlformats.org/officeDocument/2006/relationships/slideLayout" Target="/ppt/slideLayouts/slideLayout1.xml" Id="Rad733116669a40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733116669a40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ca0b360344237" /><Relationship Type="http://schemas.openxmlformats.org/officeDocument/2006/relationships/notesSlide" Target="/ppt/notesSlides/notesSlide1.xml" Id="R2ce5f254a8714d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d388c36f2420a" /><Relationship Type="http://schemas.openxmlformats.org/officeDocument/2006/relationships/notesSlide" Target="/ppt/notesSlides/notesSlide2.xml" Id="Rec66b2c4c46043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eb148143d48a5" /><Relationship Type="http://schemas.openxmlformats.org/officeDocument/2006/relationships/notesSlide" Target="/ppt/notesSlides/notesSlide3.xml" Id="Rb649f699b4f749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431b0c4fa421c" /><Relationship Type="http://schemas.openxmlformats.org/officeDocument/2006/relationships/notesSlide" Target="/ppt/notesSlides/notesSlide4.xml" Id="Rb97ab313fbff45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a0f0baa4c4bda" /><Relationship Type="http://schemas.openxmlformats.org/officeDocument/2006/relationships/notesSlide" Target="/ppt/notesSlides/notesSlide5.xml" Id="Rec879c9186424c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2fa05c8a24f8d" /><Relationship Type="http://schemas.openxmlformats.org/officeDocument/2006/relationships/notesSlide" Target="/ppt/notesSlides/notesSlide6.xml" Id="Rf4dd9c23703547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c4642e2214c6e" /><Relationship Type="http://schemas.openxmlformats.org/officeDocument/2006/relationships/notesSlide" Target="/ppt/notesSlides/notesSlide7.xml" Id="R5f3e9198da084a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c50c4af034ec5" /><Relationship Type="http://schemas.openxmlformats.org/officeDocument/2006/relationships/notesSlide" Target="/ppt/notesSlides/notesSlide8.xml" Id="Rbf98df1fff7344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fbfef4be0466e" /><Relationship Type="http://schemas.openxmlformats.org/officeDocument/2006/relationships/notesSlide" Target="/ppt/notesSlides/notesSlide9.xml" Id="Rfe64b767758f45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11049f8f149bd" /><Relationship Type="http://schemas.openxmlformats.org/officeDocument/2006/relationships/notesSlide" Target="/ppt/notesSlides/notesSlide10.xml" Id="R99b8b2786b7241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9427545fe48bc" /><Relationship Type="http://schemas.openxmlformats.org/officeDocument/2006/relationships/notesSlide" Target="/ppt/notesSlides/notesSlide11.xml" Id="R86a37e8de1b44b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928d446194157" /><Relationship Type="http://schemas.openxmlformats.org/officeDocument/2006/relationships/notesSlide" Target="/ppt/notesSlides/notesSlide12.xml" Id="R83669b362f8e48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3f0a5c94e4ec8" /><Relationship Type="http://schemas.openxmlformats.org/officeDocument/2006/relationships/notesSlide" Target="/ppt/notesSlides/notesSlide13.xml" Id="R0304414db3dc45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0aea0972d44c6" /><Relationship Type="http://schemas.openxmlformats.org/officeDocument/2006/relationships/notesSlide" Target="/ppt/notesSlides/notesSlide14.xml" Id="Rf874867178aa43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A7AB8-0062-4E81-8EF7-5D2E22DA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EEA31-3396-43ED-9739-CD7F286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A8AF7-7B49-4DAA-AE0E-4FC60D21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3CA2E-272B-4ED6-B3BB-5B71D628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FB7DA-25B8-496B-B9CC-32013EE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EB833-7FEF-4AD7-9900-FB218580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0F94D-EF1D-421A-ADD7-F574DFEE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720C4-9EB5-4B24-8DC0-FAD83ED7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16251-F6BD-4308-8363-6F97313D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94D3D-991D-4E01-B216-DC874A6E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C0AD5-3CEC-4392-996D-01D20571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D7634-315D-456F-81BD-38426AE9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07B3B-3E2D-46AD-BAD9-D9E87860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FEDE6-D127-4C36-ADCC-05C305A1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E6A1B2A6-4C5F-4BA6-961F-1962CB67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C78AE-775E-42B7-97D0-B7E33FCC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F5F25-6A5A-4544-A2D3-97333EF0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C8FA8-2153-481C-ACC2-5E7B44F7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AC946-B347-4827-BA53-F9287F6E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565C5-29D2-4848-BE61-CC4AA88C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55705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F5AC5D-BF8D-49AD-B508-CAA9E077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6EF3F-2CC7-48C8-B569-2E4A2C99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5CDC3-8315-4D06-B422-BC3D8899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68DA1-E418-42F3-9DB7-EE74DC8C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D1568-6E07-4E99-8F7D-A9A06927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48B53-FDEB-4B81-B3FC-DF4EB608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38752-550D-4720-BA3A-12E6B4B9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41341-C9BF-4748-A51F-F2DAFC9B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4DC4D-7235-4195-8840-B5824EE3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4B899-B3BF-4ECB-BDDD-CB0C32FF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E105D-87B3-452C-B24B-64684024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1D5E0-2960-4157-A430-B21B1CD9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CE124-3483-49D7-994B-DB27640A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78CCD-C4FF-4973-B472-FB547F6C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95246-403A-4A03-8C64-038E2229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59612-4541-4592-AD91-0569ADFC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FFD7A-6845-49B9-8C4A-F73016D1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EEB3D-AE74-4327-B917-8F808877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8DBA9-04DA-494C-A128-7DCFCBD5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00982-BC13-4B7C-A878-0916F350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C6449-D2B0-4814-859B-8C902E53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EC3C9-125D-45CE-903B-0B9B7F1A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2EA88938-5CE9-4982-BD52-7C8B4DDD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FFDCA-A80C-4FE9-87E8-D357DABA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1B7EBB-D4D7-4590-8A9C-E21B3096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CA1FC1-6500-4EEA-8E6A-CA0AEFFC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2856DF-242F-4A9B-A8A3-170019E0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61BF96-FB90-4E73-9665-98903319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56813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2A2B5-799B-45F3-A026-0ED62B9B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F7A8D-F685-4ED4-BB96-ABDAE079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9C70A-2DD6-444E-96F9-A96139E5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8DD9D-B41A-4957-8F7B-DBE98F97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EB29A-EAF0-4E91-B04C-F0CDEDF8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C31DA-2819-4468-A966-40C9E895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596D8-60CD-49FC-9BE4-7F4C5BB1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DDBD2-6C73-4290-B7A3-8F9B4AD8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1599F-0EBB-4E6B-92D5-3910FE38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9B657-892E-417B-863E-5C045046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96C17-16E3-4C8C-89CD-3B98EEAC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2F21B-5A3E-4C11-BB68-65F0409A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4323E-D672-4D1C-AC93-CDEF71CF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E18ED-4591-4CD7-AEA7-FA96A554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D8E68-A9C3-4733-8126-A2A70EAB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D5271-03AC-4A29-B247-13A8CA98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86C62-6F0A-4AAC-9AC1-68AB7676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1FEA4-88AF-4450-BBF2-6F03F036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3F203-B2EB-4B7A-9636-C32FB4DD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6A86F-D3DD-452B-9C87-D17E1C35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941AB-8A4B-44EE-948D-302A5318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31EE2-53F5-4676-BA82-2086090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FBD98-29B7-47F3-9A0B-EFFB8D29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F826F-A171-45A7-8EE1-5E1DDA4A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6596E-7C33-4705-A3C0-25B016DF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74E8F-D99D-451E-92F0-F9CC8CCE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F591B1-6A8E-4C51-8709-B386072A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AB621-B26E-48E5-9047-9CE4BF5B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06A53D-711F-4922-81C7-F583157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602F01-2086-4EC3-BA9A-9E1C7EA9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D73A84-174D-4839-80CD-CE267395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BEB6DB-B339-4093-8897-C7C067BF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5794B5-66EE-423A-81A7-DB76C0F6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E4F42D-4DC6-49EF-8300-A5FB8E84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D0FE845E-1EA0-44FC-B8AB-24555CAD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1F2573-78C0-4A1C-8407-491D34B2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37E182-0A08-4CF2-A833-E4101F8F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F695E7-B2E0-4749-B4A7-2A0045CF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0B1E7E-386F-44E6-BDA6-BC755D29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84CF4C-DD3A-4D43-960A-35A53C75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45805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6BC711-F0B4-4F84-82AE-438792CA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6A76A-D546-4E7A-9ACE-18525C47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19387-444E-4C9A-8F85-285DB699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0988B-5DCF-4041-9B4E-80AB97A9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46EEA-6E57-4399-A4D9-10879856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8AB0D-8413-42A0-BA7E-F96C3548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67E96-FEBA-4BF4-A89B-25334F5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D1E26-BC62-4578-88AD-2DE54C8A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933D4-3770-4F7F-9DB4-C14C0FB3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E0EB8-B365-4203-8F11-90749E86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DC52F-3E5B-4ABC-A247-D48DFE47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C83CB-E483-4BC8-8E38-08EF960F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A6507-C097-44CC-B4C1-B4C44168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DE989-7498-4E54-9CF2-079F5A8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C0CD0-E949-486F-A709-8F19897B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125BE-27AD-4FBE-BCDF-AC63D7EA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CB185-3B13-4672-8C0F-27278D24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2A88F-891D-47A3-88F9-7026B38D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E0280-E1D8-4653-B184-851FFA9A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E5E0F-A5C7-456C-A956-0FF3C87B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3DD28-C743-4758-88DD-252BBC0B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D5DF01-FD28-474F-9351-BC22AA73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6195E-D299-42EA-A25A-00EF3652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96DE7-9A8C-4888-A29A-A864D02F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90BB3-5E56-4A86-B0AB-F6FA654B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F2F2F-19E6-4796-83A1-D3263AB3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20C275-8FDC-4611-84B5-A9DE2B40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readers recognize recurring enterprise patterns.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4BDA7ACB-3B07-496F-B5BC-4FDEB729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0FC0EF-D682-4F86-A628-A715387B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DDC486-D9DF-4D38-8099-3AE3895A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0568DB-BD5F-4FB0-A736-586F61B7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8CC518-6F0B-4427-873B-CB5E419E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A22234-BB4D-4147-BBF6-6E7144C2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25081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1EA6EE-60F8-4E31-A391-7A03C88B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50040-7A04-4CF7-BE29-E9368368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7F13F-3183-478A-B9C1-0C474FAF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D63F2-C8CB-44D1-80E0-BBD6551C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19332-D327-4344-A60A-606F99B0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B9905-B5C2-4F78-AF11-1E293657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D6B5B-FE03-4F13-A7CE-728177AA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A73D2-5ADE-4CDA-83B0-EDCB07E8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DE3C6-C749-4CFE-A722-86AD9FE5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A7ACA-FD19-4377-B132-B2A95BDB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DF4E6-5787-47B3-AFE5-FDDA3369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CC82A-5950-48B2-B153-25497762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CFB18-BC79-47C9-A900-E4933440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60A13-6D7D-4D1A-BA98-310AE3A4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574AC-D97C-4DD5-96BE-711F552B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10A34-A05E-4E51-99B4-2118492E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4151F-15EE-449B-B9FB-F3D4E0F5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F75B9-E50C-4743-9B96-EEE15ADD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3FA54-A213-4DB4-9CF3-C351645E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A60FA4-3EF6-4107-BFCF-87DD2EF0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CB6E65-B4E2-4597-9FE2-00CB1A2E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44BE-06A8-438D-BBF9-6F5CA2BF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5410F-DCE7-48E9-B10F-E212A359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A71E7-8D29-4DF0-B690-DC0AFFD3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DF593-F889-4341-965A-E6C69E06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2803C-6B21-4746-93C4-DB0B901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C9AE0-8D42-4A85-8FE8-AC644F9D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EA95FE-DCBA-4D7A-BF66-DAC36127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C0BE85-0C2D-4671-9B58-A2AA342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EE7BD2-6C99-4CEB-938D-8085BE31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5B768-44A2-4177-A730-BB48FA93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73362B-BA5E-4D70-9781-B70FB256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C77BC6-F9F9-45A9-9E24-887BBB2F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D4C5FF-5DCE-4EFD-8C09-AFF0B7BC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5FA86F-1ADC-4F78-91AB-892DFFFE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fully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2F8C24-1958-4E5E-B2C9-C905C841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E8B27D-BDE2-42ED-9EDF-6117720D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fully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3EBC223A-0BD2-432D-BFC8-14A0BDFA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ABB911-06A5-4717-A340-89021755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C870D3-D349-496B-9869-FBF11DB5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E5CF8E-D46B-4C12-AE9F-644B82F5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3267DE-2910-4CA3-AAC2-408ECD3C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BC1E4E-00D2-48E7-B937-CF515160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7468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F786AD-E5A0-4DF1-B3A1-EAC8A99D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2E4AF-B276-4834-A17D-B715BCD9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31AF0-AA94-4ACF-8460-9932548D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F738B-5371-4569-8D22-6E7C3244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65F1E-2601-4E0A-BB65-433B0A23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F4ADA-8A42-4BB1-828C-A0DBEE3D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F7603-9413-4DDB-A282-14D12BB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5C6A4-9EBA-4284-B95B-86EBF1C6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10758-9310-4AF1-ADF7-5926840B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 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846DE-EF93-410E-B811-079A139A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A9A91-DCF6-410A-AEA6-4A8CCD2F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4BEA9-D73B-41D1-B94D-6103422A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9A9FB-F53E-433F-AF24-F23A09FB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19337-3F09-46AD-BEF8-DD70239B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432D2-D5B6-41AB-BB0A-4FEA659F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C3D32-E753-4B19-9548-44272897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F03F5-089E-44E9-9B86-2DDCE08B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355770-06E2-44DE-9B7B-A5FF1312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8A04B-7A55-4D9F-9882-22084F78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97206-968A-41FF-84DB-488DD2AF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285BB-DD2A-4BC1-8E52-3AF7ADDE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93AFC-2206-4428-9DD5-5645A764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86438-1F6D-4C1E-B46A-327FBF09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3F8C6-340B-4EE3-A867-B8B37743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protect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FF184-DD00-4422-BFB7-F5BBD4D1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FEC47-7C05-4502-89A3-F5FC216E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B3CD02BD-8318-42BA-8C47-BBD107F2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8AF75-6C04-4AD0-B10E-4A2BD832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F06BB-7E5D-4A5F-BFB0-B0AA9509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AE01D-A181-4AA6-9738-414538BA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C3407-3AEF-4801-9D80-F54F8F81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8606C7-CE14-4C6C-8AED-07C69F1A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41967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E329B9-E662-4870-9C12-E20EC11A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EEB58-1A33-4335-AD7E-D216B437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C9A33-EC32-40A7-8928-2B42F1CC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32193-97CF-4C0B-9806-6A72F42A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08956-DD16-4B55-A368-9E8011B1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ED279-C707-4E84-B4D6-FF56CFF0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703D8-1195-4F84-A28A-51CB5252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0090D-BFC8-4C87-BAE3-2500E98C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10F7F-9902-4446-912D-D56226CC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3332B-6E55-40E6-9A1B-FF68857C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A4BFA-2514-446A-9F42-2DF6F3C5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382F8-9460-4314-AB8B-65D427D0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2BA4C-B704-4F3F-B624-A9E0FB6E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CB4D5-59B2-48C4-991A-1A17D481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AFDC4-A2E6-4BC4-80A3-D5317B2F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EB44A-256B-450F-808D-503D3761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7F9E7-68DD-413B-B59E-EA358EBE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0D8FF-B3AF-4725-AA5F-497615F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C320E-3354-4D59-BD52-5B4B6BA0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241AF-ABCD-44C3-86DB-3BEE291F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5F717-6B9D-4088-A531-28909AD7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EEA55-CD8F-4109-B5B9-134C446A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40D03-ABD9-4F84-B797-ABFE0406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60B7B-428B-44F1-8AD7-ABE2EFCD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86F95-2776-491F-B314-D64BD1BE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FBBDA-71EE-41E9-8001-E1680396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D929A2-E362-4B91-8A29-7F560375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key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61074-2948-4AEB-A7E6-27C3E6CD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FBA1B7-3314-4398-B816-9D1CFCD7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9B540BBA-8895-4AAB-885C-AE25F749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138FE0-462C-46E4-B085-578805E6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6587BA-C2AD-43A8-AF31-4669486F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6E2FC2-7CC7-4A08-86C6-B2BF2FEE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5D5686-C66C-466C-A5D2-42B6CAA3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13D293-866E-4C0D-BCEB-100C5B03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19786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A13502-D6E6-480A-95FC-36B2A927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DD4DD-27E7-4207-BC82-AB374DFD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F9691-704F-4ACF-B7CD-A0F7D2A0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376A0-BCC6-42F0-8E46-43B93829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651A7-A1F3-4FDB-999C-930097B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7CF26-5387-44C5-A09B-00A565D6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A9FCB-C984-42BD-A605-A7E0BD7B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77F6F-B70F-4B06-9BB4-92CCF99C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FD965-6CD8-4242-ACEF-38A2AEB9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23267-B5A7-4ACA-8531-F048893A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9016A-5F8C-4352-8C4D-E011F1EE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EBE3D-3EFD-4CC2-861C-21581270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D5CBB-399A-4523-917D-7A2E6D9D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4EADD-DEB2-4154-9AE4-1B493368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77939-26A6-4793-A9B1-6079C595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F28FA-5540-42F4-9142-F3DA768E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6CAA8-D726-4A4F-92A9-228A49A6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4223E-EDD7-48E9-85B3-1B864B18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05414-E05A-48B3-ADE9-2EDFCC27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88E34-F69F-40D3-93A0-B392C794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00BBB-9AC1-4086-A815-6E7E338B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EEFFD-BFDF-4D5C-A66C-A52176E8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DD4E0-5F60-45B7-9C22-67EA9D9D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09E8D-2BB1-4774-870A-601B3AF8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025C05-4466-4425-985F-E6FE7444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207555-D938-40A6-96C9-9CCC10EA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304DFDE9-33AB-4331-A3D7-986F7FC3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8CB74-DC3F-4A90-BFB7-DD1BBE53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92ABE-6B58-48EB-A89F-B26CC7D5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65810B-3ADB-4F5E-889B-C5B1B597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61C25C-1275-4562-B82B-FD83A2D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88B17D-EA87-455C-AAAC-5FB1CC41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44218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D9FC2B-0D12-4F86-B04F-8B3EA644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4CD0F-3A99-47CE-91FD-ECABD127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06391-05F7-4831-B698-2D5CF22E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F0F51-AED9-4E83-AE39-21A0EEBC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9EF5A-58CC-4D0E-8C00-D12CD80A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A5C31-0722-4FBF-BB3F-47937D2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13C00-8397-4476-8B4D-4AAFCA7D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41E36-8AE6-4480-B811-BC8531D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D3533-FBB4-45C7-9DCA-412321EA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F02F4-C8CB-474B-A28B-D79E86B1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86974-5227-4AD2-AB43-71EB0C5D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1D2C5-3904-475E-943B-A4AA86A7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D988D-6C69-4B2C-B421-39AE901B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491E2-441C-4756-86D8-BBF7C68A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F573E-0B37-49D0-A86A-46BA4749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91ED5-D42D-4043-B6C1-259544B1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3230C-69D1-4E2E-869B-C6B2C268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8E58F-3082-4CBF-9B02-C17EA5F2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D5318-6525-4B3D-96E8-732631D2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350B5-867C-4D06-AEF2-ABF854E7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38271-0F49-46F3-B34D-6E026D94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0C624-EC80-4ECE-A093-07BC8135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9F3BB4-A745-4AE7-AEEF-3235D23B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01D48-833F-44EA-B910-8EF3D48B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D3679-95E4-4C73-95D8-A8F1284E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83E766-5A0F-44AC-9D82-0A9B0E8F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F20535-49C4-473C-9291-CAE329DB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89361-167A-45B4-8519-C3E882B1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158045-7D30-4682-8322-3059A6E7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E7B938-A55E-4623-A137-0422AE65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18E05F-96A6-406A-BC1D-9711AAE1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59437F-D9B8-492B-8CEF-AAF9239A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30A0E8-ED8A-4C21-AA6C-E2E5A228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E78F92-133F-414F-9CA4-954114B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C5E669-0403-401A-9335-64CFABC0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7AFEFDCD-52C9-45EA-9CB4-E0A8F473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C50011-CCFB-4816-B652-5CDE645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2586C-9860-47CA-8281-6AA279EF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70ED04-46A6-4DA7-BC35-BC8A6FA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6CC4AA-C919-4E16-B63D-7477F489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8C3086-16D8-4E99-B761-4A7B9D95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238470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A320DB-68C7-4D25-90F1-DC543693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2AD38-464F-4DD8-A078-54CE0AED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332DA-FC0A-46EF-8C79-6211AF40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E4EBE-124B-4E6A-90E1-0C1528E7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A61A7-E150-4CF5-86F4-11AB3858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390F0-B7B9-4713-AD89-038719F5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2D327-0C85-4BCB-952A-89729783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CBFDE-3DF5-420A-AD2D-1560578D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6F3CE-A25D-49A9-BEFC-3875629F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E74F6-1681-4823-B63E-86E3D660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277BB-5F05-4F5E-A8E2-AE313952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EF644-1EC9-4DE3-9D95-DECC7EB1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A3CD4-3103-4AC2-8CBC-9E63ABDA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D3DE0-CB84-47C1-B095-55C7FF62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8E7AE-04B4-4538-B69C-A0251C71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BE3CE-9AB4-4D3F-8CA8-42A3CCD0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5160A-290F-4C35-9EE6-41EF094D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5FD63-4659-4894-B7A4-1FA5D5CB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16FF6-EBDB-46DE-91E6-04942F99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96DE4-4B97-483D-BCB1-4FEDCB3A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12E3A5-3C0D-4E9D-AB55-AF5B54F5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00FAF-B0E4-421D-8C28-3B922D90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A29C2-F69E-4909-9517-85471D3F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6FC1E-0705-4717-B094-20600DF8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931BB6-D1A3-4C25-AC82-1ED87DC4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22E87-8D64-4059-9FB7-642A85B5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9286A9-CC77-4388-94DD-34647250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EC2BD1CF-EE31-4C83-9578-70DDC4D3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5BE47-2178-47B8-B636-FC7D9582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BD4C67-C032-4AE4-8597-B631F8D1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56D199-EF9E-4F4F-ADD5-03870FC6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0650E3-D9F2-4BEA-B7EB-F428C311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F04D52-8C11-403E-B519-D5B259B5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473798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E0B09-6F65-4F2D-BEA1-C5FFDEE6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0A018-F240-4FF3-90FB-768BEB6B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62E2A-9FF0-48DE-BD84-4C937F48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AA258-13BB-4D5A-A242-CD62473F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79605-A8A0-48A1-8AFA-D0377A80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7B82F-8A1E-4D9C-BDB3-76FF3E73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F4E31-BF1F-4749-B16E-1018DD41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18934-17EB-4DF4-BBF8-BD67EAE4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D4F76-5572-493C-9066-23D54D23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70DDD-3401-4DE9-8236-593A50B1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C57CA-0F70-4FE7-BE4F-6BA49E0C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2B264-B370-4108-95A2-0978322A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A902B-2943-455F-921F-AF8C73C9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839C7-EDC4-4B4F-8F9F-E974CF00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C65CC-5FB4-40E8-96B4-18EF0CFC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4A69A-7E96-4AEE-93A1-751EEF7F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293DE-A596-421E-A44C-5E07B686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18" name="pager-pill">
            <a:extLst xmlns:a="http://schemas.openxmlformats.org/drawingml/2006/main">
              <a:ext uri="{FF2B5EF4-FFF2-40B4-BE49-F238E27FC236}">
                <a16:creationId xmlns:a16="http://schemas.microsoft.com/office/drawing/2014/main" id="{1A470C13-364B-437C-A462-E7095E7E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62E37-0F19-482A-BF13-8D90187A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6758E-1131-496E-878E-09F7CB1C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83C09-1796-4CA6-B4F7-742BADF9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AFA0A-08A3-467E-A4C6-072C08C5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5D1C5-3425-472B-9BBD-F4595945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20458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A9EB51-6236-45E9-8F43-E4D1F732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D6DA1-A57E-40AB-9781-3E3ECEA9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355B8-7A4D-4E76-A8B6-B128049E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8A605-B2C6-4C93-BA9A-12BF7FD8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AD204-A03F-41C8-9063-1BAD7BD2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00478-EB2A-48BF-AE19-14CA04CC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FEF5D-2166-4CE0-A11C-BDE245F6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B22E3-FDEB-448A-B33A-922382FB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9A2CD-E77E-4795-A082-8EEEDBA4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BB2E8-A49F-4DCD-B8D7-D05D0C45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8CBCB-35D2-4FCE-94B1-5A3A8A3D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84AE2-93AE-4088-A912-6D40A12F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1E2C7-96BB-459F-A290-9FAF8E34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BE1A8-B59B-4B4A-997F-CFCF4507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7714B-7063-466A-8FF3-864A772B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23DF3-AE74-452A-A887-29D7F94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3ABAC-3AAC-4348-A965-C8B7EE49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93AB8-23A9-415E-B8DE-316215DE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46799-95CD-4234-8C8A-24AF66EE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6FBBE-C57D-4CC3-BF55-80A3D006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F149E-51B9-47B6-B461-8F8DB52A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89B14-2021-4FEF-A1F0-9300B139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A1591-0A06-4A34-87AD-3C093848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2383A279-827E-401B-9BF8-653A4293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BF1859-CFE4-4968-8E33-528E2896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2FA2D-0237-405B-B862-4803E83E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FB8733-2772-46F1-A816-94ED1DA4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256E3F-E11A-4328-AA18-2391542C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7ADC83-90B9-4F0C-B0B4-BDD77173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270560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132BE5-8EF3-4E9B-89D6-0A9DC98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1BB3D-2636-4D16-ABFC-C22D9ED0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3466D-E5C6-441F-B903-943702A7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C248E-1152-4253-BECE-D2CE3CB8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65BC3-8335-4777-AEB9-9AF78042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AA1C3-2E90-4120-9C13-F684AFA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3757B-5EB0-46E8-A35B-2667C594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90FFE-4C09-42BD-A47D-BE188979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6D940-A915-4720-8B90-A687F486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614B6-9992-41EF-B42C-5D863C96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A7602-78E1-4A67-A903-BF8441F2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27A44-D3CD-40AF-9336-F69F4F50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53732-B181-461E-885E-180507F5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58D24-42ED-4BE2-A432-FC4C969C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7A2CC-40BA-4111-81A9-02E7233C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B4E2B-233F-4FA6-979E-CC400F75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E752F-F177-462C-B1ED-F45B0147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9AD61-E0B2-4437-B562-495C1E01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EACE8-93C4-4A73-A48B-D73C957B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73077-BEC7-4489-8DAF-C3BE3107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5B101-3734-4EDC-8B95-12CA9310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FA1D0-EFD1-42AC-8131-29BF1BA5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2659F4-228A-4B95-BC70-61221B0D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5663F-7672-4B4C-AC79-278967DE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E99D8-7956-4520-93A0-92E8501E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AEFE84-8191-4A8F-ACB7-5911E436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CCB84-3049-41E3-BB04-7CB03C0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32D2B-2C9A-4E05-889A-A95716BA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3459C6-D393-4664-BC62-C91A331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E00EBC2B-D92A-437F-97A8-F42F7B32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2A5246-66BD-4EB7-BC79-DCCA730A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8D2AB9-83E9-4C92-ACA6-649C491D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E6875D-CF63-4554-99AA-8A37B0FD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BCF65D-EEAC-4ED7-B1E5-4A59EC66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4E52E4-4FD2-462C-84B1-20CE6A6A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883003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6BDD96-1DC2-48FA-94F6-04F9F0DE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848BE-CB94-4078-9DCF-01FB3BD6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7B2E8-516D-4CD8-9833-6AC2CABB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DB0E0-904F-4DB7-BB28-25EE3BBE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10A8A-F409-4D64-B0CA-C52964B7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05683-4197-43BC-A782-FCF7AC5A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20550-A51A-49A7-9007-8849B3AF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14413-6E30-4639-839B-0EF41A36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1F4FA-1458-47F9-8F08-525213E7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0E060-34D9-470B-A280-1666AEBB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98739-0532-4D27-82ED-DCB562A9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84B0F-919A-4482-9103-139DAE1D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53FD6-EDF0-4CC3-A07C-3E92BBEE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C63E2-EF18-44C5-9D30-2830BE5D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711F3-8490-4CD3-8B04-A0E33CA9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78663-F3BD-46E7-BF9D-81B128AC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935B6-0A17-4EC8-89D6-558DCC4C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AFC99-4959-4E95-AA8A-CDA8D878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B55D8-A583-49CB-B6B2-D53AF0AA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56378-9218-45A2-8F93-7D41AC4A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92F09-13CD-46EC-9925-23BB9D8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6A808-FF64-4638-BB19-EE2ED9FE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7A251-7EF8-4009-9B2E-12DA672C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88F4BC1B-C462-4182-ADDF-94347230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9DAED-BEF5-45EE-9B81-C3B7676B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2FCEA-65CD-4937-ABBF-F1B62504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4D1DF1-E859-4BFE-8427-D89A64AD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021E5-525E-4535-B87B-DA199B01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CBEC5-3DDD-45FD-AB20-573570BD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95785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2026-06-15T06:50:40.8400000Z</dcterms:created>
  <dcterms:modified xsi:type="dcterms:W3CDTF">2026-06-15T06:50:40.8400000Z</dcterms:modified>
</coreProperties>
</file>