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6de71e7deb49b8" /><Relationship Type="http://schemas.openxmlformats.org/officeDocument/2006/relationships/extended-properties" Target="/docProps/app.xml" Id="Ra7b4d6a8e5b741b3" /><Relationship Type="http://schemas.openxmlformats.org/officeDocument/2006/relationships/officeDocument" Target="/ppt/presentation.xml" Id="R866349c3efc545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7d079dfe6e4d3f"/>
  </p:sldMasterIdLst>
  <p:notesMasterIdLst>
    <p:notesMasterId xmlns:r="http://schemas.openxmlformats.org/officeDocument/2006/relationships" r:id="R558fb38fe7c94c93"/>
  </p:notesMasterIdLst>
  <p:sldIdLst>
    <p:sldId xmlns:r="http://schemas.openxmlformats.org/officeDocument/2006/relationships" id="256" r:id="R57db479a5ea84907"/>
    <p:sldId xmlns:r="http://schemas.openxmlformats.org/officeDocument/2006/relationships" id="257" r:id="Rd0bd3015499a4ff9"/>
    <p:sldId xmlns:r="http://schemas.openxmlformats.org/officeDocument/2006/relationships" id="258" r:id="R012744ddbde74079"/>
    <p:sldId xmlns:r="http://schemas.openxmlformats.org/officeDocument/2006/relationships" id="259" r:id="R6e70e41fda134ccc"/>
    <p:sldId xmlns:r="http://schemas.openxmlformats.org/officeDocument/2006/relationships" id="260" r:id="R02cb4a7af44445e6"/>
    <p:sldId xmlns:r="http://schemas.openxmlformats.org/officeDocument/2006/relationships" id="261" r:id="Rdb9c5e742a0d4e69"/>
    <p:sldId xmlns:r="http://schemas.openxmlformats.org/officeDocument/2006/relationships" id="262" r:id="R53a5611e93f74e8b"/>
    <p:sldId xmlns:r="http://schemas.openxmlformats.org/officeDocument/2006/relationships" id="263" r:id="R379ce62355f4461d"/>
    <p:sldId xmlns:r="http://schemas.openxmlformats.org/officeDocument/2006/relationships" id="264" r:id="R788e9787d9864e03"/>
    <p:sldId xmlns:r="http://schemas.openxmlformats.org/officeDocument/2006/relationships" id="265" r:id="R178daa37e81d490d"/>
    <p:sldId xmlns:r="http://schemas.openxmlformats.org/officeDocument/2006/relationships" id="266" r:id="Rc7f741c714a64e81"/>
    <p:sldId xmlns:r="http://schemas.openxmlformats.org/officeDocument/2006/relationships" id="267" r:id="R27456401376646c7"/>
    <p:sldId xmlns:r="http://schemas.openxmlformats.org/officeDocument/2006/relationships" id="268" r:id="R8470375f45e447ed"/>
    <p:sldId xmlns:r="http://schemas.openxmlformats.org/officeDocument/2006/relationships" id="269" r:id="R189109ac5789460a"/>
    <p:sldId xmlns:r="http://schemas.openxmlformats.org/officeDocument/2006/relationships" id="270" r:id="R34113b03a4604b95"/>
    <p:sldId xmlns:r="http://schemas.openxmlformats.org/officeDocument/2006/relationships" id="271" r:id="Rb806a855aa7e47e2"/>
    <p:sldId xmlns:r="http://schemas.openxmlformats.org/officeDocument/2006/relationships" id="272" r:id="R1ec81cce815c47a4"/>
    <p:sldId xmlns:r="http://schemas.openxmlformats.org/officeDocument/2006/relationships" id="273" r:id="Re281e118a45e40e8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9339bb6d064d82" /><Relationship Type="http://schemas.openxmlformats.org/officeDocument/2006/relationships/slideMaster" Target="/ppt/slideMasters/slideMaster1.xml" Id="R1e7d079dfe6e4d3f" /><Relationship Type="http://schemas.openxmlformats.org/officeDocument/2006/relationships/notesMaster" Target="/ppt/notesMasters/notesMaster1.xml" Id="R558fb38fe7c94c93" /><Relationship Type="http://schemas.openxmlformats.org/officeDocument/2006/relationships/presProps" Target="/ppt/presProps.xml" Id="Re55d184dccec4d13" /><Relationship Type="http://schemas.openxmlformats.org/officeDocument/2006/relationships/tableStyles" Target="/ppt/tableStyles.xml" Id="R3bd2b8dfafc24365" /><Relationship Type="http://schemas.openxmlformats.org/officeDocument/2006/relationships/slide" Target="/ppt/slides/slide1.xml" Id="R57db479a5ea84907" /><Relationship Type="http://schemas.openxmlformats.org/officeDocument/2006/relationships/slide" Target="/ppt/slides/slide2.xml" Id="Rd0bd3015499a4ff9" /><Relationship Type="http://schemas.openxmlformats.org/officeDocument/2006/relationships/slide" Target="/ppt/slides/slide3.xml" Id="R012744ddbde74079" /><Relationship Type="http://schemas.openxmlformats.org/officeDocument/2006/relationships/slide" Target="/ppt/slides/slide4.xml" Id="R6e70e41fda134ccc" /><Relationship Type="http://schemas.openxmlformats.org/officeDocument/2006/relationships/slide" Target="/ppt/slides/slide5.xml" Id="R02cb4a7af44445e6" /><Relationship Type="http://schemas.openxmlformats.org/officeDocument/2006/relationships/slide" Target="/ppt/slides/slide6.xml" Id="Rdb9c5e742a0d4e69" /><Relationship Type="http://schemas.openxmlformats.org/officeDocument/2006/relationships/slide" Target="/ppt/slides/slide7.xml" Id="R53a5611e93f74e8b" /><Relationship Type="http://schemas.openxmlformats.org/officeDocument/2006/relationships/slide" Target="/ppt/slides/slide8.xml" Id="R379ce62355f4461d" /><Relationship Type="http://schemas.openxmlformats.org/officeDocument/2006/relationships/slide" Target="/ppt/slides/slide9.xml" Id="R788e9787d9864e03" /><Relationship Type="http://schemas.openxmlformats.org/officeDocument/2006/relationships/slide" Target="/ppt/slides/slide10.xml" Id="R178daa37e81d490d" /><Relationship Type="http://schemas.openxmlformats.org/officeDocument/2006/relationships/slide" Target="/ppt/slides/slide11.xml" Id="Rc7f741c714a64e81" /><Relationship Type="http://schemas.openxmlformats.org/officeDocument/2006/relationships/slide" Target="/ppt/slides/slide12.xml" Id="R27456401376646c7" /><Relationship Type="http://schemas.openxmlformats.org/officeDocument/2006/relationships/slide" Target="/ppt/slides/slide13.xml" Id="R8470375f45e447ed" /><Relationship Type="http://schemas.openxmlformats.org/officeDocument/2006/relationships/slide" Target="/ppt/slides/slide14.xml" Id="R189109ac5789460a" /><Relationship Type="http://schemas.openxmlformats.org/officeDocument/2006/relationships/slide" Target="/ppt/slides/slide15.xml" Id="R34113b03a4604b95" /><Relationship Type="http://schemas.openxmlformats.org/officeDocument/2006/relationships/slide" Target="/ppt/slides/slide16.xml" Id="Rb806a855aa7e47e2" /><Relationship Type="http://schemas.openxmlformats.org/officeDocument/2006/relationships/slide" Target="/ppt/slides/slide17.xml" Id="R1ec81cce815c47a4" /><Relationship Type="http://schemas.openxmlformats.org/officeDocument/2006/relationships/slide" Target="/ppt/slides/slide18.xml" Id="Re281e118a45e40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d3b2083eed40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887c19cffd45bb" /><Relationship Type="http://schemas.openxmlformats.org/officeDocument/2006/relationships/notesMaster" Target="/ppt/notesMasters/notesMaster1.xml" Id="R9520e8cfc6f542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7454c0e67846a2" /><Relationship Type="http://schemas.openxmlformats.org/officeDocument/2006/relationships/notesMaster" Target="/ppt/notesMasters/notesMaster1.xml" Id="R7395112a29a249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cf94b3180643c0" /><Relationship Type="http://schemas.openxmlformats.org/officeDocument/2006/relationships/notesMaster" Target="/ppt/notesMasters/notesMaster1.xml" Id="R558720277cda4b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77e7998c6d4374" /><Relationship Type="http://schemas.openxmlformats.org/officeDocument/2006/relationships/notesMaster" Target="/ppt/notesMasters/notesMaster1.xml" Id="R6e735f143fcf49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f451168c0d4892" /><Relationship Type="http://schemas.openxmlformats.org/officeDocument/2006/relationships/notesMaster" Target="/ppt/notesMasters/notesMaster1.xml" Id="Recdc6c1ba71747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85fc0943234b67" /><Relationship Type="http://schemas.openxmlformats.org/officeDocument/2006/relationships/notesMaster" Target="/ppt/notesMasters/notesMaster1.xml" Id="R14595715aea14d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33e2bd150d48bf" /><Relationship Type="http://schemas.openxmlformats.org/officeDocument/2006/relationships/notesMaster" Target="/ppt/notesMasters/notesMaster1.xml" Id="Rdd6c499ad45740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78d608602c46ae" /><Relationship Type="http://schemas.openxmlformats.org/officeDocument/2006/relationships/notesMaster" Target="/ppt/notesMasters/notesMaster1.xml" Id="R10fa988aaf0744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86bea0a60c4604" /><Relationship Type="http://schemas.openxmlformats.org/officeDocument/2006/relationships/notesMaster" Target="/ppt/notesMasters/notesMaster1.xml" Id="R0afce7989a734b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6ad08a7f464eca" /><Relationship Type="http://schemas.openxmlformats.org/officeDocument/2006/relationships/notesMaster" Target="/ppt/notesMasters/notesMaster1.xml" Id="Raa708ddff11a40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22f8cb04c84292" /><Relationship Type="http://schemas.openxmlformats.org/officeDocument/2006/relationships/notesMaster" Target="/ppt/notesMasters/notesMaster1.xml" Id="R5f142641333c4b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050527779145d1" /><Relationship Type="http://schemas.openxmlformats.org/officeDocument/2006/relationships/notesMaster" Target="/ppt/notesMasters/notesMaster1.xml" Id="R21940263ed88446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74546c43be4e95" /><Relationship Type="http://schemas.openxmlformats.org/officeDocument/2006/relationships/notesMaster" Target="/ppt/notesMasters/notesMaster1.xml" Id="R69b105fc15304d4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453823d16eb4cbb" /><Relationship Type="http://schemas.openxmlformats.org/officeDocument/2006/relationships/notesMaster" Target="/ppt/notesMasters/notesMaster1.xml" Id="R995e25bb20c84d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bb0d7cd96c54415" /><Relationship Type="http://schemas.openxmlformats.org/officeDocument/2006/relationships/notesMaster" Target="/ppt/notesMasters/notesMaster1.xml" Id="R5503c3517d164a1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d0db7d69874e71" /><Relationship Type="http://schemas.openxmlformats.org/officeDocument/2006/relationships/notesMaster" Target="/ppt/notesMasters/notesMaster1.xml" Id="R2293002f5b01401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0226325ab342d0" /><Relationship Type="http://schemas.openxmlformats.org/officeDocument/2006/relationships/notesMaster" Target="/ppt/notesMasters/notesMaster1.xml" Id="Rf6e33d8002a04d7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4823af3213d4a6a" /><Relationship Type="http://schemas.openxmlformats.org/officeDocument/2006/relationships/notesMaster" Target="/ppt/notesMasters/notesMaster1.xml" Id="R3ad62d12820f4d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c3d392ef164b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1d6aa80ea5416a" /><Relationship Type="http://schemas.openxmlformats.org/officeDocument/2006/relationships/slideLayout" Target="/ppt/slideLayouts/slideLayout1.xml" Id="Rb7bae8c87e0a4a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bae8c87e0a4a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f8a1d41284caa" /><Relationship Type="http://schemas.openxmlformats.org/officeDocument/2006/relationships/notesSlide" Target="/ppt/notesSlides/notesSlide1.xml" Id="R2aeedc97847f41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50f6d7c9a4601" /><Relationship Type="http://schemas.openxmlformats.org/officeDocument/2006/relationships/notesSlide" Target="/ppt/notesSlides/notesSlide2.xml" Id="Rf8538c49098a4f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24c93f3d14f8a" /><Relationship Type="http://schemas.openxmlformats.org/officeDocument/2006/relationships/notesSlide" Target="/ppt/notesSlides/notesSlide3.xml" Id="R3cc47d7be30841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83df4abff4234" /><Relationship Type="http://schemas.openxmlformats.org/officeDocument/2006/relationships/notesSlide" Target="/ppt/notesSlides/notesSlide4.xml" Id="R309b730eea084d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24298f1ac4040" /><Relationship Type="http://schemas.openxmlformats.org/officeDocument/2006/relationships/notesSlide" Target="/ppt/notesSlides/notesSlide5.xml" Id="R6ff6cbd9d3fe43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216e2ac57403f" /><Relationship Type="http://schemas.openxmlformats.org/officeDocument/2006/relationships/notesSlide" Target="/ppt/notesSlides/notesSlide6.xml" Id="R3a839b1aec1542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e73d8db774fe3" /><Relationship Type="http://schemas.openxmlformats.org/officeDocument/2006/relationships/notesSlide" Target="/ppt/notesSlides/notesSlide7.xml" Id="R9bf73d51d3ca4b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7acc1b13945a6" /><Relationship Type="http://schemas.openxmlformats.org/officeDocument/2006/relationships/notesSlide" Target="/ppt/notesSlides/notesSlide8.xml" Id="Rc1bdd9344c504f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f6fbc62a44d53" /><Relationship Type="http://schemas.openxmlformats.org/officeDocument/2006/relationships/notesSlide" Target="/ppt/notesSlides/notesSlide9.xml" Id="Rf100b8a63b7f48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f0f8c6d884a2a" /><Relationship Type="http://schemas.openxmlformats.org/officeDocument/2006/relationships/notesSlide" Target="/ppt/notesSlides/notesSlide10.xml" Id="Re7d20e593b2e44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71245c7794fb7" /><Relationship Type="http://schemas.openxmlformats.org/officeDocument/2006/relationships/notesSlide" Target="/ppt/notesSlides/notesSlide11.xml" Id="R63234c8730ff4d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3b6a66bc34229" /><Relationship Type="http://schemas.openxmlformats.org/officeDocument/2006/relationships/notesSlide" Target="/ppt/notesSlides/notesSlide12.xml" Id="Re088ef1afefd42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cbbc83cdb42b9" /><Relationship Type="http://schemas.openxmlformats.org/officeDocument/2006/relationships/notesSlide" Target="/ppt/notesSlides/notesSlide13.xml" Id="Rd560fd83f5c6416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7d6f16a1114e5f" /><Relationship Type="http://schemas.openxmlformats.org/officeDocument/2006/relationships/notesSlide" Target="/ppt/notesSlides/notesSlide14.xml" Id="Rf62f0665c73e480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36deca0a84333" /><Relationship Type="http://schemas.openxmlformats.org/officeDocument/2006/relationships/notesSlide" Target="/ppt/notesSlides/notesSlide15.xml" Id="Rb5c90986b8f94c2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ee5e698fc4fe1" /><Relationship Type="http://schemas.openxmlformats.org/officeDocument/2006/relationships/notesSlide" Target="/ppt/notesSlides/notesSlide16.xml" Id="R17f04379e801447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e0545ca1947f9" /><Relationship Type="http://schemas.openxmlformats.org/officeDocument/2006/relationships/notesSlide" Target="/ppt/notesSlides/notesSlide17.xml" Id="Re601ef6962bd40e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9131e689644a3" /><Relationship Type="http://schemas.openxmlformats.org/officeDocument/2006/relationships/notesSlide" Target="/ppt/notesSlides/notesSlide18.xml" Id="R233ea95c1ff540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C56F51-19E1-4EDD-8E6C-ABE828B2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1BE5C-6652-472B-B365-818D05ED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81F12-4C88-4276-B85F-55BEFC4E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292C9-8879-4862-9453-0301C278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28EE92-49CD-43B6-B70A-4A7ECE97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F3E68-D2CC-460E-9990-9A674D4C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09A0D-E359-474D-921D-77AD7036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CABCE-AB9F-4E35-8E0E-C10E4DFF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26A20-FAF3-4AB6-832F-F5C8E862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FF92A-0F6E-4A30-9011-BE57CE71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EF170-3B51-42DF-88F8-4765B277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6EBC5-4B90-4507-B8BB-E4F9F1DD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6370D4-2184-4BD7-BF78-7C4600BF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B51CE-B18E-40AA-8F72-8BB146E1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trusted partner's guide to when ShiftBy can help.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0A0A9DDA-666B-4C86-8035-118FB19C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12B47-F158-4487-B849-B2101C33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0DDD3F-CED5-4DC2-8BAE-FF6A6E46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10DA52-96F8-4996-9321-519065EF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B4778A-CF85-4378-9BEE-7F209FD6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E16D80-119E-4F3E-B68A-57FE6F53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917484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E90FDE-B768-4B3A-89EB-C6CD764E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C2855-9C49-46E5-8A68-5725654C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EAFC4-51A2-42C2-8A66-7E55F077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53C16-AF24-470E-B444-F30B0630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96DA6-9F19-4820-A548-8C096A44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EADE4-693E-440D-BC6A-963FB41C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8DFE4-0ED2-4280-8732-811BCD36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E24F8-0099-4617-A9B3-FB39A46A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942EA-7ACD-4FDC-825F-B882933B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ABC98-B57A-49CE-8F27-B57E0A31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34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the rationale behind execution.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7A87D-B280-4CAE-8764-C51683AC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4DDC3-99C6-474C-B760-4323507E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F5676-3BDF-449D-A608-1011517E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BE725E-C5AB-45C6-9733-E42EFB87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0506E-FFCC-436A-8A80-AD7D7845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E9B18-5CEC-41E6-B167-E0A953AB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EA279D-4CFE-42FD-BCFA-3D1A820B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E0BCB0-A37B-4B22-8D6F-5B953619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9D4593-4C99-4343-9DD5-FEDA9C87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488CA9-CF5A-41AD-8A05-AE0C5BC2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D38776-CEFA-4641-A400-D02D9A54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44CA2E-E911-41AC-912E-5398E972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exists to help understanding remain available when execution changes.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F3EE7873-1740-4FBD-826C-B6CF8C9F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2A629C-4DC9-4AAB-A53A-88861993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A9CA92-0C02-48F4-9FD9-B14A91BC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6F3B51-412D-4839-9161-2482394C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3583DD-4745-442E-843F-08DAC60D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B5E2D1-8BA6-4DAD-B01B-84FDEE20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210966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BADC5C-FACF-4AF9-92B7-5CC7D215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D6544-F4AD-4B21-A2EF-C040F0D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29DBF-90C2-4DC6-B736-F9408D03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A0531-9E31-4294-A33C-406C2E7A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98D78-25BC-4616-8E67-D81F49AE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0EE25-6078-448D-8945-82E3E880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7EFE3-B5A0-4914-A38A-859C75A0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83A20-99D9-451F-8002-931B105D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CE08B-D214-4BBA-BCCA-213BB645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7A78F-C85F-47A3-A04F-AAB69E65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52380-D680-4284-9F0D-B2DD5BDC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36A22-471A-4233-9DA5-21806F25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C500AF-0810-43B5-ADFF-1FCB872F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627D6-017D-41F9-98BF-26913B6E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A12263-94F8-4DFD-8F9B-641EA064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F7C69-FBB1-458F-9421-E4144FCA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4DCD9B-245D-4EB7-A49F-B0998D0F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D3D8A-25BF-4356-9D5F-A0519F2C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866363-A7FC-4B1F-8338-AA01CC4D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582D4C-34DD-410C-8EBF-2450865E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88F54-1A26-46D6-95E3-DA87A7A8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BBB8C9-BD4A-4744-A6F5-FDDBB787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AAA22D-21C3-4004-B58B-7D19846C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DF7682-16E1-4D63-A1A2-D63917C8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C4E0CF-7787-4D3E-AD60-3FBFC36F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07719D-C4AE-4526-BBD1-A415F858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F084A2-C4BF-4715-BE43-1E28993A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A99A0E-1923-452C-8D93-574979FB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EAD328-F15F-43E5-85F3-3B0E6387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BFBEE3-09A7-4F75-B187-7F71DBC6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1B66EE-8185-4530-B5EE-709DE0F2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535C0D-5566-4940-99E2-F9479337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364276-50E0-4402-B6D5-0F22F6C0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F8BA8F-B5FF-4184-839C-254A2089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partner should be able to connect ShiftBy to value creation, risk reduction, and trust preservation.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6208B2F1-1F10-400F-BD8F-FB5D2755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6A22F3-9CED-4706-B1D0-D58A195F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C60D31-6ADD-4717-A58B-EFF3B5E3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EA90B4-5726-4E9E-985C-84C49F7F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32FD48-9A1E-45D2-ABE1-E6436026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B56556-F01E-4688-B12B-F7CFB0FA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745067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22906B-5810-44F9-B872-18FC8892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CD577-C827-4E99-AA1F-6802D139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00865-528D-412F-AC22-B6A2C3C0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CEFC8-3C1E-4B1C-BC3B-7C87FA2A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08B5F-F1A7-48B2-B36C-B03ADFFC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7AC59-C180-4D98-ADB1-2F4A88C7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B84B1-8709-459F-B2BF-26E787B0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FC995-CDD7-4DE6-89E7-C888F97E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27688-B2B7-4C08-9B61-2C90CF50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 Similar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challenges around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72C63-A9CE-4387-870A-A45CFA0A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47B83-60BC-42CE-82A0-D30E5A73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9DAE0-AD02-4410-8675-B5509D3A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AE57B3-F48E-4A5C-92BA-9036B1BD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12B8B-0530-4F72-BCDE-A04FCEA7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89618-27F3-4AE1-B994-A351E403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241E9-C572-4954-802E-314FE310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FA96D-035D-4643-BBAC-6EB4B294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B437A7-AFBA-4602-9B07-1AD79FB5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9F0EF6-D1D2-42BF-A5EC-3EC7F585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49D347-2731-4A22-B34F-AC240E66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B77066-60F0-468D-B694-9825D161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84B08F-5686-40BB-A721-3814B104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CE8C9A-730E-471C-B1B3-FCA65336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E3E2FE-C359-4346-930E-583E9352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BA0EDA-5879-4895-9CD8-5B9B3E6B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challenges around change, knowledge,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9EE75F-8703-4D6A-B223-D4DEC34D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98CC1A-83E0-4D5C-8B9D-FCB87629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Use this slide to help partners recognize familiar industry contexts.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B98A2D4C-69D7-49E7-9CC0-0021D87E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FB8A1F-6F11-43C2-AC2A-7784842B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3BD6BB-C747-4087-BA24-7973A7AA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A11C2D-5DCF-4680-8CA1-AF979AA9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A2FA33-F5AC-458F-8F95-94FAEBF3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5DBC4A-FF67-431F-B626-C30502E2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1223349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903A45-836B-464E-AD46-48D072B5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6E2FD-F735-48D6-AEA7-A3DE0EBA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831F8-41CC-477C-BD23-CA2F8A07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F3D1B-5A43-4E57-B744-7A1FFEA3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0ADDC-F7BD-4822-9D80-E3778C32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E761B-7AFC-44D3-B2A5-974AFFCE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ORGANIZATIONAL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A39BB-12E9-43D1-9AFA-ED6ED405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3DF3B-88FB-4944-92AA-F2D1597E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72FD5-A71C-46F0-94A4-6A47B80E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start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A89E72-BE6D-49BF-A737-1FA93597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78E15-00F9-427C-8E4A-2F940C03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7124B-ED8E-4367-9C0F-5C66BB5A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77A484-3552-4525-B696-68A0873F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80AAA-C786-47D7-BCA6-475CC99B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402AD-ADAB-4CB0-9C92-AD966222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86C489-B0F7-4722-86FD-83845DF4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91ECD-F204-4EE0-BF34-9739B49E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122767-FDB4-4C44-9392-08C29F4C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CA3CB4-E5D7-4750-8132-BFAC9754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3E1F37-CB19-4BF0-842C-729B4C15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F41EDB-6257-43F1-AB4F-5F04CCE4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27BECB-C6DC-45F6-8D5C-BADF9C48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7C7C31-3D85-470F-B920-5411FF6F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F1458A-0918-4BF6-AC76-E9BF1FFC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AF5FC3-CD36-4486-9FF4-3DF04A50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9F0DBE-A5A2-4373-A576-E459299F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DF7761-EC81-466E-88C7-D952778E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C4957D-A2FD-469D-B58D-445D3C02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7878BF-E1A1-4A80-822D-203CDCA6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737573-0D17-409C-9655-1302365C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208478-6E48-4190-A877-6C16BF4B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1134EA-9F0D-47CA-96AA-6B7425F2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46A557-CCA5-4994-955E-7ADEB8C5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7935B0-A848-4F4C-A0C6-73C30582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6C405F-3FB1-4A52-A0B9-EF220AFA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4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own 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CB43BC-349F-4326-BC72-63D8CC14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6EDA6D-739B-445F-8E06-F915E7A0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Many functions inherit AI-enabled change before they own it.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563596A5-2EB8-4925-B6DD-0B7B3B55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DC53DD-D487-48FC-86FC-055FFECB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7394BD-6475-46F7-ABC8-E6F43F01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D9C52A-FE76-40C4-8E50-96342AE8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C84BAF-97DA-4B7D-9D6E-E3A36A9F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44F609-4C3D-4B63-8434-EFF8A81A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8322200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B1C26B-947A-4967-9648-E9ABE0DB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530DB-E001-4526-883F-2C486DF5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1F2CCB-4008-4FB9-AB22-DB451E8D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D2041-CD60-4EBD-B277-E38F0897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25E6B-FAE3-42E6-9958-BB1786A7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B9DC6C-04B0-4C89-BFB0-2B65F231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FD98C-D926-4AA8-85B9-1E55E59F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9D79D-8EFF-4DD9-82D8-F515B2C2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29BE3-33EA-41FC-8D9E-A06BD7B8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85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When you hear this,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there may be a ShiftBy conversation.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120B9-BDE8-4EF5-9FDD-81CD9A1B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41F58-CCD4-40D8-9AE7-821A6B44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5CA11-3EF4-4ED8-92F5-7DAE215F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but do not know where to 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C0F841-1FB9-42E8-B218-E683EB72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12595-880C-4512-888E-0D7B09DB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A085C-8B79-435E-9E8E-773B2CD8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many AI ideas but cannot prioritize.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0FFC4E-2288-4765-99A6-D14783E4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5C25AA-2262-4030-8F97-A4C34F7B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B27D3F-E905-484F-88C7-A61A5790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governance, audit readiness, and oversight.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884B5E-7ED6-4B18-A9A9-8B8F9D47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FD38A7-5E9C-408A-ADB5-D43AD56D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8335FA-67A9-4DF8-848B-72E743B9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operational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1120A4-687B-48B1-9274-7A4410D2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FF33D5-44A2-4DA4-9CFE-D029498D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C5E81B-0616-427B-8091-50CB5C09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concerned about losing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8250F5-06B8-414B-A2D6-5F9858FF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417E0E-BFE8-45E0-BBD5-C3AF8C56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This is the partner's recognition slide: listen for uncertainty, prioritization, trust, operations, and knowledge loss.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A7322C76-AE96-4087-9172-92DFC694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769E2D-9C1D-483D-BD51-4E435665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77C5E6-C8BE-4BF9-A3AD-5988E49A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14B1F0-E0BE-46F5-AA8A-608EB6A8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DEA3D5-FE14-46EB-8E47-C995DCB3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4F26D9-5DFC-4A84-ADFE-83BD4CC5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965711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E8F2D5-931D-4C83-AECF-1F66EF08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A538E-E142-4FB2-B84A-D18BB83E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32287-DD6E-4C24-945A-1901B5D8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6E09C-B322-4AD2-AD7C-6615936F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B1438-692B-4366-8BF3-72A69116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73B3B-AD2F-468A-933B-23CE4539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CONVERSATION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61EA2-EDFB-4A3F-919F-7BB18647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AD9652-14DC-4C1A-A389-E0052AB4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0DD66-AF70-4A04-9C20-A6A4D179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75C852-92BD-4A2C-B808-525637A3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70A95-D6FA-4FB6-8A4A-D515EE2C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2EF645-430C-45A4-8ED5-0AFCCD1C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22DD88-B7D4-4347-AD76-50D40EAC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D7B9F-88C4-434F-8398-51D17B93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C3CA20-5553-41C0-9D27-56262561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988C5-CDEE-4B99-B7DA-32D22BC4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8EFFF-AB24-41F4-920F-7791E946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ACD1C7-1333-41D1-9809-18C9EED8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C12E0D-CC85-4063-A58C-E608B927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A097ED-AB3A-4035-9966-0AB71806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170102-BB8F-41EE-BC2E-07FCF582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96411D-B9D4-4601-8912-9905AF56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4A6BF9-5919-4527-84C1-8609E83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32BEFF-12A5-4A94-8102-A5F42333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6F0EC1-8AEE-4747-9758-E775BD1D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996092-91F1-4E17-92EF-B2626010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B0C53C-640F-4D18-8B4D-CBDFCC6D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harder question is whether their data, knowledge,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people, governance, and operating model are ready.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DB6A40-A7A8-4454-8679-39A57CC1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7FCD57-EEAF-4677-90A4-12D01F9B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Map situations to conversation domain.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B78A31E6-2D12-4916-AFAB-E452D7C1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7BDD39-CE3F-451D-BCF9-0EE9841A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6E3C2D-6459-4781-837A-AF5808B0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FA0E02-34C5-4A4D-B010-F8A497E9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872573-94AD-45C5-BADA-8AA0E3FA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C274D5-9A0A-4F51-8611-D9FCCA36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8132704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2CBAD2-A02F-4311-B632-70C2BFCF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64B55-DBE0-411D-8679-8472F0C2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DDCF4-5027-4989-AEB3-474EDD68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E2F3C-28B1-4417-B94D-9ACD35EC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5AC50-B501-4749-96A2-E3C72CB6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0C968-7BF3-42BD-84EE-4610188D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BUSINESS VALUE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3EEBB-ED44-44B9-8C3C-CA8441F7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1E8A6-890F-466B-BA2B-0815D421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54542-6BA9-4B6C-88AA-4C926941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FA9D8-95CE-4ABF-882A-EA3F9590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AC4B3-0BAD-4C65-B25B-9AF0FBBD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5914D-F675-44A6-82A3-074A15FF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1F2B7-81BD-4C97-8EA7-3DA638E2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3DC23-36B7-4947-A80A-CCE09CF0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F5276-27BD-4AD2-9AC3-02865CB5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0E3E9-53A0-4630-9F0B-FD7A93FD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B720D2-31EE-45AA-A688-B1CD0400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6D6FC9-BB7A-4023-A56C-FF6BB103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E5DA46-D46F-4B16-BB5F-3FF06041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EC4D6E-DBF2-41A3-A4DE-46647118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E96EC4-B0DA-4FC6-832D-D5EEB8DE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7077D9-82B5-41B2-9CBC-8377FA54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43103F-B909-4533-80E8-60895409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705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228100-738E-4312-94AF-AF4904EC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91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CE70B0-FA86-4562-8153-F72228DB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ED2495-5C18-4A22-9CC8-DB06281E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Organizations often have more AI ideas than they can realistically pursue.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4BE1542F-FF94-4750-8759-F03588E4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E0C029-7CFD-4F94-98F8-0CB93937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40FEB7-7D79-4544-9CE5-1FC2DF26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0E4615-6A35-45CB-A517-3E0822F8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2BFD80-5071-4583-BB4E-0BFF5D9E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5547AC-78BF-49A8-9347-83EC80B4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8726433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00D4F1-2FF1-488F-87A1-00B8B7DB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D8681-46A5-42ED-AA00-4BA366B1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FCF65-89C2-4CDA-AC37-60675F06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A0C1D-1A55-441C-B698-4DDA9000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20F26-7B55-4F9D-B0A7-BFF5B3B1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6727B-FCC2-4A29-A194-01F1F5AA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AND OVERSIGHT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9C3EB-A811-455D-B31C-855E8375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3738D-6486-458C-BFDF-4F54FCA2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60400-8B72-4FAF-B81D-C634EBFA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085A8-B93B-45C9-AF4A-F98DD3BD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30A43-F47D-46D2-8A6E-F1477D5D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REDUCING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C258FA-2177-45BF-9551-658A2C96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5399C-2136-4F03-AC8C-0386E5CD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644E6-EF03-41F1-83AA-81F8D22F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73F9F-C612-4986-AEA7-873DA31A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98CD4-460D-4D47-B80B-289EDBC3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95F6D1-4D08-4785-ACBF-CF947053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0AFE27-E1F6-49FE-8567-84E1EC30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14AD73-6E86-4C79-AB5C-7A7376D7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ED3C70-A08D-42D1-822F-8A39458C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CE58C-8676-40B1-A257-56885081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7EFCC3-F240-488A-89E3-E1E32ADB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F6992D-3115-4CC8-9E97-E185EDE3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FC465B-D2D8-4203-A58E-A0CA936E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488BC5-C422-472C-8F3A-DC02ED56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DA8B6B-5775-4321-9B4E-C9F97DE8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8DF47D-9DB1-48CE-B77D-1B980B57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E48DB6-22EE-4187-B371-8DC70BF8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1155CF-7AC0-406C-B387-A76B0813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E4EAF2-852F-44F4-8558-C7333A51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385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3F733A-2420-41DA-B650-A633146B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713128-BF32-4114-BF04-D68FFC71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C44CF7-FBFB-4DC2-BBAF-92DDCB9B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A8AF27-6615-4CA9-9146-65E794D2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0BFED4-F7BC-4AB0-9E6E-3CB87255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Trust and oversight conversation.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9B578430-2D91-4B6E-9188-0800EE58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65BEA0-5F3D-4F93-829F-C40B5995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D4A280-7349-4B63-B6BC-5F751C50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555527-F02D-492C-82D2-EF7EDBF3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BA1ACF-F1BE-43F6-A992-384D2452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2778ED-1965-4783-8063-78D5B81D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089279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A53598-8D71-4B3F-9DF2-2587F1AD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6FA58-72AD-4CA6-96DE-8E170DA5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B29D7-04A6-42F3-8337-15BE7129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509F3-EA32-41C7-A7A2-AE46C8DA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F4192-B5D9-4E99-BD90-9B71738E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DC1FA-A788-4199-8381-6C66D1E2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FUTURE-STATE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F9F15-B9EE-40E1-806E-ACA36212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0C627F-D328-489E-A4F7-7B0A52FC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9F312-4BE2-4206-BE20-1F31430B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1D55E-5D8C-4B14-B450-4271ECE9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B3071-3525-4511-AC72-82E486FA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WITHOUT LOSING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OR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A1814-8796-4EDB-B03F-1C23C9C9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DCB04F-6B70-4352-9FA5-7D5A6380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F8A339-72D8-4E9A-82C7-E3A48353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982C9-4062-40A9-8B73-57FEB003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14036-2478-46CE-ACE7-3B5FDAB8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C70FF4-ADED-4F12-B4BB-78CF7562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527DC-06A3-4A9F-9CA9-A14EB3DF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817835-3B9A-4A57-BFF1-8FAF5144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93BEE-4C01-4785-B184-CBEA9BBE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4DEA0F-9E83-44CD-A0D4-C355CE1B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678781-C4E9-48A2-8FBE-663CDAEA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A60AD5-97B5-4A8E-B388-9A8E9ABD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artifact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2773F6-2D49-400C-A592-4AC261B8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A2BDA5-C6FB-4ABC-9AD5-B08351A0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visible.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5AA543-3E11-4F79-A192-CB85C612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592647-2CC6-42C8-A90B-FFE4978D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Future-state operational conversation.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67F03E9D-C7DD-4969-A5E1-6AF801A6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08DCAC-D862-46D3-A4C9-ADE7067D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24E844-EFA9-4D6F-B5D9-359143C9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42E3DF-6C59-4654-96BF-7B3F1C6D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182A4-4165-4F8E-B91F-3A4126AB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3DD973-91D1-4B4E-9A2D-BC1AE142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46669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18E0B9-C976-45FE-9F23-4F403C10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9BF7F-66DE-440F-86EF-109AE4C8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388D1-DF34-4F1F-8410-0CF17E58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98D09-16A1-4E6F-9199-80D21334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CA31F-FBF3-4E02-A758-0D735E77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DBBDC-28E5-48C2-88DD-E0BA079D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325F9-9845-4D98-9005-1B9BFC3B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AEF15-EE73-4DCE-9FD7-2F12DA16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1CC41-4ADD-4B9F-BE35-85D6E6DE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8B2E5-C3F2-45A2-B86C-865AAAC8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50459-600A-4910-819C-4BB27E57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FFDE5-D6EE-4CA7-8D7C-57A02D46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3FA68-22A9-4412-8255-F7ABFBFA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understanding as execution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A0497-1C8B-46AA-A685-1AF90639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81B760-AE3E-4529-B339-D0E856AE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14D45-7E83-427B-88DB-FC2AE4EA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7212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 Marri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44BCDE-CBBD-4868-AF8A-A595BAB3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2863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15979E-D63C-44DD-9F1F-7A5E8093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14362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Founder, ShiftBy | IAPP Certified AI Governance Professional (AIGP)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CF217-3B24-40D8-A4E7-B2E8958D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7056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6BA7D7-8220-46E2-B006-122A822C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239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CAF8C4-8E76-482C-8938-C221C7C4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791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C42E65-123D-473D-ADDA-FE5C1A7C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8343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E7D8FF-160E-4B15-96F0-B69F89A7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07FE96-494D-444C-AEA2-1C9927F6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Differentiation.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4F83C4F1-179B-4883-8624-C4C7C51B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8E137F-4647-408C-BD26-442379C7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BE3306-55EE-4842-982C-CC3FCC94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5ADA36-0A2C-4541-87D2-9BE0DF3D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EE9D22-FE08-4784-A372-277F2AF8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AFA234-AD7C-41A3-B0F6-A7D3F06A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278124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B36C2F-04DC-473D-BFC2-0E017994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30C6F-81B4-4470-8186-AA6E6F3D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9D982-E680-42CB-AF64-F4E88939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FF36E-A49F-4710-878A-D1FB4AA4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CB219-A492-4AD5-BBBA-9A0C23EE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02CA8-2688-4191-AF8D-7540B751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CAPABILITY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01210-4F5F-41DC-A443-1807F998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9090D-32D5-4FEB-A3F8-1F6CE180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C3BF0-B416-4E2F-B3A9-DE386B33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6AF88-CB09-4360-AD73-6A4E2A8E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8A01C-17DD-4E91-B984-A265A0F7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57896-618F-4F18-93A5-F5D64AED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4B97AD-C6A4-4ED5-97D2-22C0A508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E8BF2-6506-479A-84DC-B511FCFC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6A40E0-4BE9-41BE-9E79-447B5415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8B565A-3911-4186-A0A7-9B9256C2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7B04F9-3EC3-45B8-93F0-F1367FA3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DE3DED-71B7-418B-8CD6-978E3FD9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4CD9BA-22DC-4EF3-A1DB-380050AC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7240CE-3D7A-4FC5-B6D7-34815240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032216-61FB-43FB-8EFA-7665E6EC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36EB3D-58FB-4F62-91F3-9225B5B8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EDABAC-D930-4192-BFFE-823AC595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Reveal underlying capability architecture. No deep dive.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8C75CE5F-08F4-4EB3-81DA-662882BE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0C2ECB-2281-40AD-ACF4-212BC098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AC1832-5DCE-4F99-85CA-E3639D17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C58BF0-2969-4551-BEF8-B02FED9C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5750EF-7EEE-4B20-9F3F-3F76C325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AA0BFF-8CF7-4E35-85DD-05AADE2A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7490644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82345C-6E62-4D74-A03A-D0F19910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232BD-6844-4F79-AFBE-C97114F8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F712E-B654-4AF4-8235-797BE6E7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D1B54-8171-45E0-B914-BB50AE5F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C4947-BFEB-481B-B22F-8B1B7047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28218-91D0-44F6-82D5-1B044C63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91CE3-5241-491B-8A0F-AB93C6B4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5DB7B-335B-41A6-999F-CEAD3FAE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DB9F7-71DB-4987-8137-FDC5CE18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E1427F-0130-4DAA-8559-7340A7ED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2BE3C-C027-494C-B204-B652A8C6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400B3-1048-4039-AA9F-F75EE388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84759-89C3-4169-BA17-43409BB4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BBB79-05CE-4E21-8D71-21F4B746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C2359-DC90-4BEB-AD32-B95D8874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9245C-C303-4971-A9E3-9593AECB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222C89-EC8C-445C-B0EA-ACC0E0F6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AB7C0-3DB4-4D6C-814F-F5F07F35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106FE0-97C7-4CE8-8EC8-1792D2AD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361085-13C2-4973-8947-147B0BA0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97AA6D-B236-46CC-8B07-7126D0DA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ECF94B-EEFF-42FF-B5B4-ADDF8D3D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25883C-B7A8-465C-BE17-E8A8BBDA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6909DD-C834-4BEA-8EB6-CA4D1CD9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EA669E-5515-46CE-9829-2ED3F513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D19F3F-68B8-45ED-9D17-9587F15A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DF4C74-191D-4960-87C3-69A0B039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BBC774-09F4-40E4-975D-8979557E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3667E0-DEFE-414A-8FB9-02344764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Most important referral slide.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F82F9752-90AF-4D50-9AB5-EA1CDEEA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8D29F8-6870-4E91-96FB-093B30F1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9570AC-344B-4175-BF93-53E02861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12F65F-91E8-40C0-99D7-F6227B8C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200A8A-78F7-4202-B8BF-769C8584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5176F4-EE50-4C4F-B9A8-A2934C95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307867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461CCA-1E17-4652-A716-3F6865EF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E0EB7-CAD4-4B21-9059-764957D2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F30BC-4F70-4D75-9BBC-3CBAA6E7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CA38D-5790-49BE-A81A-09B2B59B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ED50D-A245-481D-A617-17CD3E74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F069B-BA61-4612-B7EB-471658FA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48D5A-6ADC-4B69-B1DD-18640C9D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49C25-F2A0-4308-B3BA-03E62572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85D6A-30C6-4BA4-9FBC-7B6519BD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73053-5349-4355-90AE-B987F7B6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9E4C2-7C57-49B5-BC70-8AAB30AE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59CC8-5157-4633-9996-0BBAD0EA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437E3-6E72-4990-B7A9-B7E0285C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DA229-92E5-4A9F-BEC8-68C0DE30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89CDB-69B3-4588-B8C8-027147E0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88C249-1236-4DDC-9356-429D2AEB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6D482F-1AA7-4432-8BE6-3B7E513E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1BFB61-F10E-401C-8233-2927A2B1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90DC09-A572-4A7A-877F-D97D4946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81C9F2-0B78-4575-8915-4AD0BC29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8FE81C-E3D0-4023-9946-24060778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210E57-EE5D-4FB5-BB04-BB47B0B9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7BC78A-9410-4574-BF77-6EF5F4AC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SHIFTBY_PARTNER_BRIEF_V1A_OPENDESIGN_IMPLEMENTATION_PASS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97977934-0F42-4421-97E9-4EF30D1D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4446E3-16C0-41B3-A657-40DB2487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444395-AD4D-44BD-A5A3-2935143C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C243AA-9584-4337-A7B5-A19960DF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90BD9C-F026-4488-AF09-07BC7C2C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604889-63B9-4A1F-8AC7-C1193425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393632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AB8958-C793-4501-8800-28581121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926E0-F92A-423B-9007-2D4F8DA4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900EF-7E44-4AA0-8500-175F24DD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1A190E-D23F-4625-803A-78AD0D23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EC403-820E-4238-A22A-A4D74200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59E4D-7C13-4031-BE73-5D8C992D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008A9-8925-41BB-B649-98ED4DC5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687396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4FEB9A-2048-48F9-824C-C43C73BF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FC02A-758B-42F7-9533-D1DC4FB4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1A5AF-FA3C-470D-9250-0E32C611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638D3-5D0C-478C-95DD-9BE864BE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B48A2-FFD9-4C65-A705-9537DFBF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01F9F-80F1-4ADF-947E-E056119A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49545-FB30-447F-AA5B-B9487487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33391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23127E-118A-424E-B83C-1A1378F9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1F74F-1C7D-4448-A844-8A257560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94977-8EEC-411B-B2F2-CD67E569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6E47C-D71D-4476-A1A9-6B25112F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BE9D1-5D0B-4E70-AF52-4F4A2A72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30A3A-E907-4208-83DA-5950E921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6A063-1266-4882-BEAE-2BA4B92A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347529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AB5FAD-D814-4B0F-BA3F-724F693B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D052E-4050-4826-BE08-68D1D3B3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B9F57-CC9C-4496-8214-91F1C86D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C04C0-67C2-4569-A31A-B276CF54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BD553-C145-45EB-84D7-29DDFF18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ED62B-723D-469E-B1FD-4A8E8D6C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745B5-D2E5-4C8B-91B2-75C1B41C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765102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2026-06-15T06:37:34.9650000Z</dcterms:created>
  <dcterms:modified xsi:type="dcterms:W3CDTF">2026-06-15T06:37:34.9650000Z</dcterms:modified>
</coreProperties>
</file>