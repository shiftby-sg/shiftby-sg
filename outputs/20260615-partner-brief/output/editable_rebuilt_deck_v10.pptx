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b642d0db0a4877" /><Relationship Type="http://schemas.openxmlformats.org/officeDocument/2006/relationships/extended-properties" Target="/docProps/app.xml" Id="R8dbce39efc9441b1" /><Relationship Type="http://schemas.openxmlformats.org/officeDocument/2006/relationships/officeDocument" Target="/ppt/presentation.xml" Id="R5766e6f2c1fa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c0e48f9684e07"/>
  </p:sldMasterIdLst>
  <p:notesMasterIdLst>
    <p:notesMasterId xmlns:r="http://schemas.openxmlformats.org/officeDocument/2006/relationships" r:id="R9abf545bbc4a4430"/>
  </p:notesMasterIdLst>
  <p:sldIdLst>
    <p:sldId xmlns:r="http://schemas.openxmlformats.org/officeDocument/2006/relationships" id="256" r:id="R91113d4d7d644dee"/>
    <p:sldId xmlns:r="http://schemas.openxmlformats.org/officeDocument/2006/relationships" id="257" r:id="Rf0e944043ef840be"/>
    <p:sldId xmlns:r="http://schemas.openxmlformats.org/officeDocument/2006/relationships" id="258" r:id="Rcbd09c39c3c64e88"/>
    <p:sldId xmlns:r="http://schemas.openxmlformats.org/officeDocument/2006/relationships" id="259" r:id="Rc56afe0438fc4dcd"/>
    <p:sldId xmlns:r="http://schemas.openxmlformats.org/officeDocument/2006/relationships" id="260" r:id="R7098520dca9e435d"/>
    <p:sldId xmlns:r="http://schemas.openxmlformats.org/officeDocument/2006/relationships" id="261" r:id="R12d52f12facc4af4"/>
    <p:sldId xmlns:r="http://schemas.openxmlformats.org/officeDocument/2006/relationships" id="262" r:id="R7c415c2979ba490a"/>
    <p:sldId xmlns:r="http://schemas.openxmlformats.org/officeDocument/2006/relationships" id="263" r:id="R2325965e98c14454"/>
    <p:sldId xmlns:r="http://schemas.openxmlformats.org/officeDocument/2006/relationships" id="264" r:id="R2864e0af387748ab"/>
    <p:sldId xmlns:r="http://schemas.openxmlformats.org/officeDocument/2006/relationships" id="265" r:id="Ra86aa6e9f344434a"/>
    <p:sldId xmlns:r="http://schemas.openxmlformats.org/officeDocument/2006/relationships" id="266" r:id="R3349c90aeb3c4139"/>
    <p:sldId xmlns:r="http://schemas.openxmlformats.org/officeDocument/2006/relationships" id="267" r:id="Rc8a56cbc2fc54a38"/>
    <p:sldId xmlns:r="http://schemas.openxmlformats.org/officeDocument/2006/relationships" id="268" r:id="Rcb6c659ab8e041bb"/>
    <p:sldId xmlns:r="http://schemas.openxmlformats.org/officeDocument/2006/relationships" id="269" r:id="Rd3651081cb114679"/>
    <p:sldId xmlns:r="http://schemas.openxmlformats.org/officeDocument/2006/relationships" id="270" r:id="R524c272c3a504e31"/>
    <p:sldId xmlns:r="http://schemas.openxmlformats.org/officeDocument/2006/relationships" id="271" r:id="R7519029539424221"/>
    <p:sldId xmlns:r="http://schemas.openxmlformats.org/officeDocument/2006/relationships" id="272" r:id="Rdbb26a9d80d642c6"/>
    <p:sldId xmlns:r="http://schemas.openxmlformats.org/officeDocument/2006/relationships" id="273" r:id="R539785684a3947b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afb8a88bd4a99" /><Relationship Type="http://schemas.openxmlformats.org/officeDocument/2006/relationships/slideMaster" Target="/ppt/slideMasters/slideMaster1.xml" Id="Ra70c0e48f9684e07" /><Relationship Type="http://schemas.openxmlformats.org/officeDocument/2006/relationships/notesMaster" Target="/ppt/notesMasters/notesMaster1.xml" Id="R9abf545bbc4a4430" /><Relationship Type="http://schemas.openxmlformats.org/officeDocument/2006/relationships/presProps" Target="/ppt/presProps.xml" Id="R390142fc7de84ebb" /><Relationship Type="http://schemas.openxmlformats.org/officeDocument/2006/relationships/tableStyles" Target="/ppt/tableStyles.xml" Id="Rd9b931df530a4c4b" /><Relationship Type="http://schemas.openxmlformats.org/officeDocument/2006/relationships/slide" Target="/ppt/slides/slide1.xml" Id="R91113d4d7d644dee" /><Relationship Type="http://schemas.openxmlformats.org/officeDocument/2006/relationships/slide" Target="/ppt/slides/slide2.xml" Id="Rf0e944043ef840be" /><Relationship Type="http://schemas.openxmlformats.org/officeDocument/2006/relationships/slide" Target="/ppt/slides/slide3.xml" Id="Rcbd09c39c3c64e88" /><Relationship Type="http://schemas.openxmlformats.org/officeDocument/2006/relationships/slide" Target="/ppt/slides/slide4.xml" Id="Rc56afe0438fc4dcd" /><Relationship Type="http://schemas.openxmlformats.org/officeDocument/2006/relationships/slide" Target="/ppt/slides/slide5.xml" Id="R7098520dca9e435d" /><Relationship Type="http://schemas.openxmlformats.org/officeDocument/2006/relationships/slide" Target="/ppt/slides/slide6.xml" Id="R12d52f12facc4af4" /><Relationship Type="http://schemas.openxmlformats.org/officeDocument/2006/relationships/slide" Target="/ppt/slides/slide7.xml" Id="R7c415c2979ba490a" /><Relationship Type="http://schemas.openxmlformats.org/officeDocument/2006/relationships/slide" Target="/ppt/slides/slide8.xml" Id="R2325965e98c14454" /><Relationship Type="http://schemas.openxmlformats.org/officeDocument/2006/relationships/slide" Target="/ppt/slides/slide9.xml" Id="R2864e0af387748ab" /><Relationship Type="http://schemas.openxmlformats.org/officeDocument/2006/relationships/slide" Target="/ppt/slides/slide10.xml" Id="Ra86aa6e9f344434a" /><Relationship Type="http://schemas.openxmlformats.org/officeDocument/2006/relationships/slide" Target="/ppt/slides/slide11.xml" Id="R3349c90aeb3c4139" /><Relationship Type="http://schemas.openxmlformats.org/officeDocument/2006/relationships/slide" Target="/ppt/slides/slide12.xml" Id="Rc8a56cbc2fc54a38" /><Relationship Type="http://schemas.openxmlformats.org/officeDocument/2006/relationships/slide" Target="/ppt/slides/slide13.xml" Id="Rcb6c659ab8e041bb" /><Relationship Type="http://schemas.openxmlformats.org/officeDocument/2006/relationships/slide" Target="/ppt/slides/slide14.xml" Id="Rd3651081cb114679" /><Relationship Type="http://schemas.openxmlformats.org/officeDocument/2006/relationships/slide" Target="/ppt/slides/slide15.xml" Id="R524c272c3a504e31" /><Relationship Type="http://schemas.openxmlformats.org/officeDocument/2006/relationships/slide" Target="/ppt/slides/slide16.xml" Id="R7519029539424221" /><Relationship Type="http://schemas.openxmlformats.org/officeDocument/2006/relationships/slide" Target="/ppt/slides/slide17.xml" Id="Rdbb26a9d80d642c6" /><Relationship Type="http://schemas.openxmlformats.org/officeDocument/2006/relationships/slide" Target="/ppt/slides/slide18.xml" Id="R539785684a3947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61ad396d142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7e65cc31a1420c" /><Relationship Type="http://schemas.openxmlformats.org/officeDocument/2006/relationships/notesMaster" Target="/ppt/notesMasters/notesMaster1.xml" Id="R85b3277ca39c4b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22ce5df98f4f0b" /><Relationship Type="http://schemas.openxmlformats.org/officeDocument/2006/relationships/notesMaster" Target="/ppt/notesMasters/notesMaster1.xml" Id="Raa771381b9434d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e879f59674569" /><Relationship Type="http://schemas.openxmlformats.org/officeDocument/2006/relationships/notesMaster" Target="/ppt/notesMasters/notesMaster1.xml" Id="R234cd7a2ef97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f6471904b24e8c" /><Relationship Type="http://schemas.openxmlformats.org/officeDocument/2006/relationships/notesMaster" Target="/ppt/notesMasters/notesMaster1.xml" Id="Rc4e889ce9b5f45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5a201028749ad" /><Relationship Type="http://schemas.openxmlformats.org/officeDocument/2006/relationships/notesMaster" Target="/ppt/notesMasters/notesMaster1.xml" Id="R7937cd2d9817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55637b10249c7" /><Relationship Type="http://schemas.openxmlformats.org/officeDocument/2006/relationships/notesMaster" Target="/ppt/notesMasters/notesMaster1.xml" Id="R1711e2d882984f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b6542353cd423a" /><Relationship Type="http://schemas.openxmlformats.org/officeDocument/2006/relationships/notesMaster" Target="/ppt/notesMasters/notesMaster1.xml" Id="R3244eadd5048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05d966599346d1" /><Relationship Type="http://schemas.openxmlformats.org/officeDocument/2006/relationships/notesMaster" Target="/ppt/notesMasters/notesMaster1.xml" Id="Ra166dba247264a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28f350bb304af7" /><Relationship Type="http://schemas.openxmlformats.org/officeDocument/2006/relationships/notesMaster" Target="/ppt/notesMasters/notesMaster1.xml" Id="R2e49bd96a54145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039284222d43d5" /><Relationship Type="http://schemas.openxmlformats.org/officeDocument/2006/relationships/notesMaster" Target="/ppt/notesMasters/notesMaster1.xml" Id="Re533b766b3c241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e26b5b7dde48f9" /><Relationship Type="http://schemas.openxmlformats.org/officeDocument/2006/relationships/notesMaster" Target="/ppt/notesMasters/notesMaster1.xml" Id="R3cb9bf28d5124a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4aba36b06c45ea" /><Relationship Type="http://schemas.openxmlformats.org/officeDocument/2006/relationships/notesMaster" Target="/ppt/notesMasters/notesMaster1.xml" Id="R85470f23f6614c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be94f9fc05477e" /><Relationship Type="http://schemas.openxmlformats.org/officeDocument/2006/relationships/notesMaster" Target="/ppt/notesMasters/notesMaster1.xml" Id="R1a6195a6868443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c4a6ece73947d3" /><Relationship Type="http://schemas.openxmlformats.org/officeDocument/2006/relationships/notesMaster" Target="/ppt/notesMasters/notesMaster1.xml" Id="R6299513215a444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184d7a119b449c" /><Relationship Type="http://schemas.openxmlformats.org/officeDocument/2006/relationships/notesMaster" Target="/ppt/notesMasters/notesMaster1.xml" Id="R5370622bdcb240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1c4589806d45dd" /><Relationship Type="http://schemas.openxmlformats.org/officeDocument/2006/relationships/notesMaster" Target="/ppt/notesMasters/notesMaster1.xml" Id="R89b8ff3ec7e742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023ba4271246dc" /><Relationship Type="http://schemas.openxmlformats.org/officeDocument/2006/relationships/notesMaster" Target="/ppt/notesMasters/notesMaster1.xml" Id="Ra4335d72ec8743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91b4e4f9f74de4" /><Relationship Type="http://schemas.openxmlformats.org/officeDocument/2006/relationships/notesMaster" Target="/ppt/notesMasters/notesMaster1.xml" Id="Re3de0f196c6b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54a9c031540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67312e725b4501" /><Relationship Type="http://schemas.openxmlformats.org/officeDocument/2006/relationships/slideLayout" Target="/ppt/slideLayouts/slideLayout1.xml" Id="R437500a32936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500a32936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2926b8bd84f49" /><Relationship Type="http://schemas.openxmlformats.org/officeDocument/2006/relationships/notesSlide" Target="/ppt/notesSlides/notesSlide1.xml" Id="R1fe483a1d6ce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4342171446ce" /><Relationship Type="http://schemas.openxmlformats.org/officeDocument/2006/relationships/notesSlide" Target="/ppt/notesSlides/notesSlide2.xml" Id="R94c0be05cbeb4a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64cdf222a429d" /><Relationship Type="http://schemas.openxmlformats.org/officeDocument/2006/relationships/notesSlide" Target="/ppt/notesSlides/notesSlide3.xml" Id="Rf53a27e480c94f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6d531d0a6489c" /><Relationship Type="http://schemas.openxmlformats.org/officeDocument/2006/relationships/notesSlide" Target="/ppt/notesSlides/notesSlide4.xml" Id="R02ebf4d5acfa43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149c77564c8e" /><Relationship Type="http://schemas.openxmlformats.org/officeDocument/2006/relationships/notesSlide" Target="/ppt/notesSlides/notesSlide5.xml" Id="Re12e03271633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f542e474b4c56" /><Relationship Type="http://schemas.openxmlformats.org/officeDocument/2006/relationships/notesSlide" Target="/ppt/notesSlides/notesSlide6.xml" Id="R41a8f5549669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2aceb825846c9" /><Relationship Type="http://schemas.openxmlformats.org/officeDocument/2006/relationships/notesSlide" Target="/ppt/notesSlides/notesSlide7.xml" Id="R3dc0a2c3c3a4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c8fdca9934710" /><Relationship Type="http://schemas.openxmlformats.org/officeDocument/2006/relationships/notesSlide" Target="/ppt/notesSlides/notesSlide8.xml" Id="R8ccfe86d9244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8ebab22d04cb3" /><Relationship Type="http://schemas.openxmlformats.org/officeDocument/2006/relationships/notesSlide" Target="/ppt/notesSlides/notesSlide9.xml" Id="R2d6dbe857a6f46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4188781aa44ec" /><Relationship Type="http://schemas.openxmlformats.org/officeDocument/2006/relationships/notesSlide" Target="/ppt/notesSlides/notesSlide10.xml" Id="Rf8529afce51d4a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dacc13bf4694" /><Relationship Type="http://schemas.openxmlformats.org/officeDocument/2006/relationships/notesSlide" Target="/ppt/notesSlides/notesSlide11.xml" Id="R41149a79439446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c26c320f844bb" /><Relationship Type="http://schemas.openxmlformats.org/officeDocument/2006/relationships/notesSlide" Target="/ppt/notesSlides/notesSlide12.xml" Id="Ra587a7c4c31744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8ca4ba38047fd" /><Relationship Type="http://schemas.openxmlformats.org/officeDocument/2006/relationships/notesSlide" Target="/ppt/notesSlides/notesSlide13.xml" Id="Rf2cd65d9f3ce4a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eaee8d48e4ab7" /><Relationship Type="http://schemas.openxmlformats.org/officeDocument/2006/relationships/notesSlide" Target="/ppt/notesSlides/notesSlide14.xml" Id="R8d8e6bfd6bc44c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9182d64b94d5b" /><Relationship Type="http://schemas.openxmlformats.org/officeDocument/2006/relationships/notesSlide" Target="/ppt/notesSlides/notesSlide15.xml" Id="Re9a8a1ef351c46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977a697634c3f" /><Relationship Type="http://schemas.openxmlformats.org/officeDocument/2006/relationships/notesSlide" Target="/ppt/notesSlides/notesSlide16.xml" Id="R98c436275aba47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c24f551994d3b" /><Relationship Type="http://schemas.openxmlformats.org/officeDocument/2006/relationships/notesSlide" Target="/ppt/notesSlides/notesSlide17.xml" Id="R124cfb68010f47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571fb9ae44e1" /><Relationship Type="http://schemas.openxmlformats.org/officeDocument/2006/relationships/notesSlide" Target="/ppt/notesSlides/notesSlide18.xml" Id="R6224a23c824d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122FF-E164-4366-9402-5DF6815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5E0B9-4C41-4C4A-99F5-E09BC0D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5E7C-0987-437E-9D7A-3276FC30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42EBB-56FD-4F6C-946D-134436E4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F9586-89B8-4399-B52D-42974839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AD48E-8164-489F-A800-96BCA74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483A5-69D7-4A0F-8DF6-7DAEFEC5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D336-9E67-40BA-8FD7-FFDD79D1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D1477-509A-4B7E-9FAF-FE5AF9C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A332-446F-4E3F-AA21-DE5E75D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6980D-4299-4FD4-83AA-6033554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F8A82-B021-4F1A-9B54-B5B32C05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25C54-1A27-46C6-81EC-3B400E9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6A068-3FA6-4A2C-A0AF-1B718F7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7129C6E4-2D81-4B5A-A113-BFBFE05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068AA-D897-4E11-BEF5-2DAD22F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573CA-0120-4945-A21A-E3C40B4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B6604-0FE2-4974-8210-8245D9F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84D96-521D-4265-AEBC-38D310F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3626-628B-477C-ABB9-6328B8F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1880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F43ED-ECD1-4CEC-B102-475D6984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EF8E9-337F-42A2-8C30-97B7246F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DA116-EA62-4267-9BF7-3A1C979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A55AF-396B-4091-889B-81F701DD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18C0F-AC38-411D-9092-5D6B3E4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3ACA-F133-4C14-BC42-FFAD626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A7171-49E8-4FD5-B4F9-0FC7BFD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8B605-242C-4A5F-948D-4CEA3BB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F360E-D30C-4D94-B27C-7CF7174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1C8B2-C3D2-420D-9E91-414B6E4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1C934-0B0D-41E6-8AAF-5E066AB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6ED4F-427E-47B7-BC7A-E0B255E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A16C3-12A2-4984-8FEB-F21B62E4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B1E1A-3948-44D4-9BB0-1DD11692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2EC59-68D5-40F1-81CD-3B34F58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1EC42-C9C3-430F-8748-1301A3E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1E685-50BE-4427-8F40-BEBB9C2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20535-6440-48AC-9CA4-52F4EF21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1122A-FCC8-4894-951B-A44D6218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FCFB3-DCC5-49B2-92BC-BDFFC208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D48F1-DD22-41DC-B95E-6FC625F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5C8BB-A308-46E4-A012-79A2197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AEFC7E8-2EA8-4489-BED5-5363D489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98998-6A42-4878-B96A-BA706A0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40075-81B3-4ED5-83D6-4786224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7D2AC-5334-490A-9A83-633283B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84021-A52E-4481-A6E0-2CB8C2BD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33593-EF7C-484E-9362-66BFACD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3125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00BEE-6BDD-4A43-BA8E-29105B64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1343-2476-443E-A6EB-743FB38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9A62-3213-42B0-B0A8-FB123EA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C0533-7E7B-47D0-9EAC-D78BC34E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6D34B-D54E-4B8D-86ED-B904B264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186CF-F7F3-415D-AB06-4498BD1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F2D6A-B6C8-411D-819E-3F472C8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EBAEF-F3BF-443D-B6A5-4C6546C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F58E0-5C27-4047-B89D-9F904B6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6AAA9-A2B3-4D33-B415-0B46AAF0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5FB19-3D38-46C6-A19E-1212CBA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21E86-368C-48A0-AADC-43C6E8F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9B47F-08DB-43D3-AC6B-21806896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02A81-A40A-462A-B0E6-0D65DD3B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2A428-9E5F-4134-AD41-A2824D8C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BE411-E8C8-4749-9C58-68118127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0D272-59D4-4553-9ACD-AAE63C5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2DEDF-307B-4D30-9D24-4989204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86C6E-8278-4C3C-A5FC-9A0FD98F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52DCF-662E-4836-A44C-F82A5D2A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6188D-3409-4B35-B4A0-41754F17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737A3-135A-4C99-A2CC-8F226161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FDD86-EF6B-4E2D-83FF-2ED4B4D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94F9A-639D-4E59-9797-7367C551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049D6-59C4-495B-9E1C-535A2D6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4EA5B-809E-4393-8B15-90B1580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3DAD5-A8C4-47F0-A349-2F4239E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33200-3AA8-4C01-BA80-F0C359F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139B3-C81C-4BCD-9488-F715F04A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5D5DF-C723-44A0-9172-D02A027C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5E72F-AE98-4BC2-996E-9EF1CF1C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7E30B-230B-452D-A9AD-E50E62DB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E9C291-232D-4494-9DF3-94389F2A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98D85-F368-4866-BF61-828A5783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2A06781-575E-4F0F-9868-75D3DE31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E7D746-C20B-43B6-BAA0-C24C2E36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A8AFC-8B8A-4DE6-AB03-F12EF42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C0BB0-D2F3-4ABD-92ED-BA78ECD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20F9B5-D776-4F3E-B3AD-F67D8C7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309B34-D6C9-4AD3-A994-E8D2078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67078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A7C6F-063B-462F-BCA6-AB99E3BE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FC24C-C764-497D-99B5-B7FE46D9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AF6B9-F0A8-4652-AC23-EA6AF60F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FE66-480A-4D68-BFAA-23909960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C65A5-2E50-4B0A-A719-45B7E79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F64D4-6247-4888-A197-1725498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E7DB-2582-40CB-B368-6359B3B6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4ADB8-BBB9-4E40-8B21-399D8FC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5B295-ED3D-4E4A-8E4F-91676F07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51758-8203-4FDD-973E-7471EAC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0C519-7C38-4565-BD63-DE270BB2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98800-AE9E-4A07-9AFE-715535EB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2794B-EA43-42F0-9BE7-538A5FC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993C4-0076-4AD1-A1D1-5C6720D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88018-00E9-40C5-8C1A-955371C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131CF-0A17-4176-8E83-B42D7575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9BE26-BB9E-4014-98FF-DB562A9D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A19D5-2889-42E6-8E8B-98FF3F2C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E2F3F-8DAC-4460-82BF-E5D7362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4A4AB-4878-4124-8E18-CFA1871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D75E6-A540-4CB4-903E-09D1126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DD73D-E86A-4E69-A448-4DFCDCE0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4374D-9073-41A9-8A10-BDC3825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CB2CF-CAFC-4FB5-AC63-C5ED035B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DFA3A-E502-4046-B2C4-BFFA59E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C2174-9953-44C1-B6C2-1961911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36BAC-373D-4BFE-82B7-32F20DC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B1F7152-F3DE-49C6-8FC0-31E16088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50697-6421-4DF8-94F7-E54D87D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C72BE-7430-4886-AE0A-2B56B48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7754F-12A8-413F-B54F-28DCE217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CEC75-73DC-4C6B-8680-AC1F4F02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278F35-504A-4885-B3A6-D29F1924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61132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82EAB-962A-4B32-8DF9-39C7726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8A116-11EF-41AC-86F1-CF8069CB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8F75C-35D3-4D45-BF17-F0FA146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AC2C4-7F8B-4ED5-B472-AA155DA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83A2A-8A85-4D83-BBA6-ADFE0E0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5FBA8-D231-4E0E-BD62-2F7231F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25D62-3538-4FB8-9B42-758C53F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3684E-F6E6-42EA-B7D1-6AEA3B30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EFBC3-7DD0-4F6B-999E-8E952985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6A008-2D5D-49F6-A3E0-98215C2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0A503-8756-4786-BC36-D9182C7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60AA1-2015-4B55-9039-11A8CC2A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2F91C-5EAD-492C-BC84-6F0EA65B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9B86C-AD3B-40A3-9EE3-9EC5C27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2DE7-1F08-469D-B1FB-4E7A116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46560-03C5-465C-BFF9-75C6E90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63A90-AE7F-45DC-88CE-DD06B3C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815EA-8F7D-4D57-87CB-B529E2D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FAA87-8502-4012-B7EB-E263D8F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A8AFC-531A-4E91-AABB-677C53B3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CDD35-DA05-4289-B994-0C5D41F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6DD2E-638A-46E8-BFE9-CF601E8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327C0-C001-4D77-922E-56D1CE1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20D88-EE40-41B3-B8B1-EDA14236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89C40-9BEF-4707-B734-809A03C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E84D8-D6F1-4D89-9173-86FC97E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EE9F5-4927-48FB-ABA1-9893B42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2FE43-9CA2-4DCF-86F6-4A9B146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13FF0-5856-4E20-B610-0F51018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B7CAE-1833-4007-AA83-4AC3BF5F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45298-567D-42D0-8198-432374A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CBAAC2-BFB9-4649-9D56-0A9837E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5A137-D33C-452C-8772-4DA70E51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8E526B-7F52-436D-ADEA-255F11B5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70245B-C845-4C1A-A303-3A3DB02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05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2216E-AB9B-4ED9-A4AC-4794EA2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8D857-2528-4939-9B00-8C2AD7E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BE720DB-B657-419E-8CC6-DFC05FA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A76B1F-EB6D-4BC2-AB2C-77B1033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FE12B-84E5-4630-A3F8-1092A086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B8E9E9-237C-46E6-9172-09C3115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6F4F05-8190-4190-88CE-10FEE5A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E2F9D-907C-4D84-9159-F93C9299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67459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AAB89-F8D9-40F0-A41A-6F83859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A3A96-B628-46CA-83E1-D89ECD7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AF91-18F6-45AA-872A-5CC14B5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83F42-4A51-4FE1-861E-A99FC526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F036B-7399-47E0-891A-BD851DC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7506E-8E5F-474F-A4E0-EE25270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9B3B2-65F0-4A17-8B1B-AAA097F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E3043-2EFB-40DE-9BDF-F70A9B5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A6885-9F4A-4F30-972F-96B9765B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70887-A460-4DCD-8BE7-A0E47F5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B2988-B770-48AD-8FD8-FECC390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2DAE3-2EDB-4E9F-A629-1D20701A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6C50F-1540-4EDC-9319-F7350B0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E2C38-DE3A-46E4-A053-337E1D5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463E0-BF3A-4167-A809-B9A7D26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3C68A-5DF1-490E-92DD-45A4C8F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416E4-5295-4A13-94D8-E3D8E8DF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ED14C-1786-4F61-B2D9-201C3DD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7D68C-4C3E-48D4-A10B-84BC1F0F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5F038-0D9C-477E-9FF8-D18A6A5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8C754-8C53-40CB-A8A4-C655F8C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9F37E-2774-4E73-BC73-ED75606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EA84E-AED6-4301-86DD-459E686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5B3C0-AE36-4DFE-968C-15D1C2A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E3B85-1471-4E57-84A3-CD44294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45A83-D3C1-4D3A-9304-B24421C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279C3CC-CB6C-4CFE-AFB3-2D926D5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8B9BA-2A46-4133-AB4F-DAB2FE24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8F2CE-C3B6-411C-A6B1-4E9D0BB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C228B-BD40-4029-89F6-3BA3036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CB2B0-7C19-47A8-A578-B4B05F8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AC4FE-F6F6-4E18-8FB7-C60484A8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31931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FE725-B66C-4C36-8822-3F65672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26023-1A12-4914-AC8E-46F7022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FF27-1E72-4ACC-BDA8-791765AE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D881F-3FF3-4E70-8A13-48FCA74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03CF9-8B29-4CFF-8977-23C80C2D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5FEC6-0169-42DE-A306-E7014AD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68B55-5258-4D90-AD92-F7BAC60A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4F554-7DC5-4975-B7B6-A3222E5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21830-404B-48D4-8641-AEA0F9F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F6F68-C3E7-4D29-ABE9-EDD465D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40D44-DBDE-47F6-A933-CFF1DF2A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1F8E4-5AB3-4364-99DD-EEEC8DA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29BE9-7F5B-4BCF-80A0-EF86A162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ADCFB-AE21-4043-906C-E25AAD4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671EF-69D3-4296-ABDD-B8C76D1C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244BA-3E40-406F-8036-A7CBF0F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44ABA-AF75-414D-9D87-26CE8259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48B0D-544D-4721-950F-379711B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573C4-8128-47E2-925A-656991E9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7E998-EFBD-4BAA-9312-EF4E609A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111F7-5420-41E3-A012-4C145D5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3E90A-7CED-4BB5-9529-7ECB2DE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06780-3440-412B-9888-C51AD13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646FD-7AE6-484F-B279-B73CD6AB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C18E6-4DF5-46F4-9107-18A73F8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061F1-7E38-4404-8540-2549B84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80D3F-836C-4845-92BE-C78A80A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A6E8A-A6D1-4574-BCFA-2390F68A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5B76B-CFCE-45CF-8913-592301BB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FEC84A49-774B-4A75-829D-30C36FB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8C7BC-FAFF-464F-B7C3-4D9883E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8F70E-3610-4860-9830-A41D79E8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47CF6-93A3-4D6D-B367-E9F79D30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8A6E9-7CFE-4CCC-863D-92A4F651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F1039-7A67-435E-A237-74DDE57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3066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77944-4061-4F90-9002-5560956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E269A-E3F3-4801-B374-70A76680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B5BE-6BE0-4758-A87B-FF48B073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E7614-3F26-480D-8E3A-AAF4855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48956-CF96-41D0-B35B-3E09A47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9FAF3-C428-4AA1-A6A8-E4C6273A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73CD9-F595-4725-BA6A-3B29499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5DB2E-85AA-4B5B-88E0-C91CA457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6DD12-84E2-461C-802E-587A7513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BE16F-E636-42C4-8424-0ADB914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49FA8-F443-4AE5-A5A9-50ACD505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E73EE-C7B4-4778-AED8-7AE6D1A7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5E296-5568-4012-9E7A-3DFDBB46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162C7-80C8-4ED9-9DFF-860142D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5720B-E601-4B28-B3D9-9410F2B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B7F9B-9021-420C-8BFE-359673F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589ED-5976-45CD-B398-89DFC81D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9A7AC-76E9-4689-8FA8-C34F8BF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44C93-EE4D-43E2-86A7-8469E9E4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4450F-3AF7-4CAC-8CD5-0022036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35308-99BC-42E3-8B23-9FC680CA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B1CE9-F0FF-4EB1-85EF-E253041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F82C2-3914-4EE5-9024-8DCDE68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39F2B-FCF5-4ACE-B631-C85C4C7F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151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CF3F5-F27C-48A7-901D-54FC971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8458C-5773-43CD-ADC7-22550A1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21DF82F4-2D0B-4594-8C13-D882A2A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07452-D01F-4E5C-B824-2875E1C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D7DA9-D229-4160-988A-598B44F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C930D-2F20-46E3-833F-7C68FCE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A6AA5-2D29-47AF-9C25-81DEA261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0D062-7F96-4CFE-AA7B-FFFDB3B5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5302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A3E78-B10E-4687-9E56-FF258EE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A2D71-8C0D-4CEC-9886-E9850A4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C7AD7-5C89-43D6-B60D-42B7538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99FC-20F8-404A-A613-AEB514F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D83B1-DE51-4584-A1F0-B95B0137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FA9B8-C08F-4E91-89C0-ACB40B23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EA2F0-8333-490F-8A05-DB32A63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3486F-57DD-46FE-8A33-52F0E7F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2DFE8-6641-4FA3-87ED-CEAA199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8B7A7-2DA4-4ED9-A134-A5A8E124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E959B-4574-4E7A-A60B-DA5FC4F0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A2D49-5792-4B7A-AE0D-FDC461F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44E3-FAA7-42F1-A0DE-C6AD2A4D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6B01E-71BB-42A6-8557-E090EF3C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C48DA-209A-4B1E-B967-9B5E4699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6343A-A7F4-4608-9FD0-70A0862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0B576-92BD-406C-9940-B3EF822C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3CD43-A50F-42CF-894F-68D001C1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03109-7253-4203-9A58-403E066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83558-E219-4737-9429-03F32F5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DFA1E-AB1C-49C5-9596-CE01E5A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70A76-4052-4B09-A2AA-F80202A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F3424-615C-4092-B84C-6634A0B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401A0-94F8-4E62-8E42-81BCC10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8BC87-4871-42E4-9475-CCBC6799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A7F1B-3F3D-4E74-BD00-0F8D351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1BECD-B558-4FD0-A89B-0376EAE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DF126-19BE-40BC-89D1-03A62B49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94053-6818-4F8C-8B3F-42CA585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0CB26-E27C-4DD8-B1B2-A322375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2CDBC-E763-4251-852D-C057451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1258B-126C-45F7-9C34-03F93B5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B0153-AA05-4259-B75E-FDBB938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F00F1F-634A-42AA-BDD2-7BEEA77A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771EE2-8E8D-4174-934E-B0CC9F0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356CD1F5-9BD4-4F0F-921C-804046E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B480C9-C770-4A2C-AF75-46AF575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F0A3A-ABEC-4280-8F03-7A39185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7B49A0-E06C-47C8-B52B-35AF2EE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4BC240-5EB6-4C5D-BDC5-F524F7B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1FB633-B7A9-4312-A02A-EEF2E23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84293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78F9F-5034-4F6F-B132-A1CDF483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C90F8-8A65-4A2E-B9D7-E0694A85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5020B-67C7-4F1C-A130-BD2D9457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4E84-A550-4809-AC0C-6F3BA0B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A2A83-8D0C-4FA7-B1F2-77B463D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E9401-FBE0-4327-9B00-69C32BA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415B8-4423-4C8D-A6F4-4553D67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CDDA7-D2AD-4886-8489-EAB7FAC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7E813-BF2C-4783-827F-59F05137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1535C-8073-4B2E-B447-E719AC93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27ED1-45AA-4A31-A97C-C73A41A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D9F2-5EF5-46AC-BA5D-9D69951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401D-C1E5-4F16-AB24-674B3526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BCEF6-6560-4F82-969E-954F6C4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DD1DC-BB0D-4019-98D6-D4047E7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C828B-0823-40FE-8BCB-96BECC51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BD59A-6597-41BE-8146-75DE95B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9D2C9-5CA5-498B-8A96-13E92F1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C5EAA-EF44-4395-AC3C-BCA876F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070B8-3BF8-43F5-ABB5-F48D3C3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16CC8-B194-44EE-81A2-E76141E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D015A-298A-4092-928E-C9B4192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6A54E-E21A-4B1E-B3C7-7D9380D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02855-7C95-491A-B2F8-BE0AE39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508E5-FAB9-43BA-8807-4C6195B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4134C-4066-43A0-9F4C-C562ED5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8F087-A073-4F7D-98EC-820C8B44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AED974B4-3AF2-4F39-986C-5B6EACE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A4BFF-90C4-419F-874D-6E5C047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C58B5-10F7-4074-B714-0ED0B2C1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73352-83CD-41C3-956D-EC73866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76814-E2A7-4698-B1C4-04DAC80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315E1-4178-4957-B3C0-84C2B871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75957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22EA8-8F43-479F-B576-10D1ADED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765B3-F072-4347-BF68-91A22CF9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4AA8C-546B-43FD-97A2-D0B362E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1F88-AC52-483D-BE07-C58129D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0A253-D38F-4AE3-AAC9-E34EFF5A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B84DB-CA4A-402F-94A6-D23FB68A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271AB-12D5-41FA-9C39-9CCC6FD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A889F-6D14-480E-B10E-A703E0E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C24BD-9E47-4741-9C8E-ED3E054C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F82A6-457F-4375-80B8-E7C1643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EC990-1263-4667-AD76-DBBD3CF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A37A0-5992-462D-8E81-DE2012DD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D8C59-56BB-40D7-9DC3-2320424A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72F51-D210-494A-B407-1C87207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700B7-4B7A-457F-A997-AEEFFF7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98C6D-4AB5-4573-8E98-C2637355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6A97C-A865-42E2-980D-54F88D0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435D8-E3FC-4E8B-8DA9-DC2FBDD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C1B4E-71F2-4884-BB7D-A270FC6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D24CA-1F58-40E7-9740-4D3D4E0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FB59C-15C5-469C-88E9-E87C895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CA94E-79DD-4F3D-A657-44CD5460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17260-0350-4A35-9B8B-C873D48B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BD687-4C4C-4B4F-910E-6A6DC17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497E0823-9A8B-4A68-8593-108DF7EE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823EE-96B7-4D2C-AE9F-6F96987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E24FC-7172-4BFF-9DD8-D812E1CE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D9BB2-91DF-48F8-A620-4DEE6CF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EA0F3-6A53-42D0-889C-DF6B9265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1DE8A-6668-4F25-A059-CEF70D2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8666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E9356-7517-47D4-B8B6-D35B8A57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D8E21-75D2-49ED-9081-01F10293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E0F60-4F64-4BE2-8EC5-06BB23F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BDF1F-3DF3-4264-AA5F-ECAC549E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2F4E7-7990-4633-9189-26AB6348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F0DEB-5FAF-435D-8A86-12CCD122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0414-E987-473B-8752-9498426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9AC8A-F0EC-43DF-A8CC-BC528A2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4496B-6A0B-4EEC-B6E2-E556E81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7382B-2F4F-41E9-9297-07C20F22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FBC8A-AB89-4490-A1DE-FC3121A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FF476-0FE4-4888-9FA7-4DE0D82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C4ED6-4E85-4A15-A38F-6177719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3418E-9BE0-40CD-B297-C4D5DBF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DDA43-1E31-4EB0-9565-305A5D9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93A76-C56D-4AC2-A2C2-B71CCEE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20C95-8CFE-44E1-B256-7294F37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0ACFD-56E6-4B53-8EC6-9CA0359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EE61C-F022-45FF-9BC9-D7D373E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E5340-E984-4D84-8BAF-F975F3C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60BBB-FE39-43FC-A0B3-0F4020FA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F1C2D-D63B-4C4B-8996-4E1A531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1352D-5E85-48FC-B071-C5FE92C3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6DAFFAD0-2DE5-4A4A-B371-BF0F8A8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BCC26-81C9-4E8C-820C-E8FF435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17BEF-06E9-4813-9C54-E6CB4B49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F2EA2-5883-48C3-9DD6-DAA6196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7ADDD-6AEA-40B9-98A2-43791B05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A2605-9CE8-4722-8D28-E856117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79782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3B4363-9F15-45E2-AB4C-D4E3861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3E51-FA46-4B29-A2E6-87FD3986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49D7-1AB6-4EEA-B7F5-F9BEF81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F34BE-E9D4-47AA-9A6F-E3E8B306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BCDCA-15C0-4AFC-B584-0436D49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7441-A621-4C8F-A514-9DA1594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298F-3B01-41AA-AE66-95724F6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BC443-8637-491B-AF26-C50A033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B9DB2-3906-4A23-B8D6-99AAE23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F9762-2A2E-414A-B313-1A3DA0D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CA1ED-DB14-4066-AC7F-E8DB7AA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015CF-0FF4-4944-9467-D41E27E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09436-5AC0-4AE0-9142-72603FBE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E4FA5-1D35-4363-9D0A-EB0A416C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9FFA6-DADC-464B-80AB-88E2D65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13B1E-8729-44DF-A06A-0F9DCD5C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2DAE9-E4C2-4D2E-8047-C833A1B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9FDF5-0278-4DA5-9087-5E44D5C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CFDD6-35AB-4233-87A0-5A561459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784BB-780C-420E-84D3-A8A7836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504C9-CA4B-4112-9BC1-E6B4F60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728BF-842F-4A4B-8B77-95BE323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FCB7E-AA82-491F-8DF3-E1FA52D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A1B4B-6E4E-4FB5-8A1E-DFD26B0A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58C31-049B-45B6-A956-DFF5041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9B9C9-5C2C-46EC-9916-529DBD1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CF46A-9B36-4536-8318-C7A1493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624A9-A8FB-4203-B00C-BFCB32BF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57E26-8A10-4ACA-84F9-52BB2499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BA7FC-1749-4370-809A-F27FC6DC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BEC818AF-2E9E-4EE9-973C-9718858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B9016E-43FF-43F8-A53E-9E47693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9FB4C-5990-48A9-8BDC-C3CFDDFE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7CBA1-2B22-45E0-8061-0AA3FDCD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46717-56A4-49E9-A620-2148A9E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653E47-0ECD-4CA2-8B52-2F58A96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186341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439B4-F645-4435-BA60-3384231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018FC-BD78-4B8C-A1F6-8B41E9A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24C40-3F41-4677-88E6-03A7F4D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C6F2-9927-4829-9D02-7D9CD9A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AA1A5-3A5F-4A55-BECC-B03FFACC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22D05-5FDD-48A0-A394-E04CE4DB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DAA8D-112E-46CB-A336-9E6123F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7B18B-15A4-4D19-90CB-EC4E1D21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E88CA-3B22-4D76-8FCE-2F295D9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C728B-91A1-4607-88F0-A5A5AA0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E220E-50A9-41F2-A2A7-1973467D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9543B-392B-4DFE-A509-0B844C94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C5B22-CECF-48F5-9B18-AAEA9DF9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645E-DD17-4040-8C35-9E1536E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29904-EC37-4963-B969-92439E4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3E798-CF1E-4C72-907D-D1AEC42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B4880-1834-4D68-9C67-62C6C85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803EA-4916-44DC-983A-4DF1D26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1CDE4-59E1-42EA-8172-FFE5C2B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AE710-AFB3-47FB-B005-C3468AE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C547E-5938-4037-AD38-FEB6834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09050-9B03-4B58-9E9B-4AA9694F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72F5B-5A97-4638-B24B-1062989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9FA7342B-F80F-4831-9E14-44ABD704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4BC0A-425D-4633-ADF2-2329E6F3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51416-7FB0-4DFC-A66B-972AFB6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476DA-14A0-4C45-841D-352A1F5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169F9-A0EC-42BF-86AD-0DA0CF2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9C061-FAA2-45AA-AC97-BD25D0ED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043714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A38EB-B9C5-40C4-B0A3-6073631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6AD7A-1C2F-4A20-8933-3CDD574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2DA3B-4087-406A-858F-B786978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0BD7-6B42-4B00-98E6-51AD524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3BF59-9806-44CF-B92C-57721B9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DFD99-4EBF-4B9C-B0D1-3E11531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03304-FB2C-4035-B395-39345A9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06087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829B1-21B7-4F10-987B-53A6CBB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93539-0DDE-480E-957F-0579D07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BACA8-2A20-451A-8E38-5182F2B7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B0DC-2E3A-4BF2-9944-2A740755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DC128-5F88-4258-ACEA-0311887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BB518-968C-4C45-B483-B79F57D1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CEB16-4E5D-43F8-9502-8776DE7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90930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CB35A-465F-4681-BB99-D0C02FE6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E0CD-35CB-40E2-844B-8036FDC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2CBF9-A1C9-48D4-8EA6-22EEFBA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B5918-9C27-4C9A-83BC-A939E10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5BDB7-5871-4F14-B97E-ADA5998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D2F8D-5F34-4AC7-9227-90C63AA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943C8-7F92-4B2A-BD5B-DE834F90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0818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37E5D-C2BA-43AE-BF8C-93099FA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62DE-A4B0-473D-A496-333E597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9557F-508C-4A8E-8897-319AB78F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9741C-271B-447B-9D6D-52AA9D0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ABB42-370B-462E-B2AC-D8AECF0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97817-22BB-4811-A831-C13CA5A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52D8-2697-4379-ADCE-184DB9D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9514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2026-06-15T05:15:35.9310000Z</dcterms:created>
  <dcterms:modified xsi:type="dcterms:W3CDTF">2026-06-15T05:15:35.9310000Z</dcterms:modified>
</coreProperties>
</file>