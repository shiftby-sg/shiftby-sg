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69640766ff42c9" /><Relationship Type="http://schemas.openxmlformats.org/officeDocument/2006/relationships/extended-properties" Target="/docProps/app.xml" Id="Rb6d8c4236fc248da" /><Relationship Type="http://schemas.openxmlformats.org/officeDocument/2006/relationships/officeDocument" Target="/ppt/presentation.xml" Id="R7f73715718b044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6ddc69f79b4d7e"/>
  </p:sldMasterIdLst>
  <p:notesMasterIdLst>
    <p:notesMasterId xmlns:r="http://schemas.openxmlformats.org/officeDocument/2006/relationships" r:id="Re98459acf4bf4a93"/>
  </p:notesMasterIdLst>
  <p:sldIdLst>
    <p:sldId xmlns:r="http://schemas.openxmlformats.org/officeDocument/2006/relationships" id="256" r:id="R98b057b9ba1b44c0"/>
    <p:sldId xmlns:r="http://schemas.openxmlformats.org/officeDocument/2006/relationships" id="257" r:id="R96e0baae4c5d45d6"/>
    <p:sldId xmlns:r="http://schemas.openxmlformats.org/officeDocument/2006/relationships" id="258" r:id="R3ab4a13c3b984da8"/>
    <p:sldId xmlns:r="http://schemas.openxmlformats.org/officeDocument/2006/relationships" id="259" r:id="R57f9d17ef00e4f39"/>
    <p:sldId xmlns:r="http://schemas.openxmlformats.org/officeDocument/2006/relationships" id="260" r:id="R49214fe483e5426a"/>
    <p:sldId xmlns:r="http://schemas.openxmlformats.org/officeDocument/2006/relationships" id="261" r:id="Ra58671755d464c6a"/>
    <p:sldId xmlns:r="http://schemas.openxmlformats.org/officeDocument/2006/relationships" id="262" r:id="R9d4560f5b8b04870"/>
    <p:sldId xmlns:r="http://schemas.openxmlformats.org/officeDocument/2006/relationships" id="263" r:id="R93e29a4c43b34362"/>
    <p:sldId xmlns:r="http://schemas.openxmlformats.org/officeDocument/2006/relationships" id="264" r:id="R319ab385ffde4960"/>
    <p:sldId xmlns:r="http://schemas.openxmlformats.org/officeDocument/2006/relationships" id="265" r:id="Ra8cb5f0b3eed424b"/>
    <p:sldId xmlns:r="http://schemas.openxmlformats.org/officeDocument/2006/relationships" id="266" r:id="R68f986dfa1a74b4a"/>
    <p:sldId xmlns:r="http://schemas.openxmlformats.org/officeDocument/2006/relationships" id="267" r:id="R6241add9f5cc4f5f"/>
    <p:sldId xmlns:r="http://schemas.openxmlformats.org/officeDocument/2006/relationships" id="268" r:id="R79759c4732d94541"/>
    <p:sldId xmlns:r="http://schemas.openxmlformats.org/officeDocument/2006/relationships" id="269" r:id="Re892a228405846a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9b106546a949bf" /><Relationship Type="http://schemas.openxmlformats.org/officeDocument/2006/relationships/slideMaster" Target="/ppt/slideMasters/slideMaster1.xml" Id="R466ddc69f79b4d7e" /><Relationship Type="http://schemas.openxmlformats.org/officeDocument/2006/relationships/notesMaster" Target="/ppt/notesMasters/notesMaster1.xml" Id="Re98459acf4bf4a93" /><Relationship Type="http://schemas.openxmlformats.org/officeDocument/2006/relationships/presProps" Target="/ppt/presProps.xml" Id="R44a966e8fad441c7" /><Relationship Type="http://schemas.openxmlformats.org/officeDocument/2006/relationships/tableStyles" Target="/ppt/tableStyles.xml" Id="Rd130872fc4674b16" /><Relationship Type="http://schemas.openxmlformats.org/officeDocument/2006/relationships/slide" Target="/ppt/slides/slide1.xml" Id="R98b057b9ba1b44c0" /><Relationship Type="http://schemas.openxmlformats.org/officeDocument/2006/relationships/slide" Target="/ppt/slides/slide2.xml" Id="R96e0baae4c5d45d6" /><Relationship Type="http://schemas.openxmlformats.org/officeDocument/2006/relationships/slide" Target="/ppt/slides/slide3.xml" Id="R3ab4a13c3b984da8" /><Relationship Type="http://schemas.openxmlformats.org/officeDocument/2006/relationships/slide" Target="/ppt/slides/slide4.xml" Id="R57f9d17ef00e4f39" /><Relationship Type="http://schemas.openxmlformats.org/officeDocument/2006/relationships/slide" Target="/ppt/slides/slide5.xml" Id="R49214fe483e5426a" /><Relationship Type="http://schemas.openxmlformats.org/officeDocument/2006/relationships/slide" Target="/ppt/slides/slide6.xml" Id="Ra58671755d464c6a" /><Relationship Type="http://schemas.openxmlformats.org/officeDocument/2006/relationships/slide" Target="/ppt/slides/slide7.xml" Id="R9d4560f5b8b04870" /><Relationship Type="http://schemas.openxmlformats.org/officeDocument/2006/relationships/slide" Target="/ppt/slides/slide8.xml" Id="R93e29a4c43b34362" /><Relationship Type="http://schemas.openxmlformats.org/officeDocument/2006/relationships/slide" Target="/ppt/slides/slide9.xml" Id="R319ab385ffde4960" /><Relationship Type="http://schemas.openxmlformats.org/officeDocument/2006/relationships/slide" Target="/ppt/slides/slide10.xml" Id="Ra8cb5f0b3eed424b" /><Relationship Type="http://schemas.openxmlformats.org/officeDocument/2006/relationships/slide" Target="/ppt/slides/slide11.xml" Id="R68f986dfa1a74b4a" /><Relationship Type="http://schemas.openxmlformats.org/officeDocument/2006/relationships/slide" Target="/ppt/slides/slide12.xml" Id="R6241add9f5cc4f5f" /><Relationship Type="http://schemas.openxmlformats.org/officeDocument/2006/relationships/slide" Target="/ppt/slides/slide13.xml" Id="R79759c4732d94541" /><Relationship Type="http://schemas.openxmlformats.org/officeDocument/2006/relationships/slide" Target="/ppt/slides/slide14.xml" Id="Re892a228405846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7977f378f4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8992c2cc96452e" /><Relationship Type="http://schemas.openxmlformats.org/officeDocument/2006/relationships/notesMaster" Target="/ppt/notesMasters/notesMaster1.xml" Id="R3fcd07f680ae43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9b956b6ec4df4" /><Relationship Type="http://schemas.openxmlformats.org/officeDocument/2006/relationships/notesMaster" Target="/ppt/notesMasters/notesMaster1.xml" Id="R0af00c37bc0944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007cfaba2f472c" /><Relationship Type="http://schemas.openxmlformats.org/officeDocument/2006/relationships/notesMaster" Target="/ppt/notesMasters/notesMaster1.xml" Id="Ra442e5747e254d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73b2e1d7fc4f11" /><Relationship Type="http://schemas.openxmlformats.org/officeDocument/2006/relationships/notesMaster" Target="/ppt/notesMasters/notesMaster1.xml" Id="R8511d8a3d14b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9ecfec35bf4ce3" /><Relationship Type="http://schemas.openxmlformats.org/officeDocument/2006/relationships/notesMaster" Target="/ppt/notesMasters/notesMaster1.xml" Id="R905cd012a0ad49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7232c323c141a7" /><Relationship Type="http://schemas.openxmlformats.org/officeDocument/2006/relationships/notesMaster" Target="/ppt/notesMasters/notesMaster1.xml" Id="R653effa3fdea4a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50ac8ca79b4e73" /><Relationship Type="http://schemas.openxmlformats.org/officeDocument/2006/relationships/notesMaster" Target="/ppt/notesMasters/notesMaster1.xml" Id="R79f46ff052474d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ec0cd96bf447c9" /><Relationship Type="http://schemas.openxmlformats.org/officeDocument/2006/relationships/notesMaster" Target="/ppt/notesMasters/notesMaster1.xml" Id="R85cd5bd0893147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8621f3cc724de1" /><Relationship Type="http://schemas.openxmlformats.org/officeDocument/2006/relationships/notesMaster" Target="/ppt/notesMasters/notesMaster1.xml" Id="R057e55bb9e8c45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55db80fc24403c" /><Relationship Type="http://schemas.openxmlformats.org/officeDocument/2006/relationships/notesMaster" Target="/ppt/notesMasters/notesMaster1.xml" Id="Rd790691162ec4b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dea4e8e7a34b9b" /><Relationship Type="http://schemas.openxmlformats.org/officeDocument/2006/relationships/notesMaster" Target="/ppt/notesMasters/notesMaster1.xml" Id="R1792a4d72bab43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a1909748144e64" /><Relationship Type="http://schemas.openxmlformats.org/officeDocument/2006/relationships/notesMaster" Target="/ppt/notesMasters/notesMaster1.xml" Id="Rc912eaf8a8cb40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bd71644ccf4428" /><Relationship Type="http://schemas.openxmlformats.org/officeDocument/2006/relationships/notesMaster" Target="/ppt/notesMasters/notesMaster1.xml" Id="Rf5a0b4e4c2d548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0f58ee0d34468e" /><Relationship Type="http://schemas.openxmlformats.org/officeDocument/2006/relationships/notesMaster" Target="/ppt/notesMasters/notesMaster1.xml" Id="Rfcb9c1437b7744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fafe82ddc42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50b2bf2e114ba8" /><Relationship Type="http://schemas.openxmlformats.org/officeDocument/2006/relationships/slideLayout" Target="/ppt/slideLayouts/slideLayout1.xml" Id="Rc96f18bbd9d9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6f18bbd9d9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cb9fbf8bb4ffc" /><Relationship Type="http://schemas.openxmlformats.org/officeDocument/2006/relationships/notesSlide" Target="/ppt/notesSlides/notesSlide1.xml" Id="R523ade5ae4da4b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bfa5593964981" /><Relationship Type="http://schemas.openxmlformats.org/officeDocument/2006/relationships/notesSlide" Target="/ppt/notesSlides/notesSlide2.xml" Id="R0699e032cedc48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efd0cd09349b9" /><Relationship Type="http://schemas.openxmlformats.org/officeDocument/2006/relationships/notesSlide" Target="/ppt/notesSlides/notesSlide3.xml" Id="Re2abdb6cd2454c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94f87e809439e" /><Relationship Type="http://schemas.openxmlformats.org/officeDocument/2006/relationships/notesSlide" Target="/ppt/notesSlides/notesSlide4.xml" Id="R0de74ddaa60848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e8a7098b2480b" /><Relationship Type="http://schemas.openxmlformats.org/officeDocument/2006/relationships/notesSlide" Target="/ppt/notesSlides/notesSlide5.xml" Id="R0a69c1ee8f234f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516a31b244bc2" /><Relationship Type="http://schemas.openxmlformats.org/officeDocument/2006/relationships/notesSlide" Target="/ppt/notesSlides/notesSlide6.xml" Id="R03f63769075a48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2aaae8f3048b1" /><Relationship Type="http://schemas.openxmlformats.org/officeDocument/2006/relationships/notesSlide" Target="/ppt/notesSlides/notesSlide7.xml" Id="R8a03260b421041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f80e491d44f35" /><Relationship Type="http://schemas.openxmlformats.org/officeDocument/2006/relationships/notesSlide" Target="/ppt/notesSlides/notesSlide8.xml" Id="Rc12da2bee6a244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50fe062ac4d21" /><Relationship Type="http://schemas.openxmlformats.org/officeDocument/2006/relationships/notesSlide" Target="/ppt/notesSlides/notesSlide9.xml" Id="Reef726587b0d45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beead5b7c48be" /><Relationship Type="http://schemas.openxmlformats.org/officeDocument/2006/relationships/notesSlide" Target="/ppt/notesSlides/notesSlide10.xml" Id="R32758f995eb34b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54dea1549421d" /><Relationship Type="http://schemas.openxmlformats.org/officeDocument/2006/relationships/notesSlide" Target="/ppt/notesSlides/notesSlide11.xml" Id="R6fa9ba632d0644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25d2a226947bc" /><Relationship Type="http://schemas.openxmlformats.org/officeDocument/2006/relationships/notesSlide" Target="/ppt/notesSlides/notesSlide12.xml" Id="R25d6a6087fb941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e830df93d4e94" /><Relationship Type="http://schemas.openxmlformats.org/officeDocument/2006/relationships/notesSlide" Target="/ppt/notesSlides/notesSlide13.xml" Id="Rc2e5d4b28e5845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64fe5475a42c3" /><Relationship Type="http://schemas.openxmlformats.org/officeDocument/2006/relationships/notesSlide" Target="/ppt/notesSlides/notesSlide14.xml" Id="R69ccd95e98b94d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E0C0E1-56AE-493F-8F56-34A2E6A0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18CCA-A131-461B-9F27-F3EF6D05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3105D-BBF5-4EF2-8046-7618D9D9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5CF23-050B-4E2E-88C0-3BEF2741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E4543-CBDB-4D05-B4A3-5C8A13AD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302F1-9601-44AC-9429-F2367CB4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DEB91-F3CE-4315-B178-59698607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245DC-5CE5-4BB9-ADEC-F51BD406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8C50A-C798-439B-A3B3-4BE8CF62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9505E-F942-479B-9DA0-085B82C0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8C8E0-7402-4BA2-953F-415EF9D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E5F41-4CF5-4357-8F89-242E1C0D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39305-0755-40CE-BEA4-A52C9AA6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0FE22-1F33-4DE5-9447-8A41E5F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E63C6378-F36B-4B8F-B135-565B9E10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76070-EBE1-445D-ACE5-7D2E40E6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0675F-F0C7-423D-BC92-174D2821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80FA0-46C9-4A16-9709-07ABE31F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49AC0-C61E-44E4-A6DD-05F50A54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A8DF8-7FD6-4E55-8455-3A0CCC15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53013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B5CFC6-BB9D-4D95-8CA4-42D967AD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21057-C7A7-4F28-B28A-EB253DB1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D7BC3-EF61-4956-B165-80F83001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ECC13-BFB2-45A8-8036-2ADE0749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98448-3343-4D7A-864E-63E299C9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A1734-A6DF-4EFF-B481-76FDDE1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3ADEB-8CCC-4509-AD89-AD9A9EAD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D02F9-34EA-4FC6-A39C-5BBFFC40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5E4CE-2AFB-4565-9C89-0F28FE24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7AA08-5180-43D7-AB05-5BFF85C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E6096-C9F2-4256-B89A-14A8AB31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54B45-5BB7-4DDE-9FB7-DD369C2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C89AD-4C04-4572-94B4-F2AC2D29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19BEF-8646-46B3-85A7-EF6AB83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AD55A-9BC5-4A3F-8D1E-5F7A2F65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3927B-CCD8-4BA2-BAA4-BF6232C8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761F6-DD73-4780-A942-DECF23F2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EBF6A-B666-4392-84B1-CE6E5B8B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255BD-AC32-43F2-AB40-D138E812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F099C-B420-4B87-81EA-324161E0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963BA-1F84-46EC-A9DC-D983DF0A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56894-12EE-4188-BDFA-12C8481C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E024C318-B8BE-4A88-A567-19714B3C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C8957-3881-46B7-9845-56C37A73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793935-DFD6-41DD-A867-85DEFF29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56953-02D2-445F-9D1E-A3D561B1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AFF296-90D5-4F10-BC3B-A5BB0B6B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4DB830-13DE-4B71-BC6F-504F1B86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5797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D5C467-2E12-432C-B31A-22F9E33E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CBA63-0B55-4930-B0E1-37A0CDE3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6B7EE-B5A9-4837-9457-29B7CC1C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B65A3-B760-45DE-8ECF-C0E02014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71148-1207-4575-8548-E232247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216C3-0836-493E-BA44-F6AA07BF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AA806-5CC4-4104-883B-9D089285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9EBF4-A0EA-401A-B1D9-678229CE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74E01-D680-4883-85CE-A4E6C2B8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FB5C1-C98C-45E8-AD66-B75BAB6D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CC56A-151E-4F1D-B0F4-42AAE88C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FB4FD-7F94-47AB-B7E7-8F8ADA61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5391C-FCA0-4A9E-BA50-6DACB738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A913A-2D83-4479-968C-FB671AC3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7186E-6EA3-4EB0-95B3-1796BB31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2F4CA-7001-46D4-B748-B0CE3CA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1533B-13A7-47EF-8CA8-0CDA9780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57638-B7C6-43EE-95B6-EFC97C1C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8A09A-399D-486A-A36D-3E39FFE6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8C2215-32D8-48CB-BB2F-9B2E73DA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12A94-EE95-4E0C-90D7-F6291DF4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8B4F3-CB31-4242-ADE6-4857BA52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1FFF1-C102-4166-B3D4-2FF2122A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3F18D-223D-49EA-A5E9-0926A304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519417-B2FB-49FA-8D48-990968D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312FDB-E75A-4A25-BFAB-FE64FFE1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B53171-1BBE-4523-92E0-4D0FD7E7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F1EA25-8520-4D57-A116-0F3DE895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0C3476-340C-4E89-B8FC-0C21A92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A55C1B-DFFA-452A-B177-F13A61A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C9173E-447D-4E55-9660-7E8FA8FE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F95140-C500-4650-9FBC-A4E7592C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2C9F45-DE72-4E77-ACFD-4FAEC2F0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17D509-9FB6-465E-AE14-8857FC89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8E2093E5-77D5-4E97-B136-204F6D9E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42220B-4D63-4865-8894-171D75E4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B2BF3B-6C36-43B0-9FCA-BF3645AC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6AFF54-92BA-4090-BAB5-2C4677F0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61FFBD-BA72-470F-8475-B02C533A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29064D-B298-4DD6-A283-DAF7454A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693973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F9205F-EE97-41DD-A278-16396DD8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46F97-017A-490B-99C9-F2394200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EFC25-D27D-438B-A5FF-3F6128CC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9F58D-2A13-406E-B238-295920E0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9C922-B54E-4D75-B591-78B0746C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50122-39FE-418C-86D9-4025E65B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59D6C-A164-41AC-A992-8C1AD014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A9395-F77D-4BBB-9378-A3C2BA1B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E0561-C305-4887-927A-E3DCFB4E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9B611-FA01-4A46-A526-912FFC88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49105-53A5-4F7F-AC3B-1E458646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8BFE4-61BC-4CCB-B2B6-8FB4AF3E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76B0F-15CF-4409-AE8C-C0C6C061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80710-D42A-40D3-B1D3-52A82CE2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9C48A-51F0-45F7-B0AE-A50A031D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2BF5E-57BB-40B2-B2DD-687556BC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8E3ED-345A-4E56-8022-FFFCA06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0161F-F653-4FCF-9D9D-77705055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6EB86F-6F73-419E-A257-C3776797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A5DD0-77CE-44C3-B967-12D36E9E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D93A6-DF30-40B0-979D-3978D6AD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73CB8-162A-4B98-A824-39C8FD24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1833C1-D2AF-465E-90E9-6D5529AF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50601-9784-4AB2-A5F7-4E681472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67E58-1DEE-44A6-9987-A9325425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A9FBB-CD10-41A4-A976-29B3EF01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C807B-BB60-496E-9725-983B93FB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readers recognize recurring enterprise patterns.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E9CCD95-B0E5-4DF9-B570-367F7647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DD400-D415-4CE9-90A2-54533F68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B81DDC-1CE4-45F7-B702-D7FDA690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8F131D-BFD3-4374-A54D-5E3EA943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DDAD0-845F-4F45-8D97-CD472159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7FC882-72F9-4BA9-A4F2-9BDC9360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75466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046037-5E68-4119-969E-7E12A2A7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07700-BC34-4FCB-9496-147F30CD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ED673-8C7F-42BD-829A-5E9532EA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4847C-16A8-4D3F-BC6F-048ADCAA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B5F30-03D7-49F8-A1E0-6441C074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DA9D8-94CE-4DDC-BFB0-E2322C67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78245-266B-4F1E-A40F-846D5CD2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9B35E-F9DE-4980-9E22-B223C3DF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8D136-9632-4B50-AE34-F8A0ED84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FB12A-EB79-48C4-A93E-FFA6A2C7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E486D-1ED0-471D-9C67-65DC0C28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EA7DC-0D5C-4BA6-8B4E-21BD8E95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004FA-D6DE-40CB-AA52-A57E3F17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0CD7D-6325-4515-BD80-B241B36B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C0BFF-32AB-43B7-887C-487F88FA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160916-87C8-41B6-9202-8DA8F38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18895-5FC0-4E8B-A557-0161E50E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EB8837-382E-4DEE-B3D2-745D7DE3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8D74A-B594-42EF-98B0-4CFFBB3E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761D5C-4EA2-4695-B0C6-0766538A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BE186-202B-4EB5-9E43-699E09AD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C2064-60E5-4E37-9B13-E81F9086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3E3BC-4420-4D26-B766-C4C06958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BC980-9FC5-49C2-9B07-D3AD84F8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57A0A-A253-4194-B3FB-B72A2260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0D615-4080-42D3-8A7F-329C5784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6EB8C7-BF4B-451A-B806-57B1E576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76CBC1-0483-4E73-9555-C0311FBE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60CCEE-34C7-4A82-B106-BDDDA38A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1D512-6DB0-4FEC-99ED-1AD80C89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C0B67E-4C68-46EF-B6F4-A9930189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508856-7227-45BB-B41E-339D4D2A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43D514-5B2D-4B5C-BE50-24D359B8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AD44E4-41F3-46F2-8F79-FEC671DD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A28A90-04DD-4222-8FED-7FC509F4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fully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2B6006-3CD6-4ED3-8E13-21D90E62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D23779-AC8B-4239-9263-2E3BD9B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fully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375F15C2-D1E7-4005-A1D9-B84892B9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C26DB6-AC2D-434E-BACD-B1A134B5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7D8911-7A77-4DC4-9DCC-FEE65A1A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93CB95-42E0-474B-A209-6EF70B6B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F8FEC2-1851-40F8-9219-091E5157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D2F3ED-995E-4E2C-811D-73AF415E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108144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F1A3DC-2CAD-45C0-96F4-A5A82B5E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C9A30-8C70-439E-8EB1-2B1BEBD4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70BB9-9F50-41FB-AA95-D88CEF24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09084-A040-4CAE-9D36-A1E44A05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39983-6316-4033-B9F6-2D58514E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142DD-52CC-4582-8524-DB300940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88574-9A81-4271-8219-B1E18CAE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2AEB0-BD02-4D7F-B7D5-E197740E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4839A-BF80-4839-ACDA-3CA5CDDF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3B0ED-7373-401F-8E70-BB108938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F3DA3-B994-49CB-99A6-D07AE8E4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3A14B-77A3-40E9-8FAC-1D7ECC60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want a practical starting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AF6CD-E5B3-4011-9A48-677C518B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B1F8F-5D43-4BB5-AF93-CED51646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14753-1887-43C7-9F9F-514D458B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and need a clear order of 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84D65-F185-41C5-994B-13DDDB86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40983-C4C5-4742-9763-D25379DA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2392B-C33C-43A5-878A-C47CF103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clear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024D1-EAB4-48BD-BD01-DDABE8D6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22D3B-E470-4706-BFA5-91D79BC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3C422-F6FB-40AB-96FB-D193C0F1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08A53-950D-40E6-912A-40BE7487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5EC58-1BCA-49A3-A6A6-23D95AB4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5A41F6-3DDF-4501-8E72-F6ADD8A6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protect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1152C-925D-46B5-B04C-6FD06D43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288BB5-27DA-421A-A15A-8821CF45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slide helps identify recurring leadership questions around uncertainty, prioritization, trust, operations, and knowledge.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9A035DEF-C331-4B78-849D-5D088704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69B62-6E09-4E02-A46F-16F3268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CD0262-C9D8-442F-B251-3317F535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9FF4FA-9818-4425-B778-F33ACCA3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1A1713-E2D0-404B-8232-28F432E6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7BDA40-53DD-4C3E-85CD-D8084D9D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38509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AB489B-4403-44E6-8BFD-0F0E21D6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5531E-35E1-47EA-9877-9E8B19E5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C703C-8CCB-4774-B936-0A238619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9258D-DFBD-48BB-847C-2CC3C845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EEF79-9FCA-464A-ADC0-6315E3B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2B897-37B8-4756-BEB9-834B20CB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41066-3B3D-46ED-BEC7-CD2B72E7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FEA7F-9536-4340-875E-231ADE07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AE3FC-E7A6-42F8-81BF-33F1F1D2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9590D-DB87-4024-A4C1-3329E54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27FF6-383D-4046-8F80-FA4E9667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14C9E-D963-48EB-A1E4-8825DF25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E7A46-0F11-4822-A8CA-BA7BAB65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2F5A1-2E6A-4D40-8BE5-C77C68B8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051AA-BA49-4846-9868-8D63B698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9BADD-4B4D-499F-A48B-E0D064E6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B9897-DEA8-4C08-B97E-1F975CB6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CF0B5-0693-42F0-B02F-D5F94FF5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07466-68EF-4D8B-9BA6-F6C7DD8E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C0A33-B59A-4A9E-9DD0-58B385B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F1727-1BEF-460E-8C6C-5F66AC7F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74DBF-90DC-4111-9B40-2F9FA4F9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290BF-7AC3-4EED-BB94-EEDBC7D8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BD8AF-6894-4EF2-AC42-1C61D03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1180C-2A5A-4762-AB29-5A85CC4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75C69-4B31-42F7-AA28-A8025EA6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E5440-1267-4982-947F-211FB724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key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can support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FB357A-A53A-4559-9CE0-9CF54235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B13E9C-A444-4270-A047-55FDC56D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readiness signals to the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D63DA9BA-AD82-4BB6-828A-09D0F9EC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990C4-3B03-49F7-9337-566AF6E5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60C009-AA9F-499A-96B0-242BF1D5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415F2B-F0C4-49AE-84F2-C529D6A2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745E9C-25D6-4E92-B1EF-078B6631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680B94-0D78-447F-9CFA-D8FCF49E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23633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2B3AEB-7DFE-4A8E-B73B-8E2BBF34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43998-CA5E-4118-9AAC-5E1013F9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6CE75-5440-4F17-B72D-EBC558F6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BF65A-6509-4881-9A84-F9909746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7420D-332A-4597-908A-8217D847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19E11-2812-4211-9009-19636DEA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DBC1C-DBE9-495C-BD2F-6B2ADB88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DE8B7-4714-49A4-AD7D-4141B3C5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DBEC1-25E8-45DD-8859-58E75CF7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4523A-F1D6-4E46-B6CA-D40905EE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090A8-73AF-4FFC-A3A5-9A0D9559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8ACB8-4844-4A46-9A08-EE5F322D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96423-A351-4824-8CFF-708A499C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625B6-2031-4790-B823-6C0BBBC1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E669D-D3EB-4E29-BB46-651B6FFA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3D26E-CCF6-4574-A45D-E753004E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638BA-FDE1-4AB2-A92B-45EBC67A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565F9-67F9-406A-B029-170E7114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85AF4-3EA9-4FA9-BC21-F01B006E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6CD43-77E5-4314-ABDA-00428A10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107D7-097D-4EEB-864A-3E88E311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9F8798-629C-4D3B-BBF9-FF93383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0D4659-E6DA-4355-AA54-7D59F000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E41A08-B195-4F63-A189-544B4F2F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ACA222-D2D1-467B-BDD8-7C90DCE2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5C96DE-A2D4-46C7-9D50-1FCCACB1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9AA5C79A-74DE-4779-B9B9-AFECB15E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49E293-5361-4478-A8BD-C7BACFA4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95BF67-D352-4605-9EFE-87CC3A1B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8FD0A1-7EF3-43A8-9953-C59A03F6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2DC542-5B8D-451C-8D0E-1095984B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93547-6872-4205-9BC6-0E933766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03785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387D8F-91DC-48E4-8ECF-3C8A8705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F6A5F-4237-47D1-B654-A249DBE2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9B4AA-23AE-4578-9324-940E9E8D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17E38-E0B6-482E-97CF-9CDE2A68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56A15-F736-4B0B-B7AB-3031372C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15F0E-F51F-45CF-84E9-EDE3E863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A3218-62DE-4A71-B654-71039FA2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70AC5-8BC0-4A8D-9FF1-392057D5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6B995-4FE1-4DC0-935E-4E851B0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36F7C-EFDE-4F13-B473-5CC92ECC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and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FD9E8-EF50-476F-925A-EDAF7E2B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4FA83-D24C-4C80-B02D-4A22650E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664F9-845F-4F11-9865-9D50784A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5D582-A6C7-4DAE-A93A-DFD84D46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602A2-618C-449C-B673-5C87B63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D8BBD-48E6-43D0-8BBD-A296210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910DE-A383-40E4-96D5-B91E273E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B1F4E-EF9B-41B0-95DB-9B920AAF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18AB0-71CA-44BE-8121-F5C9A720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D56F4-CE13-49AF-82FF-14940A3F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9B8A0-6962-4005-97D0-F9103BCA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E7187-E1BD-4A70-9B4D-E1E91AD5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67BA12-752E-4E77-B9C2-4A194E76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4EF7C-A654-4B3F-8B34-3886B22F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892E7-9B13-44BA-BEDA-5B3F4393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7BB76-159C-4F7F-BE48-0CA6EF97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E4E3A4-36ED-43F1-82C1-28FFB938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4E9597-CCFE-4684-964B-3D9A54F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342268-7FC2-4622-8ECC-5D848EBD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CD2325-3550-4C64-8317-656F72A8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FD051D-55B9-48B3-A442-373967D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4FB842-4D5C-4660-B68F-C79A851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B20350-35EF-4879-983C-7D7F561D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E10A58-846F-48F4-9304-C61C757B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F50AA2-238F-4A25-AC15-142612AE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domain.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2200898C-551E-4FE3-90B4-32DBFB86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8E0233-6CB1-4737-ABDB-DC329577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10191F-792B-4471-B7DF-5E5BDE0B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9ACC0D-39BD-45C0-B85B-A1A38DDB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353FDE-E256-4224-9756-6DD4686C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12C995-6D1F-4E10-8A3E-9B1E6D37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269082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46BA98-835F-42C7-8D39-FE7F4CAA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59FC0-0510-4113-805E-31D2A66B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6E62D-1184-4CDD-8AF6-6C538573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23F0B-62FB-40DD-9236-4479AC7A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89F53-6E4B-4B16-935A-575A1CF3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88532-D813-4AAD-A878-D408D71F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8338C-0BFD-4316-917C-91B86DF8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FE335-628D-4B43-BB55-E67C68D2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1FC81-A3A4-49BD-BDEA-217B9EEB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5A706-14EC-4047-8685-5DE43274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and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0BC7B-87AB-4A46-B72D-22260B8B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AF69A-47E6-4906-806A-6B6F0413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ABAC3-1A41-4E0A-BE29-072EBDBB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689A1-C15C-4F1C-BA05-24C4D65F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A76C6-15C7-4D37-9E20-2B35EFF8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F390E-1AC0-46E2-A064-9AC03357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E2ADA-FA7B-44AE-9F0C-35A422C1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82C7E-6F5F-44DC-9D11-976BF1CE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B7ABE-735E-4B77-8105-1AA7C53B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1C2B6-9EE7-47C0-8CE0-B32DE944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447DF-C5E3-4CCF-9320-FB8DC87F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1EC58-EE47-481C-A4BF-175BB09C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C1DF2-D5D8-4AA0-B42B-79741E3D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71F269-EAF6-4AFB-9D60-49D08B4B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F3B62-1BDB-4C1E-AE3D-BCB29D68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1789A-8A0F-4E28-8634-A738871C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50FC65-7E29-4D77-A111-894FA1DF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operations domain.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ECA75E70-C644-4B74-8516-B7079694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9F72B-F078-453B-8F48-8C425621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EB8425-49FB-469C-A568-FAA6FDD8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669273-40AC-4017-BE23-F764193B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92FBDC-EC41-4C7F-9F3F-C24E66F4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BDD044-BB58-488A-873B-4BCE663D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72894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BB277C-5AF7-41DD-BE46-8B07B836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9ED51-6515-4437-8A11-23CE4756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75231-1D60-49E3-8EF1-728BF6B1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31ABC-3FC7-4E56-BC1B-2836B870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522FB-20A9-498E-B05C-F951C1AB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0987F-A7AB-464D-BCB9-0AC0FC2C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7A9A0-CBAC-45B7-9E1B-560F5417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DA226-031D-48C5-8153-5129E4AC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1DD9D-5716-4FF0-847F-074AB7DC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A11A1-1628-4B74-837E-99B2C666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721D3-E58E-4831-8132-0F2D04A6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704D2-24B6-4CE7-973C-B6971CFA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B440C-EED9-48F9-9247-6F48AD69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C0CC9-EF16-4630-AD6B-4C17DD25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B6E0C-1FF6-4341-9523-EDA42AB9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B0E96-54EC-4C4E-A20A-84321A82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95232-C4D7-42B6-80E2-EE94D86B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B38C7F04-3502-46E7-BFA2-9FBDB96A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13AC5-C2B5-4429-918B-9AA58871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CB076-06E5-4E37-A202-83415593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A07B4-8447-46DD-9FC9-48F7BCC4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3BAB77-370D-47DA-941E-C21E52FE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5A21C-4556-4F6C-AC0C-E603C317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76076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B282E5-0F34-4341-803F-ECA5248C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16C80-3537-4717-B15F-46E516D1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3C040-2B82-482A-B860-27593F9A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FDA61-83B9-4DD6-B65E-89EF65D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3BD31-7E97-4E8C-809E-A8D0E1D5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3B0A1-1EC3-4B5F-BEBD-F0990618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D724A-D1CB-4889-99FD-5A308749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A17F8-C8FA-421A-8F00-90C3980D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778ED-E07A-4888-825F-C4BDE7A0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FA7CA-535A-47C4-8647-52A90219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E6DE7-A985-4740-ACA7-463856A0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A296C-B73F-461F-9C8D-2CCEEB96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3B5A4-F07A-452C-A943-023A1F39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B32BC6-7F3B-4B7E-AA40-D8B58B18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572E0-3E6D-481A-9C94-853B7F41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B0E78-8525-4253-8106-21796931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D4973-F472-40E2-92EB-9BB6F512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E5035-3FAF-4183-84BD-C69AF5A2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950B0-2E1A-4E9D-87B3-FFE04E7D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2D41F-349B-45B5-86B6-3B87C81C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443DB-EF11-47EC-B1B0-263B36F3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7284F-B863-42DB-A1F6-6C185092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38EA5-DDAD-4372-BFB9-54CD092F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85CB64C7-2A00-4C97-A99F-E4875898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F1F9C6-10F3-4E82-885E-3061F7DC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255ED5-D01F-48C8-98B9-402B9FAB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9B772-6158-4FFB-AF75-46AA34BB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2A8E4C-5EE4-40EA-9747-7A57BB26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8AE0E2-C19D-4180-95AF-7D1025C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693013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CA1A4D-9F4A-4AFA-B2FB-AC1CE11C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033AE-156C-4A1E-ADA2-FC0CE389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19696-8CF1-4CC3-8FC7-E8F07800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B1EBD-91F5-4CBA-A9DF-09715EF6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CB19E-E13C-4532-A46A-DC7DD60C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C1780-5216-4A95-9EA6-6627171E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F70AE-BAFC-4510-BC72-24B9200B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00F91-DBBD-4728-8FA7-65DBC5FC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19B05-58FA-47A1-8CC6-7FE2E08D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7A580-FCBC-45EE-91FC-3EE25AEE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82B0E-B8AA-47AA-A698-36807F17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78553-DA24-418E-8163-D48D01A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CCC29-C607-42B9-8330-8970092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96F62-356D-413A-BC01-EE6D1C23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ABD3B-1948-4F4A-97D4-34473F8C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25890-89F4-4FAF-9381-764FD52B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0237C-81D0-454D-B934-0C81F1C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333C4-7BE0-4F18-9EE5-CEEA1693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CC56D-29A4-4C43-9FFF-0BA49F1F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B0823-6194-4BA7-A166-BC7F2DE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6F786-6862-44B2-8389-7385EA15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B7311-E168-4AA5-95EE-994DEFD6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540499-3FAA-4AC5-93C3-9B8AD925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90F4F-C216-4C8A-B822-A490DF5D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65039E-E344-4947-A19D-BEF609B7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C21206-5973-407B-A33D-CC1730CE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9122BE-10BA-4DF5-A46D-09EF3E7B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F3F3C8-8471-4F86-9401-C75BBED4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182AC3-B885-41FB-BD3E-E87BF51B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EEED4E68-E15B-449F-AA2D-638E7BF2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BB5EF0-82C7-4E4E-B0E9-E0928DD8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0C72E-6A85-4A2C-BDD4-3A4191BE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F3A25D-6BE0-4217-BF78-479B5A63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A9364A-10AE-4240-B3E0-3AC88E14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BCADED-D4A5-4AD6-9ACE-DD10C1BA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678721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7236AB-6ECF-472B-A497-179AE857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178D8-1151-46E9-927D-4824401C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28D14-8516-49B6-A396-89D02A77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6894C-C9B7-44D4-8A80-5C73EFDB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33A33-9CC4-40A8-B884-03B126DC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44D38-D6B8-4533-B94A-35453A0E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18494-2B3B-4357-9199-2EED3D14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2E270-C845-4ED6-A2A1-E8E2D706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CF0FD-D86F-4F52-8402-4756E27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7A664-08A9-4067-848F-D3D1FCD3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94291-5254-4905-9280-42860807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32663-266F-4187-8BE1-B767E917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D46E5-03B5-468F-AA7F-4847E803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AD6E0-88E1-4C63-A34B-74405700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D8799-95FF-4964-A209-82C416FC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64E86-6DDE-4487-B666-73FF5AAE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5CB92-7F74-4605-AE1A-AC0F62FF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63A97-308A-4AD8-A513-92007AC8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A1F37-907F-4578-A8CD-383F7290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B39010-A592-44D5-B4F4-F386A4D9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774B1-E907-4CEE-8165-82059462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64F62-0E4B-4768-9178-6BDDCBAB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5DEFB-A57B-4B56-B69D-5B2D7D0F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894C8178-8E1B-4CF0-A2BD-19419523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69D05-C863-45DD-A6FF-898854C4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34418-7B86-45FC-912E-BC1CA77D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4B2853-98B4-4644-96BD-BB6CDAB9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2FA02-C841-4060-A360-F0A661EF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5CAE90-6885-4A4B-A97C-F7C756F4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96656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2026-06-15T07:19:07.5720000Z</dcterms:created>
  <dcterms:modified xsi:type="dcterms:W3CDTF">2026-06-15T07:19:07.5730000Z</dcterms:modified>
</coreProperties>
</file>