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8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B1FE87-815D-4D30-A112-0B86DAE41D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5761FD-781C-461A-AAE8-17D2DD27B69B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053FE8-0AA5-4E87-B6FA-941FAB78D5C1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66316-5124-41D8-8AC5-38C900683FA1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B35AB-37F4-46A5-8CCA-CE992728851A}"/>
              </a:ext>
            </a:extLst>
          </p:cNvPr>
          <p:cNvSpPr>
            <a:spLocks noGrp="1"/>
          </p:cNvSpPr>
          <p:nvPr/>
        </p:nvSpPr>
        <p:spPr>
          <a:xfrm>
            <a:off x="1238250" y="261937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A9371-668B-41DD-B580-3D0092113B44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9334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3BAEC-7A10-487F-9FEB-D02BB752CA12}"/>
              </a:ext>
            </a:extLst>
          </p:cNvPr>
          <p:cNvSpPr>
            <a:spLocks noGrp="1"/>
          </p:cNvSpPr>
          <p:nvPr/>
        </p:nvSpPr>
        <p:spPr>
          <a:xfrm>
            <a:off x="1238250" y="5953125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</a:t>
            </a:r>
          </a:p>
          <a:p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governance, knowledge, and transformation.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25500" y="2290474"/>
            <a:ext cx="5334000" cy="53250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048454-4EFB-4C99-A437-1C3D073C3802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687513-990A-4F6F-98E2-8B8EB53E7D7E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>
              <a:ext uri="{FF2B5EF4-FFF2-40B4-BE49-F238E27FC236}">
                <a16:creationId xmlns:a16="http://schemas.microsoft.com/office/drawing/2014/main" id="{DB1B2707-1638-44EF-A198-5F9D03E416D2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40C91B-24D8-4727-97BB-B0CA5CD041B9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9454B3-0084-40C2-8AB0-A742D96372A0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0FD64-C5C3-4D51-9854-5902C6FE970D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F619D4-EE8B-47A5-9B8F-8329B9E8A0B5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04301A-BCFF-4BCB-A161-90C758A00336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7232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ADEA57-9342-411F-9F1E-AAE75E2910CD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DADAC2-DFAE-4AC9-BDD9-A41DD5AA12DA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FD2C5F-6718-4261-9B6B-E3956611FE26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39992-0212-4027-B1C4-A0FB71D9DE55}"/>
              </a:ext>
            </a:extLst>
          </p:cNvPr>
          <p:cNvSpPr>
            <a:spLocks noGrp="1"/>
          </p:cNvSpPr>
          <p:nvPr/>
        </p:nvSpPr>
        <p:spPr>
          <a:xfrm>
            <a:off x="1238250" y="26193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421FA-B5F6-43E0-912F-DD24EF428386}"/>
              </a:ext>
            </a:extLst>
          </p:cNvPr>
          <p:cNvSpPr>
            <a:spLocks noGrp="1"/>
          </p:cNvSpPr>
          <p:nvPr/>
        </p:nvSpPr>
        <p:spPr>
          <a:xfrm>
            <a:off x="1238250" y="3057525"/>
            <a:ext cx="53340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61AE16-581F-4FBF-9639-E71A2EEC0F50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7239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27E080-0D76-4588-BEA1-1B8A44B41B25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remains available as execution changes.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186446-C2FF-45B9-AE00-274A53AE6490}"/>
              </a:ext>
            </a:extLst>
          </p:cNvPr>
          <p:cNvSpPr>
            <a:spLocks noGrp="1"/>
          </p:cNvSpPr>
          <p:nvPr/>
        </p:nvSpPr>
        <p:spPr>
          <a:xfrm>
            <a:off x="8096250" y="31813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40D6A5-BCA2-46C0-A9DA-B799A05DA28C}"/>
              </a:ext>
            </a:extLst>
          </p:cNvPr>
          <p:cNvSpPr>
            <a:spLocks noGrp="1"/>
          </p:cNvSpPr>
          <p:nvPr/>
        </p:nvSpPr>
        <p:spPr>
          <a:xfrm>
            <a:off x="11620500" y="31813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FF2237-8461-4916-BD04-30E1C7203886}"/>
              </a:ext>
            </a:extLst>
          </p:cNvPr>
          <p:cNvSpPr>
            <a:spLocks noGrp="1"/>
          </p:cNvSpPr>
          <p:nvPr/>
        </p:nvSpPr>
        <p:spPr>
          <a:xfrm>
            <a:off x="8096250" y="4333875"/>
            <a:ext cx="9334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BDC72-DE0F-4C06-AD01-4E9BE790BE41}"/>
              </a:ext>
            </a:extLst>
          </p:cNvPr>
          <p:cNvSpPr>
            <a:spLocks noGrp="1"/>
          </p:cNvSpPr>
          <p:nvPr/>
        </p:nvSpPr>
        <p:spPr>
          <a:xfrm>
            <a:off x="8096250" y="456247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795FD0-88D7-4B91-899E-DE599A796669}"/>
              </a:ext>
            </a:extLst>
          </p:cNvPr>
          <p:cNvSpPr>
            <a:spLocks noGrp="1"/>
          </p:cNvSpPr>
          <p:nvPr/>
        </p:nvSpPr>
        <p:spPr>
          <a:xfrm>
            <a:off x="11620500" y="4562475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AFC5B9-3071-4EFA-944F-E3854F4ADB54}"/>
              </a:ext>
            </a:extLst>
          </p:cNvPr>
          <p:cNvSpPr>
            <a:spLocks noGrp="1"/>
          </p:cNvSpPr>
          <p:nvPr/>
        </p:nvSpPr>
        <p:spPr>
          <a:xfrm>
            <a:off x="8096250" y="5715000"/>
            <a:ext cx="9334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D78D94-2C0C-4344-9344-D6059C7DCA52}"/>
              </a:ext>
            </a:extLst>
          </p:cNvPr>
          <p:cNvSpPr>
            <a:spLocks noGrp="1"/>
          </p:cNvSpPr>
          <p:nvPr/>
        </p:nvSpPr>
        <p:spPr>
          <a:xfrm>
            <a:off x="8096250" y="594360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3FF0B6-F985-4664-AF50-A213CB3213FF}"/>
              </a:ext>
            </a:extLst>
          </p:cNvPr>
          <p:cNvSpPr>
            <a:spLocks noGrp="1"/>
          </p:cNvSpPr>
          <p:nvPr/>
        </p:nvSpPr>
        <p:spPr>
          <a:xfrm>
            <a:off x="11620500" y="594360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87137-0358-4FA5-9429-4FBD277C1991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A52564-4E61-4E75-9BFD-5292105D61EE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>
              <a:ext uri="{FF2B5EF4-FFF2-40B4-BE49-F238E27FC236}">
                <a16:creationId xmlns:a16="http://schemas.microsoft.com/office/drawing/2014/main" id="{B5F454CC-40AD-48B3-BBE2-6A745FAAC46D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7932669-8D58-4613-A3CF-62282D4BF274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575F0A-08A9-4BB8-8491-90945659814D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73DA28-781A-47D0-83B6-7AC176B4F15A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0C828B-F8F4-4A9D-9176-F1864B273715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457DE-9478-46C8-BAE5-55CA427F965B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4125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CCBC03-903D-4D29-9ECD-35999BB6A36B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E65A2E-F66C-4FC7-BC97-E11D646D0169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9FB5B8-9718-41F2-B86F-D44A5C0B542B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5EF5A-52E2-4BBC-8587-C1653E58EFA7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56B37-6875-468C-97CD-9081826773FC}"/>
              </a:ext>
            </a:extLst>
          </p:cNvPr>
          <p:cNvSpPr>
            <a:spLocks noGrp="1"/>
          </p:cNvSpPr>
          <p:nvPr/>
        </p:nvSpPr>
        <p:spPr>
          <a:xfrm>
            <a:off x="1238250" y="1638300"/>
            <a:ext cx="1066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stay</a:t>
            </a:r>
          </a:p>
          <a:p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through change.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89DF6B-AFD3-40D6-A6F1-EE0ABF0427C1}"/>
              </a:ext>
            </a:extLst>
          </p:cNvPr>
          <p:cNvSpPr>
            <a:spLocks noGrp="1"/>
          </p:cNvSpPr>
          <p:nvPr/>
        </p:nvSpPr>
        <p:spPr>
          <a:xfrm>
            <a:off x="1238250" y="3486750"/>
            <a:ext cx="5334000" cy="3686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3544CD-4AAF-4160-9317-27CD67699DCE}"/>
              </a:ext>
            </a:extLst>
          </p:cNvPr>
          <p:cNvSpPr>
            <a:spLocks noGrp="1"/>
          </p:cNvSpPr>
          <p:nvPr/>
        </p:nvSpPr>
        <p:spPr>
          <a:xfrm>
            <a:off x="1504950" y="3772500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7DE20-6632-4DA7-851C-81C94C46549A}"/>
              </a:ext>
            </a:extLst>
          </p:cNvPr>
          <p:cNvSpPr>
            <a:spLocks noGrp="1"/>
          </p:cNvSpPr>
          <p:nvPr/>
        </p:nvSpPr>
        <p:spPr>
          <a:xfrm>
            <a:off x="1504950" y="45154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Find </a:t>
            </a:r>
            <a:r>
              <a:rPr sz="165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meaningful</a:t>
            </a:r>
            <a:r>
              <a:rPr sz="1650" b="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 AI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388CB-B662-461B-9852-4863D66D4EE7}"/>
              </a:ext>
            </a:extLst>
          </p:cNvPr>
          <p:cNvSpPr>
            <a:spLocks noGrp="1"/>
          </p:cNvSpPr>
          <p:nvPr/>
        </p:nvSpPr>
        <p:spPr>
          <a:xfrm>
            <a:off x="1504950" y="50679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opportunities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2F318-7FB2-40CA-9847-72686D862371}"/>
              </a:ext>
            </a:extLst>
          </p:cNvPr>
          <p:cNvSpPr>
            <a:spLocks noGrp="1"/>
          </p:cNvSpPr>
          <p:nvPr/>
        </p:nvSpPr>
        <p:spPr>
          <a:xfrm>
            <a:off x="1504950" y="56203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visibility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283A39-EA8E-41BD-9BEF-96B290F646C4}"/>
              </a:ext>
            </a:extLst>
          </p:cNvPr>
          <p:cNvSpPr>
            <a:spLocks noGrp="1"/>
          </p:cNvSpPr>
          <p:nvPr/>
        </p:nvSpPr>
        <p:spPr>
          <a:xfrm>
            <a:off x="1504950" y="61728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adoption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86D04-88B4-49AA-A3F1-E22DA985157F}"/>
              </a:ext>
            </a:extLst>
          </p:cNvPr>
          <p:cNvSpPr>
            <a:spLocks noGrp="1"/>
          </p:cNvSpPr>
          <p:nvPr/>
        </p:nvSpPr>
        <p:spPr>
          <a:xfrm>
            <a:off x="6572250" y="3486750"/>
            <a:ext cx="5334000" cy="3686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338C81-FD5B-4754-9B21-089340103AAC}"/>
              </a:ext>
            </a:extLst>
          </p:cNvPr>
          <p:cNvSpPr>
            <a:spLocks noGrp="1"/>
          </p:cNvSpPr>
          <p:nvPr/>
        </p:nvSpPr>
        <p:spPr>
          <a:xfrm>
            <a:off x="6838950" y="3772500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05578-8FB4-495D-A559-408709B6F085}"/>
              </a:ext>
            </a:extLst>
          </p:cNvPr>
          <p:cNvSpPr>
            <a:spLocks noGrp="1"/>
          </p:cNvSpPr>
          <p:nvPr/>
        </p:nvSpPr>
        <p:spPr>
          <a:xfrm>
            <a:off x="6838950" y="45154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0EA93A-3E37-4659-B7A4-1533524929AE}"/>
              </a:ext>
            </a:extLst>
          </p:cNvPr>
          <p:cNvSpPr>
            <a:spLocks noGrp="1"/>
          </p:cNvSpPr>
          <p:nvPr/>
        </p:nvSpPr>
        <p:spPr>
          <a:xfrm>
            <a:off x="6838950" y="50679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D5979-72C7-412F-A089-8F76446AC79E}"/>
              </a:ext>
            </a:extLst>
          </p:cNvPr>
          <p:cNvSpPr>
            <a:spLocks noGrp="1"/>
          </p:cNvSpPr>
          <p:nvPr/>
        </p:nvSpPr>
        <p:spPr>
          <a:xfrm>
            <a:off x="6838950" y="56203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security and privacy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304A7E-82E0-4B1D-BAEE-E53283DAD76A}"/>
              </a:ext>
            </a:extLst>
          </p:cNvPr>
          <p:cNvSpPr>
            <a:spLocks noGrp="1"/>
          </p:cNvSpPr>
          <p:nvPr/>
        </p:nvSpPr>
        <p:spPr>
          <a:xfrm>
            <a:off x="6838950" y="61728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32BAC7-562A-4528-81E3-4E35FE84367B}"/>
              </a:ext>
            </a:extLst>
          </p:cNvPr>
          <p:cNvSpPr>
            <a:spLocks noGrp="1"/>
          </p:cNvSpPr>
          <p:nvPr/>
        </p:nvSpPr>
        <p:spPr>
          <a:xfrm>
            <a:off x="11906250" y="3486750"/>
            <a:ext cx="5334000" cy="3686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3514E8-863C-4195-98DA-EE1801BA79EA}"/>
              </a:ext>
            </a:extLst>
          </p:cNvPr>
          <p:cNvSpPr>
            <a:spLocks noGrp="1"/>
          </p:cNvSpPr>
          <p:nvPr/>
        </p:nvSpPr>
        <p:spPr>
          <a:xfrm>
            <a:off x="12172950" y="3772500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8CDB75-1EB3-4509-94A3-3A71D834364C}"/>
              </a:ext>
            </a:extLst>
          </p:cNvPr>
          <p:cNvSpPr>
            <a:spLocks noGrp="1"/>
          </p:cNvSpPr>
          <p:nvPr/>
        </p:nvSpPr>
        <p:spPr>
          <a:xfrm>
            <a:off x="12172950" y="45154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knowledge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0A6350-7B6D-4CCE-A17C-0D18EEDBF6B4}"/>
              </a:ext>
            </a:extLst>
          </p:cNvPr>
          <p:cNvSpPr>
            <a:spLocks noGrp="1"/>
          </p:cNvSpPr>
          <p:nvPr/>
        </p:nvSpPr>
        <p:spPr>
          <a:xfrm>
            <a:off x="12172950" y="50679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explainability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7EE9E7-CC23-4B94-B78F-ECBB98E99778}"/>
              </a:ext>
            </a:extLst>
          </p:cNvPr>
          <p:cNvSpPr>
            <a:spLocks noGrp="1"/>
          </p:cNvSpPr>
          <p:nvPr/>
        </p:nvSpPr>
        <p:spPr>
          <a:xfrm>
            <a:off x="12172950" y="56203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Keep rationale visible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35C615-8BFE-4622-885F-0133016C665C}"/>
              </a:ext>
            </a:extLst>
          </p:cNvPr>
          <p:cNvSpPr>
            <a:spLocks noGrp="1"/>
          </p:cNvSpPr>
          <p:nvPr/>
        </p:nvSpPr>
        <p:spPr>
          <a:xfrm>
            <a:off x="12172950" y="61728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confidence through change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412095-F76D-459F-834F-1833ABBFC58E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287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B85EF3-C0EE-4CB7-96C3-9917AC56595D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keeps value, risk, and trust connected as change accelerates.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E4B50F-0D7F-4C81-8644-0F26B7B813CA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05AF7E-B817-4552-ADF0-FF2BFE66D869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0" name="pager-pill">
            <a:extLst>
              <a:ext uri="{FF2B5EF4-FFF2-40B4-BE49-F238E27FC236}">
                <a16:creationId xmlns:a16="http://schemas.microsoft.com/office/drawing/2014/main" id="{26274104-2650-4FCB-8FD8-094EACFF3D05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5A7620-5637-4303-904C-37B3CDD65C4B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BBEF2AE-D4C9-4B1C-809B-884CFD8FDA84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980A06-4AEF-4A9F-8AA8-9A3158E8AFED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BB6004-AE24-45C7-B4DC-2E69FE8B912E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7A7540-56CC-4C7C-B21E-0547CFA959E8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4024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7C2B5D-ED41-40B8-84B6-424CB206E679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1D183C-ABE3-47E9-9985-754D6D8DE084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FBCBBB-C29A-42C6-AC68-D46296032409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5B3F1-A6A4-4834-9B82-BA8A1D1FC556}"/>
              </a:ext>
            </a:extLst>
          </p:cNvPr>
          <p:cNvSpPr>
            <a:spLocks noGrp="1"/>
          </p:cNvSpPr>
          <p:nvPr/>
        </p:nvSpPr>
        <p:spPr>
          <a:xfrm>
            <a:off x="1238250" y="14097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C6F09-09FD-4388-AD7F-CA02DE440F10}"/>
              </a:ext>
            </a:extLst>
          </p:cNvPr>
          <p:cNvSpPr>
            <a:spLocks noGrp="1"/>
          </p:cNvSpPr>
          <p:nvPr/>
        </p:nvSpPr>
        <p:spPr>
          <a:xfrm>
            <a:off x="1238250" y="1638300"/>
            <a:ext cx="1047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61C3D-9199-4249-995B-6B02DC79A91F}"/>
              </a:ext>
            </a:extLst>
          </p:cNvPr>
          <p:cNvSpPr>
            <a:spLocks noGrp="1"/>
          </p:cNvSpPr>
          <p:nvPr/>
        </p:nvSpPr>
        <p:spPr>
          <a:xfrm>
            <a:off x="1238250" y="349051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B05B33-37B6-44DD-B74A-9324219E1A29}"/>
              </a:ext>
            </a:extLst>
          </p:cNvPr>
          <p:cNvSpPr>
            <a:spLocks noGrp="1"/>
          </p:cNvSpPr>
          <p:nvPr/>
        </p:nvSpPr>
        <p:spPr>
          <a:xfrm>
            <a:off x="1504950" y="430013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A1E26-E9EC-4281-89AE-A16852C4F537}"/>
              </a:ext>
            </a:extLst>
          </p:cNvPr>
          <p:cNvSpPr>
            <a:spLocks noGrp="1"/>
          </p:cNvSpPr>
          <p:nvPr/>
        </p:nvSpPr>
        <p:spPr>
          <a:xfrm>
            <a:off x="5191125" y="349051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D8BDB-89CA-437B-96E6-CC9087EBA20C}"/>
              </a:ext>
            </a:extLst>
          </p:cNvPr>
          <p:cNvSpPr>
            <a:spLocks noGrp="1"/>
          </p:cNvSpPr>
          <p:nvPr/>
        </p:nvSpPr>
        <p:spPr>
          <a:xfrm>
            <a:off x="5457825" y="430013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C354FA-EB3C-43CB-A918-CDBEFDBB9E6C}"/>
              </a:ext>
            </a:extLst>
          </p:cNvPr>
          <p:cNvSpPr>
            <a:spLocks noGrp="1"/>
          </p:cNvSpPr>
          <p:nvPr/>
        </p:nvSpPr>
        <p:spPr>
          <a:xfrm>
            <a:off x="9144000" y="349051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431A1C-3519-489F-854F-61D53F8016CF}"/>
              </a:ext>
            </a:extLst>
          </p:cNvPr>
          <p:cNvSpPr>
            <a:spLocks noGrp="1"/>
          </p:cNvSpPr>
          <p:nvPr/>
        </p:nvSpPr>
        <p:spPr>
          <a:xfrm>
            <a:off x="9410700" y="430013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0C4F6-6FC7-4D66-A1C8-2439AA5EFB06}"/>
              </a:ext>
            </a:extLst>
          </p:cNvPr>
          <p:cNvSpPr>
            <a:spLocks noGrp="1"/>
          </p:cNvSpPr>
          <p:nvPr/>
        </p:nvSpPr>
        <p:spPr>
          <a:xfrm>
            <a:off x="13096875" y="349051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55D28-0555-4975-B615-BE009E9E3006}"/>
              </a:ext>
            </a:extLst>
          </p:cNvPr>
          <p:cNvSpPr>
            <a:spLocks noGrp="1"/>
          </p:cNvSpPr>
          <p:nvPr/>
        </p:nvSpPr>
        <p:spPr>
          <a:xfrm>
            <a:off x="13363575" y="430013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F6AC3F-5B0B-4168-AC3C-D2A4123F9B95}"/>
              </a:ext>
            </a:extLst>
          </p:cNvPr>
          <p:cNvSpPr>
            <a:spLocks noGrp="1"/>
          </p:cNvSpPr>
          <p:nvPr/>
        </p:nvSpPr>
        <p:spPr>
          <a:xfrm>
            <a:off x="1238250" y="491926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1787EA-D865-4187-B8F4-791BD3C0FCB9}"/>
              </a:ext>
            </a:extLst>
          </p:cNvPr>
          <p:cNvSpPr>
            <a:spLocks noGrp="1"/>
          </p:cNvSpPr>
          <p:nvPr/>
        </p:nvSpPr>
        <p:spPr>
          <a:xfrm>
            <a:off x="1504950" y="572888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D274B9-B746-4562-8B04-C4F07D3C6A2D}"/>
              </a:ext>
            </a:extLst>
          </p:cNvPr>
          <p:cNvSpPr>
            <a:spLocks noGrp="1"/>
          </p:cNvSpPr>
          <p:nvPr/>
        </p:nvSpPr>
        <p:spPr>
          <a:xfrm>
            <a:off x="5191125" y="491926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3E53C7-4C17-460D-9146-9609294EEACE}"/>
              </a:ext>
            </a:extLst>
          </p:cNvPr>
          <p:cNvSpPr>
            <a:spLocks noGrp="1"/>
          </p:cNvSpPr>
          <p:nvPr/>
        </p:nvSpPr>
        <p:spPr>
          <a:xfrm>
            <a:off x="5457825" y="572888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4B98C7-90A5-4D53-83C9-D38583750B0F}"/>
              </a:ext>
            </a:extLst>
          </p:cNvPr>
          <p:cNvSpPr>
            <a:spLocks noGrp="1"/>
          </p:cNvSpPr>
          <p:nvPr/>
        </p:nvSpPr>
        <p:spPr>
          <a:xfrm>
            <a:off x="9144000" y="4919263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B1511E-FE0B-4831-8C44-EF2F095BBD8B}"/>
              </a:ext>
            </a:extLst>
          </p:cNvPr>
          <p:cNvSpPr>
            <a:spLocks noGrp="1"/>
          </p:cNvSpPr>
          <p:nvPr/>
        </p:nvSpPr>
        <p:spPr>
          <a:xfrm>
            <a:off x="9410700" y="5728888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624847-5C23-4899-AB66-76965C2104CA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477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DC65FD-C562-4762-A7D3-80E445E1C46B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2001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helps leaders address recurring questions across sectors.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BCF218-E65A-4000-AE83-F51D67860CB2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8B8D96-C3E3-4207-ADD7-751245F777C6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>
              <a:ext uri="{FF2B5EF4-FFF2-40B4-BE49-F238E27FC236}">
                <a16:creationId xmlns:a16="http://schemas.microsoft.com/office/drawing/2014/main" id="{AA194198-E87B-4A78-A8B4-C5DEDF6083F7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0C2CDD3-39C2-4855-AFCD-7D4183711A72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4ED6B72-7438-4DB5-BDCF-9759398271FA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3EFDB8-A50C-495C-BDCE-0E59BDFA5DEB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A2660B-9DA1-4361-87C8-54538C26920E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6E48C-41B9-4A54-849B-87837C789729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81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6B1C5E-9145-4A12-A057-4D6C1F65697F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0D664E-75B8-4548-9F57-40535656D798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CONTEXT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3295E1-D964-4097-BA6A-17870EE4D9D5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A3E93A-E2FD-46F6-9B79-B84A73CB6D26}"/>
              </a:ext>
            </a:extLst>
          </p:cNvPr>
          <p:cNvSpPr>
            <a:spLocks noGrp="1"/>
          </p:cNvSpPr>
          <p:nvPr/>
        </p:nvSpPr>
        <p:spPr>
          <a:xfrm>
            <a:off x="1238250" y="14097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8C407-121F-4389-8EBF-2B95ED475A95}"/>
              </a:ext>
            </a:extLst>
          </p:cNvPr>
          <p:cNvSpPr>
            <a:spLocks noGrp="1"/>
          </p:cNvSpPr>
          <p:nvPr/>
        </p:nvSpPr>
        <p:spPr>
          <a:xfrm>
            <a:off x="1238249" y="1638300"/>
            <a:ext cx="13575031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begin where</a:t>
            </a:r>
          </a:p>
          <a:p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responsibility, change, and control meet.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EA8839-7ADB-40EF-9B08-9ACFDBFB06A2}"/>
              </a:ext>
            </a:extLst>
          </p:cNvPr>
          <p:cNvSpPr>
            <a:spLocks noGrp="1"/>
          </p:cNvSpPr>
          <p:nvPr/>
        </p:nvSpPr>
        <p:spPr>
          <a:xfrm>
            <a:off x="1238249" y="3480688"/>
            <a:ext cx="4762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42DEE-8539-475E-A051-6D6E5F30817A}"/>
              </a:ext>
            </a:extLst>
          </p:cNvPr>
          <p:cNvSpPr>
            <a:spLocks noGrp="1"/>
          </p:cNvSpPr>
          <p:nvPr/>
        </p:nvSpPr>
        <p:spPr>
          <a:xfrm>
            <a:off x="1504949" y="3747388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Leadership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D9815-5A06-44E6-9F06-DD188B1536E7}"/>
              </a:ext>
            </a:extLst>
          </p:cNvPr>
          <p:cNvSpPr>
            <a:spLocks noGrp="1"/>
          </p:cNvSpPr>
          <p:nvPr/>
        </p:nvSpPr>
        <p:spPr>
          <a:xfrm>
            <a:off x="1504949" y="43569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Executive Leadership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1A5B20-1BC1-4C5A-9019-70D8394A9773}"/>
              </a:ext>
            </a:extLst>
          </p:cNvPr>
          <p:cNvSpPr>
            <a:spLocks noGrp="1"/>
          </p:cNvSpPr>
          <p:nvPr/>
        </p:nvSpPr>
        <p:spPr>
          <a:xfrm>
            <a:off x="1504949" y="48522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Transformation Offices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3213F6-0955-4917-BFBE-7501C99D4854}"/>
              </a:ext>
            </a:extLst>
          </p:cNvPr>
          <p:cNvSpPr>
            <a:spLocks noGrp="1"/>
          </p:cNvSpPr>
          <p:nvPr/>
        </p:nvSpPr>
        <p:spPr>
          <a:xfrm>
            <a:off x="1504949" y="53475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Enterprise Architecture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627135-7D1B-4F5C-9A13-FFE87AD29380}"/>
              </a:ext>
            </a:extLst>
          </p:cNvPr>
          <p:cNvSpPr>
            <a:spLocks noGrp="1"/>
          </p:cNvSpPr>
          <p:nvPr/>
        </p:nvSpPr>
        <p:spPr>
          <a:xfrm>
            <a:off x="6286499" y="3480688"/>
            <a:ext cx="4762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725E01-232C-4CFD-9F74-8440592BC89C}"/>
              </a:ext>
            </a:extLst>
          </p:cNvPr>
          <p:cNvSpPr>
            <a:spLocks noGrp="1"/>
          </p:cNvSpPr>
          <p:nvPr/>
        </p:nvSpPr>
        <p:spPr>
          <a:xfrm>
            <a:off x="6553199" y="3747388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4429A-46D9-4538-986A-FF70FD970458}"/>
              </a:ext>
            </a:extLst>
          </p:cNvPr>
          <p:cNvSpPr>
            <a:spLocks noGrp="1"/>
          </p:cNvSpPr>
          <p:nvPr/>
        </p:nvSpPr>
        <p:spPr>
          <a:xfrm>
            <a:off x="6553199" y="43569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Manufacturing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FCAAB1-0C23-4C2E-B485-5753F3A5ACDE}"/>
              </a:ext>
            </a:extLst>
          </p:cNvPr>
          <p:cNvSpPr>
            <a:spLocks noGrp="1"/>
          </p:cNvSpPr>
          <p:nvPr/>
        </p:nvSpPr>
        <p:spPr>
          <a:xfrm>
            <a:off x="6553199" y="48522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Supply Chain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6E223A-895F-478D-84EF-C22F06CEC58F}"/>
              </a:ext>
            </a:extLst>
          </p:cNvPr>
          <p:cNvSpPr>
            <a:spLocks noGrp="1"/>
          </p:cNvSpPr>
          <p:nvPr/>
        </p:nvSpPr>
        <p:spPr>
          <a:xfrm>
            <a:off x="6553199" y="53475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Quality &amp; Compliance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7A6DB7-9E07-439A-9311-28C93934E77E}"/>
              </a:ext>
            </a:extLst>
          </p:cNvPr>
          <p:cNvSpPr>
            <a:spLocks noGrp="1"/>
          </p:cNvSpPr>
          <p:nvPr/>
        </p:nvSpPr>
        <p:spPr>
          <a:xfrm>
            <a:off x="11334749" y="3480688"/>
            <a:ext cx="4762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A10202-ABEB-4764-8D05-35D886ABB6EC}"/>
              </a:ext>
            </a:extLst>
          </p:cNvPr>
          <p:cNvSpPr>
            <a:spLocks noGrp="1"/>
          </p:cNvSpPr>
          <p:nvPr/>
        </p:nvSpPr>
        <p:spPr>
          <a:xfrm>
            <a:off x="11601449" y="3747388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CA22B3-6A85-4AFD-AAE0-F347AD6FF608}"/>
              </a:ext>
            </a:extLst>
          </p:cNvPr>
          <p:cNvSpPr>
            <a:spLocks noGrp="1"/>
          </p:cNvSpPr>
          <p:nvPr/>
        </p:nvSpPr>
        <p:spPr>
          <a:xfrm>
            <a:off x="11601449" y="43569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Risk &amp; Governance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BCC5E7-4530-4561-A72F-4D6EF1D10F54}"/>
              </a:ext>
            </a:extLst>
          </p:cNvPr>
          <p:cNvSpPr>
            <a:spLocks noGrp="1"/>
          </p:cNvSpPr>
          <p:nvPr/>
        </p:nvSpPr>
        <p:spPr>
          <a:xfrm>
            <a:off x="11601449" y="48522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Internal Audit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98DB9-5141-454C-949E-4E76266219B3}"/>
              </a:ext>
            </a:extLst>
          </p:cNvPr>
          <p:cNvSpPr>
            <a:spLocks noGrp="1"/>
          </p:cNvSpPr>
          <p:nvPr/>
        </p:nvSpPr>
        <p:spPr>
          <a:xfrm>
            <a:off x="11601449" y="5347588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E14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 &amp; AI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F63537-1A33-4FB3-87B3-C37F67E989B2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668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050FDE-99BF-4C1F-A0DF-A7C9B2BC5DA0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Decision traceability keeps ownership visible across functions.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649CA-71D0-48DE-B4C7-AF59BC6935EC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D768F-A38F-4DE8-B0D4-E2CBF9A84C53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>
              <a:ext uri="{FF2B5EF4-FFF2-40B4-BE49-F238E27FC236}">
                <a16:creationId xmlns:a16="http://schemas.microsoft.com/office/drawing/2014/main" id="{F044DF5A-7D5C-4D41-ABEA-37D66CFCFFEC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7C2D49-AE73-4616-818E-A7128B53A0B0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D90FDC1-0B5D-4A86-872F-F3E99EC8D04B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97B1B1-1728-4F03-9D4F-6E7E8CE5F83C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FC3910-DE17-47D1-ACD0-78B263E35DE9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BBCDE3-C64D-4C80-A9CC-ECCC295DF6C5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8377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948909-1751-4B6E-B819-6CF434E4C903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9AE94F-AA86-4BE2-97CD-729B339031E8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MOMENTS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A5D85E-3046-47EF-9D44-D33BA4270176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FEA137-4837-42F1-A77B-B0F0907C0036}"/>
              </a:ext>
            </a:extLst>
          </p:cNvPr>
          <p:cNvSpPr>
            <a:spLocks noGrp="1"/>
          </p:cNvSpPr>
          <p:nvPr/>
        </p:nvSpPr>
        <p:spPr>
          <a:xfrm>
            <a:off x="1238250" y="140970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WHEN UNDERSTANDING STARTS TO FRAGMENT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91F3A0-F097-4665-9D0C-AFE8BE43DB3C}"/>
              </a:ext>
            </a:extLst>
          </p:cNvPr>
          <p:cNvSpPr>
            <a:spLocks noGrp="1"/>
          </p:cNvSpPr>
          <p:nvPr/>
        </p:nvSpPr>
        <p:spPr>
          <a:xfrm>
            <a:off x="1238249" y="1638300"/>
            <a:ext cx="13719409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These conditions often signal a</a:t>
            </a:r>
          </a:p>
          <a:p>
            <a:pPr algn="l"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deeper need to preserve understanding.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123B5B-FB75-466D-8D03-99118EB29EC5}"/>
              </a:ext>
            </a:extLst>
          </p:cNvPr>
          <p:cNvSpPr>
            <a:spLocks noGrp="1"/>
          </p:cNvSpPr>
          <p:nvPr/>
        </p:nvSpPr>
        <p:spPr>
          <a:xfrm>
            <a:off x="1176488" y="3479081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7995DD-635F-4374-945F-16C5A2A80E27}"/>
              </a:ext>
            </a:extLst>
          </p:cNvPr>
          <p:cNvSpPr>
            <a:spLocks noGrp="1"/>
          </p:cNvSpPr>
          <p:nvPr/>
        </p:nvSpPr>
        <p:spPr>
          <a:xfrm>
            <a:off x="1443188" y="3745781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CC5452-98E4-4FC3-9DB2-2D1C4156DC13}"/>
              </a:ext>
            </a:extLst>
          </p:cNvPr>
          <p:cNvSpPr>
            <a:spLocks noGrp="1"/>
          </p:cNvSpPr>
          <p:nvPr/>
        </p:nvSpPr>
        <p:spPr>
          <a:xfrm>
            <a:off x="1443188" y="4907831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direction needs a clearer starting point.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6D214B-189E-4B5D-A88E-696DA7513978}"/>
              </a:ext>
            </a:extLst>
          </p:cNvPr>
          <p:cNvSpPr>
            <a:spLocks noGrp="1"/>
          </p:cNvSpPr>
          <p:nvPr/>
        </p:nvSpPr>
        <p:spPr>
          <a:xfrm>
            <a:off x="4367363" y="3479081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019557-6789-4DD1-853F-40B7E145C158}"/>
              </a:ext>
            </a:extLst>
          </p:cNvPr>
          <p:cNvSpPr>
            <a:spLocks noGrp="1"/>
          </p:cNvSpPr>
          <p:nvPr/>
        </p:nvSpPr>
        <p:spPr>
          <a:xfrm>
            <a:off x="4634063" y="3745781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F699C-60CE-4BEF-8A15-509BAB087550}"/>
              </a:ext>
            </a:extLst>
          </p:cNvPr>
          <p:cNvSpPr>
            <a:spLocks noGrp="1"/>
          </p:cNvSpPr>
          <p:nvPr/>
        </p:nvSpPr>
        <p:spPr>
          <a:xfrm>
            <a:off x="4634063" y="4907831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signals are outpacing prioritization.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1C3DD-0776-4068-B8CF-F93EB92D56EC}"/>
              </a:ext>
            </a:extLst>
          </p:cNvPr>
          <p:cNvSpPr>
            <a:spLocks noGrp="1"/>
          </p:cNvSpPr>
          <p:nvPr/>
        </p:nvSpPr>
        <p:spPr>
          <a:xfrm>
            <a:off x="7558238" y="3479081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D6DFFF-A4C2-4322-8481-3AF97BD81F54}"/>
              </a:ext>
            </a:extLst>
          </p:cNvPr>
          <p:cNvSpPr>
            <a:spLocks noGrp="1"/>
          </p:cNvSpPr>
          <p:nvPr/>
        </p:nvSpPr>
        <p:spPr>
          <a:xfrm>
            <a:off x="7824938" y="3745781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E2D238-AC3B-4683-8102-6F545E51A249}"/>
              </a:ext>
            </a:extLst>
          </p:cNvPr>
          <p:cNvSpPr>
            <a:spLocks noGrp="1"/>
          </p:cNvSpPr>
          <p:nvPr/>
        </p:nvSpPr>
        <p:spPr>
          <a:xfrm>
            <a:off x="7824938" y="4907831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and auditability are becoming unclear.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927291-2997-491C-82B5-0F019AAE0ABF}"/>
              </a:ext>
            </a:extLst>
          </p:cNvPr>
          <p:cNvSpPr>
            <a:spLocks noGrp="1"/>
          </p:cNvSpPr>
          <p:nvPr/>
        </p:nvSpPr>
        <p:spPr>
          <a:xfrm>
            <a:off x="10749113" y="3479081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3D8F22-CAEA-4A80-B260-B8D405BEF2A6}"/>
              </a:ext>
            </a:extLst>
          </p:cNvPr>
          <p:cNvSpPr>
            <a:spLocks noGrp="1"/>
          </p:cNvSpPr>
          <p:nvPr/>
        </p:nvSpPr>
        <p:spPr>
          <a:xfrm>
            <a:off x="11015813" y="3745781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5F96B3-CD87-4981-AC1E-EC3EAF0065F5}"/>
              </a:ext>
            </a:extLst>
          </p:cNvPr>
          <p:cNvSpPr>
            <a:spLocks noGrp="1"/>
          </p:cNvSpPr>
          <p:nvPr/>
        </p:nvSpPr>
        <p:spPr>
          <a:xfrm>
            <a:off x="11015813" y="4907831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participation is entering live workflows.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52FF1D-31B5-45D3-9CE2-8EAF3E327371}"/>
              </a:ext>
            </a:extLst>
          </p:cNvPr>
          <p:cNvSpPr>
            <a:spLocks noGrp="1"/>
          </p:cNvSpPr>
          <p:nvPr/>
        </p:nvSpPr>
        <p:spPr>
          <a:xfrm>
            <a:off x="13939988" y="3479081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49671F-944D-49E0-B97F-D21D2DCF2BE4}"/>
              </a:ext>
            </a:extLst>
          </p:cNvPr>
          <p:cNvSpPr>
            <a:spLocks noGrp="1"/>
          </p:cNvSpPr>
          <p:nvPr/>
        </p:nvSpPr>
        <p:spPr>
          <a:xfrm>
            <a:off x="14206688" y="3745781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BE3EE2-A2F0-4E07-8437-91762ED4C16A}"/>
              </a:ext>
            </a:extLst>
          </p:cNvPr>
          <p:cNvSpPr>
            <a:spLocks noGrp="1"/>
          </p:cNvSpPr>
          <p:nvPr/>
        </p:nvSpPr>
        <p:spPr>
          <a:xfrm>
            <a:off x="14206688" y="4907831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becoming harder to retain.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8A9253-EA52-4D1D-AE8B-F30D443B6ACE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668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D17455-BB40-437A-95AB-59FB0D51CFCD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can be introduced before uncertainty becomes structural.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5D8BC8-B90A-48CF-975D-29FC05EF5AB2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E60B7-9805-4CA6-9DD9-1590EAA1312F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>
              <a:ext uri="{FF2B5EF4-FFF2-40B4-BE49-F238E27FC236}">
                <a16:creationId xmlns:a16="http://schemas.microsoft.com/office/drawing/2014/main" id="{21EBE954-13FB-45ED-A9ED-790BF220C113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A2EE6D-31A4-49E4-9C49-322F75D132F1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3F0AFE-8BD2-4B7D-973E-C59A0427DAB8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27A54C-DD0D-4CF3-87A4-31BAFDF3208A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380276-F143-4A18-8165-88C615690FD0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E208FB-994F-43B1-AAB5-9CAA3D714FB2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6736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F49E4BD-17CD-0309-12D9-98D9571A7037}"/>
              </a:ext>
            </a:extLst>
          </p:cNvPr>
          <p:cNvSpPr>
            <a:spLocks noGrp="1"/>
          </p:cNvSpPr>
          <p:nvPr/>
        </p:nvSpPr>
        <p:spPr>
          <a:xfrm>
            <a:off x="0" y="1047749"/>
            <a:ext cx="8382000" cy="6200867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4F696-437E-41CF-A48B-BE3E0362EAB5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DFC647-8D64-45CD-AAA4-AFC9CF09BEE6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PICTURE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77808-6299-4BA2-A10A-674227A30A6E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C385A-F689-495F-97FF-74043F879F38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READINESS TO SUPPORT ADOPTION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1D9B45-38BC-4A47-9F84-10312921661C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51435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6F6E6-00DA-4CA2-865C-FC1508122E2C}"/>
              </a:ext>
            </a:extLst>
          </p:cNvPr>
          <p:cNvSpPr>
            <a:spLocks noGrp="1"/>
          </p:cNvSpPr>
          <p:nvPr/>
        </p:nvSpPr>
        <p:spPr>
          <a:xfrm>
            <a:off x="1238250" y="5464175"/>
            <a:ext cx="58674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DB322D-BFC8-4288-96C1-2C40D5309013}"/>
              </a:ext>
            </a:extLst>
          </p:cNvPr>
          <p:cNvSpPr>
            <a:spLocks noGrp="1"/>
          </p:cNvSpPr>
          <p:nvPr/>
        </p:nvSpPr>
        <p:spPr>
          <a:xfrm>
            <a:off x="9191625" y="267652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F7049D-E5C3-4424-84F7-753FF690E184}"/>
              </a:ext>
            </a:extLst>
          </p:cNvPr>
          <p:cNvSpPr>
            <a:spLocks noGrp="1"/>
          </p:cNvSpPr>
          <p:nvPr/>
        </p:nvSpPr>
        <p:spPr>
          <a:xfrm>
            <a:off x="9439275" y="348615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4C9C37-53A7-4BEB-BD54-BD9CAFCED2B4}"/>
              </a:ext>
            </a:extLst>
          </p:cNvPr>
          <p:cNvSpPr>
            <a:spLocks noGrp="1"/>
          </p:cNvSpPr>
          <p:nvPr/>
        </p:nvSpPr>
        <p:spPr>
          <a:xfrm>
            <a:off x="13049250" y="267652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E448B0-7DA2-4E29-A76D-75F16A2E5F6F}"/>
              </a:ext>
            </a:extLst>
          </p:cNvPr>
          <p:cNvSpPr>
            <a:spLocks noGrp="1"/>
          </p:cNvSpPr>
          <p:nvPr/>
        </p:nvSpPr>
        <p:spPr>
          <a:xfrm>
            <a:off x="13296900" y="348615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3534CD-3A5A-4372-B423-3855BD926AAE}"/>
              </a:ext>
            </a:extLst>
          </p:cNvPr>
          <p:cNvSpPr>
            <a:spLocks noGrp="1"/>
          </p:cNvSpPr>
          <p:nvPr/>
        </p:nvSpPr>
        <p:spPr>
          <a:xfrm>
            <a:off x="9191625" y="3898900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CFF8EF-3148-4426-BD42-B73D51BA06CC}"/>
              </a:ext>
            </a:extLst>
          </p:cNvPr>
          <p:cNvSpPr>
            <a:spLocks noGrp="1"/>
          </p:cNvSpPr>
          <p:nvPr/>
        </p:nvSpPr>
        <p:spPr>
          <a:xfrm>
            <a:off x="9439275" y="4708525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8A6861-7568-4B28-8557-D248D013363E}"/>
              </a:ext>
            </a:extLst>
          </p:cNvPr>
          <p:cNvSpPr>
            <a:spLocks noGrp="1"/>
          </p:cNvSpPr>
          <p:nvPr/>
        </p:nvSpPr>
        <p:spPr>
          <a:xfrm>
            <a:off x="13049250" y="3898900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33C14-07D0-4F16-A2E0-3EE28EC99A9A}"/>
              </a:ext>
            </a:extLst>
          </p:cNvPr>
          <p:cNvSpPr>
            <a:spLocks noGrp="1"/>
          </p:cNvSpPr>
          <p:nvPr/>
        </p:nvSpPr>
        <p:spPr>
          <a:xfrm>
            <a:off x="13296900" y="4708525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1E98B-FBB2-4990-9583-D3128E3BF5C4}"/>
              </a:ext>
            </a:extLst>
          </p:cNvPr>
          <p:cNvSpPr>
            <a:spLocks noGrp="1"/>
          </p:cNvSpPr>
          <p:nvPr/>
        </p:nvSpPr>
        <p:spPr>
          <a:xfrm>
            <a:off x="9191625" y="512127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D187C2-3099-42B1-83E1-F6FBFFC88571}"/>
              </a:ext>
            </a:extLst>
          </p:cNvPr>
          <p:cNvSpPr>
            <a:spLocks noGrp="1"/>
          </p:cNvSpPr>
          <p:nvPr/>
        </p:nvSpPr>
        <p:spPr>
          <a:xfrm>
            <a:off x="9439275" y="593090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E94D62-E40A-4AA0-868C-374A4DB6F4A9}"/>
              </a:ext>
            </a:extLst>
          </p:cNvPr>
          <p:cNvSpPr>
            <a:spLocks noGrp="1"/>
          </p:cNvSpPr>
          <p:nvPr/>
        </p:nvSpPr>
        <p:spPr>
          <a:xfrm>
            <a:off x="13049250" y="512127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936813-8635-4F8E-A405-03EF7483CEA0}"/>
              </a:ext>
            </a:extLst>
          </p:cNvPr>
          <p:cNvSpPr>
            <a:spLocks noGrp="1"/>
          </p:cNvSpPr>
          <p:nvPr/>
        </p:nvSpPr>
        <p:spPr>
          <a:xfrm>
            <a:off x="13296900" y="593090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4B8520-A95F-4EE4-B762-17AD163C4365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715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EE408D-39D8-4A9E-9FDC-6A5C35759FFB}"/>
              </a:ext>
            </a:extLst>
          </p:cNvPr>
          <p:cNvSpPr>
            <a:spLocks noGrp="1"/>
          </p:cNvSpPr>
          <p:nvPr/>
        </p:nvSpPr>
        <p:spPr>
          <a:xfrm>
            <a:off x="9191625" y="7962900"/>
            <a:ext cx="8001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Greater confidence that people, knowledge, governance, and ways of working are ready to support adoption.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096382-04D9-4970-AE3B-8B2D13ABFDA9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C711ED-E799-4522-AD27-BC3C1F9341D7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>
              <a:ext uri="{FF2B5EF4-FFF2-40B4-BE49-F238E27FC236}">
                <a16:creationId xmlns:a16="http://schemas.microsoft.com/office/drawing/2014/main" id="{3C361C74-6936-492F-8D2B-B7860B63C2AF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D7D784-5323-43D0-B03B-95C77157572D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7CB255-683D-4849-ABF3-46D067BB4EDA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93EF2E-4524-4680-AC24-36A437436865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93AC75-7B51-475C-9C9A-A2572C707191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F977E9-1AAA-4862-B076-CF5F53125848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9902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DEA5C72-B054-CA20-B580-6AA046A19005}"/>
              </a:ext>
            </a:extLst>
          </p:cNvPr>
          <p:cNvSpPr>
            <a:spLocks noGrp="1"/>
          </p:cNvSpPr>
          <p:nvPr/>
        </p:nvSpPr>
        <p:spPr>
          <a:xfrm>
            <a:off x="0" y="1047749"/>
            <a:ext cx="8382000" cy="6200867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9DCCE3-1767-49E7-8900-B763B31DFFE0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758C9A-D636-4FAB-807D-7F15C14847A2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F8ACD-0B74-43C1-BE8F-DFD43044E192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EBF13B-D64D-4004-AB48-00E551857B74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PRIORITIZING WHAT MATTERS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6B03C-3A17-4502-82BC-B1F8E5A2D4E6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666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CBB3FE-25AF-4706-8539-26CFE01D9579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679884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  <a:r>
              <a:rPr lang="en-SG"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0D4992-DCDC-4690-A07D-530843F4C125}"/>
              </a:ext>
            </a:extLst>
          </p:cNvPr>
          <p:cNvSpPr>
            <a:spLocks noGrp="1"/>
          </p:cNvSpPr>
          <p:nvPr/>
        </p:nvSpPr>
        <p:spPr>
          <a:xfrm>
            <a:off x="9191625" y="2667000"/>
            <a:ext cx="7810500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9AD6CC-6D40-4FEA-A95B-13A8CB35442F}"/>
              </a:ext>
            </a:extLst>
          </p:cNvPr>
          <p:cNvSpPr>
            <a:spLocks noGrp="1"/>
          </p:cNvSpPr>
          <p:nvPr/>
        </p:nvSpPr>
        <p:spPr>
          <a:xfrm>
            <a:off x="9191625" y="3952875"/>
            <a:ext cx="7810500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525C49-A4B5-41FA-9E90-0FDB4778D82D}"/>
              </a:ext>
            </a:extLst>
          </p:cNvPr>
          <p:cNvSpPr>
            <a:spLocks noGrp="1"/>
          </p:cNvSpPr>
          <p:nvPr/>
        </p:nvSpPr>
        <p:spPr>
          <a:xfrm>
            <a:off x="9191625" y="5238750"/>
            <a:ext cx="7810500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B5237F-69CA-464D-96AB-0BF85BA99798}"/>
              </a:ext>
            </a:extLst>
          </p:cNvPr>
          <p:cNvSpPr>
            <a:spLocks noGrp="1"/>
          </p:cNvSpPr>
          <p:nvPr/>
        </p:nvSpPr>
        <p:spPr>
          <a:xfrm>
            <a:off x="9477375" y="3143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99EC61-7ACF-4D24-849C-938C7CEB05F7}"/>
              </a:ext>
            </a:extLst>
          </p:cNvPr>
          <p:cNvSpPr>
            <a:spLocks noGrp="1"/>
          </p:cNvSpPr>
          <p:nvPr/>
        </p:nvSpPr>
        <p:spPr>
          <a:xfrm>
            <a:off x="13430250" y="3143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9BB227-DF0A-499D-9062-69F583A4F213}"/>
              </a:ext>
            </a:extLst>
          </p:cNvPr>
          <p:cNvSpPr>
            <a:spLocks noGrp="1"/>
          </p:cNvSpPr>
          <p:nvPr/>
        </p:nvSpPr>
        <p:spPr>
          <a:xfrm>
            <a:off x="9477375" y="44196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6B1F9F-A220-4A90-AE3A-D0B66267DB68}"/>
              </a:ext>
            </a:extLst>
          </p:cNvPr>
          <p:cNvSpPr>
            <a:spLocks noGrp="1"/>
          </p:cNvSpPr>
          <p:nvPr/>
        </p:nvSpPr>
        <p:spPr>
          <a:xfrm>
            <a:off x="13430250" y="44196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694AA-46B9-4693-AFE3-A73D7FC0F670}"/>
              </a:ext>
            </a:extLst>
          </p:cNvPr>
          <p:cNvSpPr>
            <a:spLocks noGrp="1"/>
          </p:cNvSpPr>
          <p:nvPr/>
        </p:nvSpPr>
        <p:spPr>
          <a:xfrm>
            <a:off x="9477375" y="5524500"/>
            <a:ext cx="704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F856C7-D2F1-4661-8D29-1C446E4CEEFD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810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DAE45-C0E2-40D9-9999-DBC480565179}"/>
              </a:ext>
            </a:extLst>
          </p:cNvPr>
          <p:cNvSpPr>
            <a:spLocks noGrp="1"/>
          </p:cNvSpPr>
          <p:nvPr/>
        </p:nvSpPr>
        <p:spPr>
          <a:xfrm>
            <a:off x="9191625" y="7962900"/>
            <a:ext cx="7429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Greater confidence in where to invest,</a:t>
            </a:r>
          </a:p>
          <a:p>
            <a:pPr algn="l"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what to prioritize, and who remains accountable</a:t>
            </a:r>
          </a:p>
          <a:p>
            <a:pPr algn="l"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as adoption proceeds.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FAF06F-DB35-4B54-8155-1268AF786912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D89A01-96B7-452E-8CA8-739830AD3EA4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>
              <a:ext uri="{FF2B5EF4-FFF2-40B4-BE49-F238E27FC236}">
                <a16:creationId xmlns:a16="http://schemas.microsoft.com/office/drawing/2014/main" id="{37237927-E3E5-4BDB-A5A7-5A2E08638368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D9F36FC-CC14-48BE-BFCA-E3E34AB9427B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2792A7-3BDB-4562-9426-0EE61E606CC9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698067-91B8-4D40-9577-D54AE7A28C39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EA8544-BB8A-4C80-B6FA-45F0E643CEB8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F5AA6E-EAC3-4BDC-8908-8A31988CEEFE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2950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0AC546-7DB0-4C33-BC9D-C4C16C338FC4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D50CB5-41DB-48F2-8435-91CD66A78D45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A21FB-27D5-4AD6-9813-15466B06D6F9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9FA0AC-B100-48E9-A952-8C3F7C25A31F}"/>
              </a:ext>
            </a:extLst>
          </p:cNvPr>
          <p:cNvSpPr>
            <a:spLocks noGrp="1"/>
          </p:cNvSpPr>
          <p:nvPr/>
        </p:nvSpPr>
        <p:spPr>
          <a:xfrm>
            <a:off x="0" y="1047749"/>
            <a:ext cx="8382000" cy="6200867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71680-E192-4B0E-A61E-EB615FAA2AFA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TRUST THAT CAN BE DEMONSTRATED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26D0BB-DE6B-44F0-93C0-3F29B4C3503F}"/>
              </a:ext>
            </a:extLst>
          </p:cNvPr>
          <p:cNvSpPr>
            <a:spLocks noGrp="1"/>
          </p:cNvSpPr>
          <p:nvPr/>
        </p:nvSpPr>
        <p:spPr>
          <a:xfrm>
            <a:off x="1238249" y="3143250"/>
            <a:ext cx="60673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EE67F-EAA6-4C6F-8D83-0CFB6ABEF00A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552831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7959A7-A1ED-45A6-B436-1A5F2068DDA7}"/>
              </a:ext>
            </a:extLst>
          </p:cNvPr>
          <p:cNvSpPr>
            <a:spLocks noGrp="1"/>
          </p:cNvSpPr>
          <p:nvPr/>
        </p:nvSpPr>
        <p:spPr>
          <a:xfrm>
            <a:off x="9191625" y="142875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4A07E1-0BB1-4579-B712-871EA8BB387F}"/>
              </a:ext>
            </a:extLst>
          </p:cNvPr>
          <p:cNvSpPr>
            <a:spLocks noGrp="1"/>
          </p:cNvSpPr>
          <p:nvPr/>
        </p:nvSpPr>
        <p:spPr>
          <a:xfrm>
            <a:off x="9439275" y="185737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58CD9B-4DB1-4E58-AD61-DED6FB355AA7}"/>
              </a:ext>
            </a:extLst>
          </p:cNvPr>
          <p:cNvSpPr>
            <a:spLocks noGrp="1"/>
          </p:cNvSpPr>
          <p:nvPr/>
        </p:nvSpPr>
        <p:spPr>
          <a:xfrm>
            <a:off x="13049250" y="142875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069862-F280-4015-B769-8F0C0740A3CF}"/>
              </a:ext>
            </a:extLst>
          </p:cNvPr>
          <p:cNvSpPr>
            <a:spLocks noGrp="1"/>
          </p:cNvSpPr>
          <p:nvPr/>
        </p:nvSpPr>
        <p:spPr>
          <a:xfrm>
            <a:off x="13296900" y="185737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02A38-34F0-4334-B6A4-A27E0FDC9BBC}"/>
              </a:ext>
            </a:extLst>
          </p:cNvPr>
          <p:cNvSpPr>
            <a:spLocks noGrp="1"/>
          </p:cNvSpPr>
          <p:nvPr/>
        </p:nvSpPr>
        <p:spPr>
          <a:xfrm>
            <a:off x="9191625" y="266700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E1498-1448-49A8-89F3-FBB4AB9519BB}"/>
              </a:ext>
            </a:extLst>
          </p:cNvPr>
          <p:cNvSpPr>
            <a:spLocks noGrp="1"/>
          </p:cNvSpPr>
          <p:nvPr/>
        </p:nvSpPr>
        <p:spPr>
          <a:xfrm>
            <a:off x="9439275" y="309562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80978F-D4F5-4361-A971-88F6A6D7D522}"/>
              </a:ext>
            </a:extLst>
          </p:cNvPr>
          <p:cNvSpPr>
            <a:spLocks noGrp="1"/>
          </p:cNvSpPr>
          <p:nvPr/>
        </p:nvSpPr>
        <p:spPr>
          <a:xfrm>
            <a:off x="13049250" y="266700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76C40-3913-43C4-B1DE-6E9312A2B3E1}"/>
              </a:ext>
            </a:extLst>
          </p:cNvPr>
          <p:cNvSpPr>
            <a:spLocks noGrp="1"/>
          </p:cNvSpPr>
          <p:nvPr/>
        </p:nvSpPr>
        <p:spPr>
          <a:xfrm>
            <a:off x="13296900" y="309562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B5844-E40C-4B7A-8E49-D224E7AB405F}"/>
              </a:ext>
            </a:extLst>
          </p:cNvPr>
          <p:cNvSpPr>
            <a:spLocks noGrp="1"/>
          </p:cNvSpPr>
          <p:nvPr/>
        </p:nvSpPr>
        <p:spPr>
          <a:xfrm>
            <a:off x="9191625" y="390525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96951B-B4B6-4619-968E-B8AEAAD7FFCE}"/>
              </a:ext>
            </a:extLst>
          </p:cNvPr>
          <p:cNvSpPr>
            <a:spLocks noGrp="1"/>
          </p:cNvSpPr>
          <p:nvPr/>
        </p:nvSpPr>
        <p:spPr>
          <a:xfrm>
            <a:off x="9439275" y="433387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D85167-044F-4D27-8CAE-3902E753CEF7}"/>
              </a:ext>
            </a:extLst>
          </p:cNvPr>
          <p:cNvSpPr>
            <a:spLocks noGrp="1"/>
          </p:cNvSpPr>
          <p:nvPr/>
        </p:nvSpPr>
        <p:spPr>
          <a:xfrm>
            <a:off x="13049250" y="390525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391ACC-2410-4BB4-952D-49287F849887}"/>
              </a:ext>
            </a:extLst>
          </p:cNvPr>
          <p:cNvSpPr>
            <a:spLocks noGrp="1"/>
          </p:cNvSpPr>
          <p:nvPr/>
        </p:nvSpPr>
        <p:spPr>
          <a:xfrm>
            <a:off x="13296900" y="433387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71309-EEE6-4354-8D79-C759DE607B63}"/>
              </a:ext>
            </a:extLst>
          </p:cNvPr>
          <p:cNvSpPr>
            <a:spLocks noGrp="1"/>
          </p:cNvSpPr>
          <p:nvPr/>
        </p:nvSpPr>
        <p:spPr>
          <a:xfrm>
            <a:off x="9191625" y="514350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AFDFC5-8CFA-4EC4-9301-E71BB1DE3195}"/>
              </a:ext>
            </a:extLst>
          </p:cNvPr>
          <p:cNvSpPr>
            <a:spLocks noGrp="1"/>
          </p:cNvSpPr>
          <p:nvPr/>
        </p:nvSpPr>
        <p:spPr>
          <a:xfrm>
            <a:off x="9439275" y="557212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4695C7-AB27-436B-847B-8436A7229AD7}"/>
              </a:ext>
            </a:extLst>
          </p:cNvPr>
          <p:cNvSpPr>
            <a:spLocks noGrp="1"/>
          </p:cNvSpPr>
          <p:nvPr/>
        </p:nvSpPr>
        <p:spPr>
          <a:xfrm>
            <a:off x="13049250" y="514350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3D066E-95DD-4CD9-866F-AB29E40668CD}"/>
              </a:ext>
            </a:extLst>
          </p:cNvPr>
          <p:cNvSpPr>
            <a:spLocks noGrp="1"/>
          </p:cNvSpPr>
          <p:nvPr/>
        </p:nvSpPr>
        <p:spPr>
          <a:xfrm>
            <a:off x="13296900" y="5572125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5CF18A-9D40-41CF-9F15-7935E33B6565}"/>
              </a:ext>
            </a:extLst>
          </p:cNvPr>
          <p:cNvSpPr>
            <a:spLocks noGrp="1"/>
          </p:cNvSpPr>
          <p:nvPr/>
        </p:nvSpPr>
        <p:spPr>
          <a:xfrm>
            <a:off x="9191625" y="6381750"/>
            <a:ext cx="7810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E63B30-F27D-4371-85EA-AF4A598B1F95}"/>
              </a:ext>
            </a:extLst>
          </p:cNvPr>
          <p:cNvSpPr>
            <a:spLocks noGrp="1"/>
          </p:cNvSpPr>
          <p:nvPr/>
        </p:nvSpPr>
        <p:spPr>
          <a:xfrm>
            <a:off x="9525000" y="6724650"/>
            <a:ext cx="714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838C78-C724-4872-9CE8-C47D23A68844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810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E171DA-B0A4-4E43-BC4D-F77660B79A3D}"/>
              </a:ext>
            </a:extLst>
          </p:cNvPr>
          <p:cNvSpPr>
            <a:spLocks noGrp="1"/>
          </p:cNvSpPr>
          <p:nvPr/>
        </p:nvSpPr>
        <p:spPr>
          <a:xfrm>
            <a:off x="9191625" y="7962900"/>
            <a:ext cx="1047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Greater confidence in where to invest,</a:t>
            </a:r>
          </a:p>
          <a:p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what to prioritize and who remains accountable,</a:t>
            </a:r>
          </a:p>
          <a:p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as adoption proceeds.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7C669E-EA5A-4EBD-8FD9-AE892C200E79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9B0CD2-3E6A-48A5-B315-42392BF9E103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>
              <a:ext uri="{FF2B5EF4-FFF2-40B4-BE49-F238E27FC236}">
                <a16:creationId xmlns:a16="http://schemas.microsoft.com/office/drawing/2014/main" id="{BE2FBC04-D18E-4B69-A793-6E78E322524F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0004010-ED62-4003-B150-7C3BA276C444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C22D84-7568-4131-9A29-58285FAA7B05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FA1B1-82EA-4208-9C9C-F011ACC3AF8D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D51676-C4FF-4582-BE1F-B8CD60274619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2415D4-586B-4269-A434-41FB349B33DB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6112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3E64285-A271-A8C0-FBCC-AB70953B3096}"/>
              </a:ext>
            </a:extLst>
          </p:cNvPr>
          <p:cNvSpPr>
            <a:spLocks noGrp="1"/>
          </p:cNvSpPr>
          <p:nvPr/>
        </p:nvSpPr>
        <p:spPr>
          <a:xfrm>
            <a:off x="0" y="1047749"/>
            <a:ext cx="8382000" cy="6200867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901F9-525F-4DD8-9435-1408B746470B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0447DD-A430-4F96-80E9-3F8F50EB915A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576AE-B447-4EB1-B56A-4757EA2C51C9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41354-9D04-4C34-8AF8-366AF9FB2FF5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EXPLAINABLE HUMAN-AI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ACB63-14BF-4B29-8FAB-07E57FEA00C5}"/>
              </a:ext>
            </a:extLst>
          </p:cNvPr>
          <p:cNvSpPr>
            <a:spLocks noGrp="1"/>
          </p:cNvSpPr>
          <p:nvPr/>
        </p:nvSpPr>
        <p:spPr>
          <a:xfrm>
            <a:off x="1238248" y="3141929"/>
            <a:ext cx="6461959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  <a:r>
              <a:rPr lang="en-SG" sz="46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 </a:t>
            </a:r>
            <a:r>
              <a:rPr sz="46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47E90-E606-47DA-8BDF-77916E22E04F}"/>
              </a:ext>
            </a:extLst>
          </p:cNvPr>
          <p:cNvSpPr>
            <a:spLocks noGrp="1"/>
          </p:cNvSpPr>
          <p:nvPr/>
        </p:nvSpPr>
        <p:spPr>
          <a:xfrm>
            <a:off x="1238248" y="5436863"/>
            <a:ext cx="522992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9D27D5-118A-4A4F-9C62-DBBB48C8BF07}"/>
              </a:ext>
            </a:extLst>
          </p:cNvPr>
          <p:cNvSpPr>
            <a:spLocks noGrp="1"/>
          </p:cNvSpPr>
          <p:nvPr/>
        </p:nvSpPr>
        <p:spPr>
          <a:xfrm>
            <a:off x="9191625" y="266700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BE777B-92CA-45CE-B0F8-84C38767B3DF}"/>
              </a:ext>
            </a:extLst>
          </p:cNvPr>
          <p:cNvSpPr>
            <a:spLocks noGrp="1"/>
          </p:cNvSpPr>
          <p:nvPr/>
        </p:nvSpPr>
        <p:spPr>
          <a:xfrm>
            <a:off x="9439275" y="309562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3D1379-3F3E-4900-B687-FF8E01055FA0}"/>
              </a:ext>
            </a:extLst>
          </p:cNvPr>
          <p:cNvSpPr>
            <a:spLocks noGrp="1"/>
          </p:cNvSpPr>
          <p:nvPr/>
        </p:nvSpPr>
        <p:spPr>
          <a:xfrm>
            <a:off x="13049250" y="266700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A18AB8-20CA-4F6E-A137-1C787DA29CEA}"/>
              </a:ext>
            </a:extLst>
          </p:cNvPr>
          <p:cNvSpPr>
            <a:spLocks noGrp="1"/>
          </p:cNvSpPr>
          <p:nvPr/>
        </p:nvSpPr>
        <p:spPr>
          <a:xfrm>
            <a:off x="13296900" y="309562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ADA624-98C0-4D67-9F47-82B3B76C0C8D}"/>
              </a:ext>
            </a:extLst>
          </p:cNvPr>
          <p:cNvSpPr>
            <a:spLocks noGrp="1"/>
          </p:cNvSpPr>
          <p:nvPr/>
        </p:nvSpPr>
        <p:spPr>
          <a:xfrm>
            <a:off x="9191625" y="390525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A286C0-1CB0-4AD9-8F3C-E2C00CD6E84F}"/>
              </a:ext>
            </a:extLst>
          </p:cNvPr>
          <p:cNvSpPr>
            <a:spLocks noGrp="1"/>
          </p:cNvSpPr>
          <p:nvPr/>
        </p:nvSpPr>
        <p:spPr>
          <a:xfrm>
            <a:off x="9439275" y="433387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5C58CF-E6A7-40EE-9783-0B4006444305}"/>
              </a:ext>
            </a:extLst>
          </p:cNvPr>
          <p:cNvSpPr>
            <a:spLocks noGrp="1"/>
          </p:cNvSpPr>
          <p:nvPr/>
        </p:nvSpPr>
        <p:spPr>
          <a:xfrm>
            <a:off x="13049250" y="390525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989734-18A8-468B-87A5-575E19242F7B}"/>
              </a:ext>
            </a:extLst>
          </p:cNvPr>
          <p:cNvSpPr>
            <a:spLocks noGrp="1"/>
          </p:cNvSpPr>
          <p:nvPr/>
        </p:nvSpPr>
        <p:spPr>
          <a:xfrm>
            <a:off x="13296900" y="433387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315F96-568C-479F-B46E-B4DE0D759D29}"/>
              </a:ext>
            </a:extLst>
          </p:cNvPr>
          <p:cNvSpPr>
            <a:spLocks noGrp="1"/>
          </p:cNvSpPr>
          <p:nvPr/>
        </p:nvSpPr>
        <p:spPr>
          <a:xfrm>
            <a:off x="9191625" y="5143500"/>
            <a:ext cx="7810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C1CBC-6282-4F11-AE05-5AAE45C14934}"/>
              </a:ext>
            </a:extLst>
          </p:cNvPr>
          <p:cNvSpPr>
            <a:spLocks noGrp="1"/>
          </p:cNvSpPr>
          <p:nvPr/>
        </p:nvSpPr>
        <p:spPr>
          <a:xfrm>
            <a:off x="9439275" y="5572125"/>
            <a:ext cx="7315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5D6653-BCEA-451B-8CAB-F735A03A8FEF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810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6BD66D-081A-47E0-AC7D-1BEA9F010332}"/>
              </a:ext>
            </a:extLst>
          </p:cNvPr>
          <p:cNvSpPr>
            <a:spLocks noGrp="1"/>
          </p:cNvSpPr>
          <p:nvPr/>
        </p:nvSpPr>
        <p:spPr>
          <a:xfrm>
            <a:off x="9191625" y="79629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Greater confidence that trust can be demonstrated</a:t>
            </a:r>
          </a:p>
          <a:p>
            <a:pPr algn="l"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through clear ownership, evidence, oversight,</a:t>
            </a:r>
          </a:p>
          <a:p>
            <a:pPr algn="l"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and accountability.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E8FC98-5A5E-46CF-A791-8B256118F84F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8725E-77FC-40DA-ABDB-EBC9602A75FA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>
              <a:ext uri="{FF2B5EF4-FFF2-40B4-BE49-F238E27FC236}">
                <a16:creationId xmlns:a16="http://schemas.microsoft.com/office/drawing/2014/main" id="{4697B071-851F-494D-BB75-1127EA831B2B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DBB624-914A-436C-841C-56E3D44886FF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14CE54F-BD4E-44AC-B460-DA952BB4EFBB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32C14-3DB3-4665-BC13-91E272ED126B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B6E572-1359-487E-A308-4887F6B93583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80FB15-201B-4026-81EF-503CD7E8F2AF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1455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BE13CE-B097-4DE3-B937-3808B2FB54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0F168-2258-4A27-82F7-FD346A5E6B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68000" cy="10287000"/>
          </a:xfrm>
          <a:prstGeom prst="rect">
            <a:avLst/>
          </a:prstGeom>
          <a:solidFill>
            <a:srgbClr val="F7F0F8"/>
          </a:solidFill>
          <a:ln w="0">
            <a:solidFill>
              <a:srgbClr val="F7F0F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04B7F-6B03-429A-9448-68CC35D09D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51C4A-7B7B-4504-B19B-D702C6E0A07A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42521D-9867-4358-8163-09C7E194D32A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899773-2210-47CB-B41A-E3CFFF1DD8BD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A67AFC-793D-472A-8CFD-74B4CF60161F}"/>
              </a:ext>
            </a:extLst>
          </p:cNvPr>
          <p:cNvSpPr>
            <a:spLocks noGrp="1"/>
          </p:cNvSpPr>
          <p:nvPr/>
        </p:nvSpPr>
        <p:spPr>
          <a:xfrm>
            <a:off x="1238250" y="2200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UNDERSTANDING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62DCA-2D33-477E-B006-293004858631}"/>
              </a:ext>
            </a:extLst>
          </p:cNvPr>
          <p:cNvSpPr>
            <a:spLocks noGrp="1"/>
          </p:cNvSpPr>
          <p:nvPr/>
        </p:nvSpPr>
        <p:spPr>
          <a:xfrm>
            <a:off x="1238250" y="2724150"/>
            <a:ext cx="8572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preserve</a:t>
            </a:r>
          </a:p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artifacts while losing the</a:t>
            </a:r>
          </a:p>
          <a:p>
            <a:pPr algn="l">
              <a:defRPr sz="4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behind them.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B093CA-CA0D-4654-85F9-7BCCF1A615EB}"/>
              </a:ext>
            </a:extLst>
          </p:cNvPr>
          <p:cNvSpPr>
            <a:spLocks noGrp="1"/>
          </p:cNvSpPr>
          <p:nvPr/>
        </p:nvSpPr>
        <p:spPr>
          <a:xfrm>
            <a:off x="1238250" y="5619750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stays visible as decisions, ownership,</a:t>
            </a:r>
          </a:p>
          <a:p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and accountability move through change.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0FC82-E1C0-425A-A2B7-D9A61063EF6A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477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979D33-0CAE-4C55-A953-16D3E51EC96A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Organizational memory preserves rationale as change accelerates.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15875" y="2243088"/>
            <a:ext cx="5619750" cy="56103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EB660E-C8FC-4F8F-8884-4FEE88486CBA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C2D6D-9889-4992-A898-CEC7A6E6DB0D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>
              <a:ext uri="{FF2B5EF4-FFF2-40B4-BE49-F238E27FC236}">
                <a16:creationId xmlns:a16="http://schemas.microsoft.com/office/drawing/2014/main" id="{43C062EE-DAA8-48A9-84E3-8918D1AA1E34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239D53-F511-4D01-88F1-91692E888F85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8E6EA9-EB9C-41DE-B3BD-B8E3E34C73B2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5ECD44-D0CF-47A6-983D-B3B13B5858F0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E91A28-1AE6-4312-ACE6-6334CE4F8C0E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37C155-82F2-4102-94C9-27B4D37467A4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8133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FD3EDB-0B45-442F-BA75-8094D04514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AE435-67ED-4679-984C-D485C4D4AAA9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E93ADA-8EAC-448C-BAB5-D047B164B393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BB354-E93A-4BFE-8EB2-ED8148A982D5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05030C-DC69-4885-834A-5178030B0CE6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CAPABILITIES THAT PRESERVE UNDERSTANDING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855BC-CE8C-4D0B-8CBC-DBDC03F47798}"/>
              </a:ext>
            </a:extLst>
          </p:cNvPr>
          <p:cNvSpPr>
            <a:spLocks noGrp="1"/>
          </p:cNvSpPr>
          <p:nvPr/>
        </p:nvSpPr>
        <p:spPr>
          <a:xfrm>
            <a:off x="1238250" y="1676400"/>
            <a:ext cx="10287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help</a:t>
            </a:r>
          </a:p>
          <a:p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as execution changes.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3B332-2E81-441B-ADFB-C62D4A033878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20EEB-5E68-43BE-845A-D0945705BAA7}"/>
              </a:ext>
            </a:extLst>
          </p:cNvPr>
          <p:cNvSpPr>
            <a:spLocks noGrp="1"/>
          </p:cNvSpPr>
          <p:nvPr/>
        </p:nvSpPr>
        <p:spPr>
          <a:xfrm>
            <a:off x="1485900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19187-5A0F-400B-A038-452717B6AC0B}"/>
              </a:ext>
            </a:extLst>
          </p:cNvPr>
          <p:cNvSpPr>
            <a:spLocks noGrp="1"/>
          </p:cNvSpPr>
          <p:nvPr/>
        </p:nvSpPr>
        <p:spPr>
          <a:xfrm>
            <a:off x="1485900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89B41-EB2B-4F01-939E-FA9D46D4E871}"/>
              </a:ext>
            </a:extLst>
          </p:cNvPr>
          <p:cNvSpPr>
            <a:spLocks noGrp="1"/>
          </p:cNvSpPr>
          <p:nvPr/>
        </p:nvSpPr>
        <p:spPr>
          <a:xfrm>
            <a:off x="5191125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F8EE2D-7894-497E-BF0B-311D838873C0}"/>
              </a:ext>
            </a:extLst>
          </p:cNvPr>
          <p:cNvSpPr>
            <a:spLocks noGrp="1"/>
          </p:cNvSpPr>
          <p:nvPr/>
        </p:nvSpPr>
        <p:spPr>
          <a:xfrm>
            <a:off x="5438775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2D356-A4F2-4329-96A8-CBEB832FA6D8}"/>
              </a:ext>
            </a:extLst>
          </p:cNvPr>
          <p:cNvSpPr>
            <a:spLocks noGrp="1"/>
          </p:cNvSpPr>
          <p:nvPr/>
        </p:nvSpPr>
        <p:spPr>
          <a:xfrm>
            <a:off x="5438775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6905E2-1FED-400C-A569-52D0D90DC296}"/>
              </a:ext>
            </a:extLst>
          </p:cNvPr>
          <p:cNvSpPr>
            <a:spLocks noGrp="1"/>
          </p:cNvSpPr>
          <p:nvPr/>
        </p:nvSpPr>
        <p:spPr>
          <a:xfrm>
            <a:off x="9144000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612AED-9A34-4941-85A3-1F01B8EE3195}"/>
              </a:ext>
            </a:extLst>
          </p:cNvPr>
          <p:cNvSpPr>
            <a:spLocks noGrp="1"/>
          </p:cNvSpPr>
          <p:nvPr/>
        </p:nvSpPr>
        <p:spPr>
          <a:xfrm>
            <a:off x="9391650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28AA7B-E9C9-44B9-9EDA-EA2D0215B201}"/>
              </a:ext>
            </a:extLst>
          </p:cNvPr>
          <p:cNvSpPr>
            <a:spLocks noGrp="1"/>
          </p:cNvSpPr>
          <p:nvPr/>
        </p:nvSpPr>
        <p:spPr>
          <a:xfrm>
            <a:off x="9391650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D911F6-7964-43FE-AD6C-49741F97EB73}"/>
              </a:ext>
            </a:extLst>
          </p:cNvPr>
          <p:cNvSpPr>
            <a:spLocks noGrp="1"/>
          </p:cNvSpPr>
          <p:nvPr/>
        </p:nvSpPr>
        <p:spPr>
          <a:xfrm>
            <a:off x="13096875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3E940C-94BC-4D34-8DB3-D61D141360B7}"/>
              </a:ext>
            </a:extLst>
          </p:cNvPr>
          <p:cNvSpPr>
            <a:spLocks noGrp="1"/>
          </p:cNvSpPr>
          <p:nvPr/>
        </p:nvSpPr>
        <p:spPr>
          <a:xfrm>
            <a:off x="13344525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DDFCCE-FECA-4BC3-94E2-E0EDDD750A40}"/>
              </a:ext>
            </a:extLst>
          </p:cNvPr>
          <p:cNvSpPr>
            <a:spLocks noGrp="1"/>
          </p:cNvSpPr>
          <p:nvPr/>
        </p:nvSpPr>
        <p:spPr>
          <a:xfrm>
            <a:off x="13344525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01FACB-B7D6-43B2-A703-EFFB9AADDEEA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7C5D3F-BDAA-471F-ADD1-E61469BCA639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>
              <a:ext uri="{FF2B5EF4-FFF2-40B4-BE49-F238E27FC236}">
                <a16:creationId xmlns:a16="http://schemas.microsoft.com/office/drawing/2014/main" id="{9C25E849-5004-4020-91D5-55AF92F48452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4B5F18-F3E5-4F79-9239-8B95A1CDB490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D86C45-466F-4EF9-BDC2-D6D72FCEAF47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1BB522-A9DB-43B8-980D-2C7AEA830F08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AF5D96-0562-4069-9175-219478A1E5CF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043FE0-1A50-4170-8CAC-9273E2E6B12E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05347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44C38B-9E63-4AB3-A12E-9F1334237A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F97A20-E490-4124-A30A-00132433E713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4E4498-C3C7-4A47-ACCA-B3D2AEED0613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1E4015-EE24-490B-913B-D707459F2C8D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CC685-4B96-4CB1-8AFD-B871587B6E38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6667500" cy="8410575"/>
          </a:xfrm>
          <a:prstGeom prst="rect">
            <a:avLst/>
          </a:prstGeom>
          <a:solidFill>
            <a:srgbClr val="F7F0F8"/>
          </a:solidFill>
          <a:ln w="0">
            <a:solidFill>
              <a:srgbClr val="F7F0F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E2101-4529-4513-98B0-A92FAE098391}"/>
              </a:ext>
            </a:extLst>
          </p:cNvPr>
          <p:cNvSpPr>
            <a:spLocks noGrp="1"/>
          </p:cNvSpPr>
          <p:nvPr/>
        </p:nvSpPr>
        <p:spPr>
          <a:xfrm>
            <a:off x="1238250" y="22002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17729-F0EB-4DDB-83CA-6FA2962D8133}"/>
              </a:ext>
            </a:extLst>
          </p:cNvPr>
          <p:cNvSpPr>
            <a:spLocks noGrp="1"/>
          </p:cNvSpPr>
          <p:nvPr/>
        </p:nvSpPr>
        <p:spPr>
          <a:xfrm>
            <a:off x="1238250" y="2762250"/>
            <a:ext cx="4762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needs to</a:t>
            </a:r>
          </a:p>
          <a:p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 change.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B1B071-9F52-45A2-863E-04860EA7A382}"/>
              </a:ext>
            </a:extLst>
          </p:cNvPr>
          <p:cNvSpPr>
            <a:spLocks noGrp="1"/>
          </p:cNvSpPr>
          <p:nvPr/>
        </p:nvSpPr>
        <p:spPr>
          <a:xfrm>
            <a:off x="1238250" y="6896100"/>
            <a:ext cx="4953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</a:t>
            </a:r>
          </a:p>
          <a:p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needs to survive</a:t>
            </a:r>
          </a:p>
          <a:p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F5064E-D983-40EE-9834-346B1F6A0D77}"/>
              </a:ext>
            </a:extLst>
          </p:cNvPr>
          <p:cNvSpPr>
            <a:spLocks noGrp="1"/>
          </p:cNvSpPr>
          <p:nvPr/>
        </p:nvSpPr>
        <p:spPr>
          <a:xfrm>
            <a:off x="7000875" y="2476500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159EBF-74CC-4E6D-96D4-89D282DFF316}"/>
              </a:ext>
            </a:extLst>
          </p:cNvPr>
          <p:cNvSpPr>
            <a:spLocks noGrp="1"/>
          </p:cNvSpPr>
          <p:nvPr/>
        </p:nvSpPr>
        <p:spPr>
          <a:xfrm>
            <a:off x="7000875" y="3324225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A1C22-984C-4127-9E47-1C5B5E6D325F}"/>
              </a:ext>
            </a:extLst>
          </p:cNvPr>
          <p:cNvSpPr>
            <a:spLocks noGrp="1"/>
          </p:cNvSpPr>
          <p:nvPr/>
        </p:nvSpPr>
        <p:spPr>
          <a:xfrm>
            <a:off x="6981825" y="2895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E0D556-9DDF-45B3-AD7B-977C50EF6934}"/>
              </a:ext>
            </a:extLst>
          </p:cNvPr>
          <p:cNvSpPr>
            <a:spLocks noGrp="1"/>
          </p:cNvSpPr>
          <p:nvPr/>
        </p:nvSpPr>
        <p:spPr>
          <a:xfrm>
            <a:off x="8239125" y="28575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A7738-C6EB-43D1-9B09-9CEFF888E0B6}"/>
              </a:ext>
            </a:extLst>
          </p:cNvPr>
          <p:cNvSpPr>
            <a:spLocks noGrp="1"/>
          </p:cNvSpPr>
          <p:nvPr/>
        </p:nvSpPr>
        <p:spPr>
          <a:xfrm>
            <a:off x="7000875" y="4476750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6F988D-7196-49FF-9BB5-0EBA838605BB}"/>
              </a:ext>
            </a:extLst>
          </p:cNvPr>
          <p:cNvSpPr>
            <a:spLocks noGrp="1"/>
          </p:cNvSpPr>
          <p:nvPr/>
        </p:nvSpPr>
        <p:spPr>
          <a:xfrm>
            <a:off x="6981825" y="40481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5E1BB2-4E03-4D13-A3D0-1B346FBB372C}"/>
              </a:ext>
            </a:extLst>
          </p:cNvPr>
          <p:cNvSpPr>
            <a:spLocks noGrp="1"/>
          </p:cNvSpPr>
          <p:nvPr/>
        </p:nvSpPr>
        <p:spPr>
          <a:xfrm>
            <a:off x="8239125" y="4010025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CCB114-7518-4101-9BBA-579B4EA223B0}"/>
              </a:ext>
            </a:extLst>
          </p:cNvPr>
          <p:cNvSpPr>
            <a:spLocks noGrp="1"/>
          </p:cNvSpPr>
          <p:nvPr/>
        </p:nvSpPr>
        <p:spPr>
          <a:xfrm>
            <a:off x="7000875" y="5629275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1DAD13-2F50-43CF-B468-4B681269A76A}"/>
              </a:ext>
            </a:extLst>
          </p:cNvPr>
          <p:cNvSpPr>
            <a:spLocks noGrp="1"/>
          </p:cNvSpPr>
          <p:nvPr/>
        </p:nvSpPr>
        <p:spPr>
          <a:xfrm>
            <a:off x="6981825" y="52006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0DE3D5-08ED-40BF-8493-7115979304CA}"/>
              </a:ext>
            </a:extLst>
          </p:cNvPr>
          <p:cNvSpPr>
            <a:spLocks noGrp="1"/>
          </p:cNvSpPr>
          <p:nvPr/>
        </p:nvSpPr>
        <p:spPr>
          <a:xfrm>
            <a:off x="8239125" y="51625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0A4B8F-B5E0-427A-9336-A757F59F684C}"/>
              </a:ext>
            </a:extLst>
          </p:cNvPr>
          <p:cNvSpPr>
            <a:spLocks noGrp="1"/>
          </p:cNvSpPr>
          <p:nvPr/>
        </p:nvSpPr>
        <p:spPr>
          <a:xfrm>
            <a:off x="7000875" y="6781800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78FD7D-1CB3-4969-8246-CDC75DE53E11}"/>
              </a:ext>
            </a:extLst>
          </p:cNvPr>
          <p:cNvSpPr>
            <a:spLocks noGrp="1"/>
          </p:cNvSpPr>
          <p:nvPr/>
        </p:nvSpPr>
        <p:spPr>
          <a:xfrm>
            <a:off x="6981825" y="6353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B1F3D6-264A-48D0-AFFC-4BC353D2EC4E}"/>
              </a:ext>
            </a:extLst>
          </p:cNvPr>
          <p:cNvSpPr>
            <a:spLocks noGrp="1"/>
          </p:cNvSpPr>
          <p:nvPr/>
        </p:nvSpPr>
        <p:spPr>
          <a:xfrm>
            <a:off x="8239125" y="6315075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C13B76-002E-4157-AD66-3B11ECEE005D}"/>
              </a:ext>
            </a:extLst>
          </p:cNvPr>
          <p:cNvSpPr>
            <a:spLocks noGrp="1"/>
          </p:cNvSpPr>
          <p:nvPr/>
        </p:nvSpPr>
        <p:spPr>
          <a:xfrm>
            <a:off x="7000875" y="7934325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DB8B0E-503B-4A7B-916B-708065410007}"/>
              </a:ext>
            </a:extLst>
          </p:cNvPr>
          <p:cNvSpPr>
            <a:spLocks noGrp="1"/>
          </p:cNvSpPr>
          <p:nvPr/>
        </p:nvSpPr>
        <p:spPr>
          <a:xfrm>
            <a:off x="6981825" y="7505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9CFFA1-1003-490C-9F76-FA2869D26647}"/>
              </a:ext>
            </a:extLst>
          </p:cNvPr>
          <p:cNvSpPr>
            <a:spLocks noGrp="1"/>
          </p:cNvSpPr>
          <p:nvPr/>
        </p:nvSpPr>
        <p:spPr>
          <a:xfrm>
            <a:off x="8239125" y="74676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1E44D1-25F0-4914-BCDB-B29541C996E1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A561D9-B4CC-42D8-B9CF-564F058A6B9F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>
              <a:ext uri="{FF2B5EF4-FFF2-40B4-BE49-F238E27FC236}">
                <a16:creationId xmlns:a16="http://schemas.microsoft.com/office/drawing/2014/main" id="{F9ACCD9B-13E4-45CD-B2FD-EAD2FADD0C20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D8B416C-884A-4539-9F1E-E0FB95CFC396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22027E6-C3A4-45A9-9266-F35E44003063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9A98D6-B5B7-4550-AEEC-5E6F5E6313BE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99A3BE-CC5F-440D-9143-C036C94A346D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164BE1-350B-47B8-B4AA-E6F56DAEBE51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84579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DC8656-091E-41C5-BF6F-9626A65CA2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B57FE-AD72-4A0E-99FB-FAF9EFDFE4B1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8CB7A7-7220-4B92-8434-B64E10D3E63A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C87C7-E8FE-472A-8C75-739DE23CCDBE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05EBE-BBE3-46D0-ADC9-3A8E998C9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99089-E639-461C-B5E4-8FBFA425B8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661596-E2DC-4E2B-AFEB-CBA73EE2A7F0}"/>
              </a:ext>
            </a:extLst>
          </p:cNvPr>
          <p:cNvSpPr>
            <a:spLocks noGrp="1"/>
          </p:cNvSpPr>
          <p:nvPr/>
        </p:nvSpPr>
        <p:spPr>
          <a:xfrm>
            <a:off x="1238250" y="2200275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161FD-6C39-4A91-A231-E0578BEA6F3C}"/>
              </a:ext>
            </a:extLst>
          </p:cNvPr>
          <p:cNvSpPr>
            <a:spLocks noGrp="1"/>
          </p:cNvSpPr>
          <p:nvPr/>
        </p:nvSpPr>
        <p:spPr>
          <a:xfrm>
            <a:off x="1238250" y="2724150"/>
            <a:ext cx="6191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28771-1B81-4E82-B759-9AD7683BA29A}"/>
              </a:ext>
            </a:extLst>
          </p:cNvPr>
          <p:cNvSpPr>
            <a:spLocks noGrp="1"/>
          </p:cNvSpPr>
          <p:nvPr/>
        </p:nvSpPr>
        <p:spPr>
          <a:xfrm>
            <a:off x="1238250" y="76200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39750" y="2385564"/>
            <a:ext cx="5143500" cy="51348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1659B8-3AF6-43E0-B3D7-1FEB861A26BB}"/>
              </a:ext>
            </a:extLst>
          </p:cNvPr>
          <p:cNvSpPr>
            <a:spLocks noGrp="1"/>
          </p:cNvSpPr>
          <p:nvPr/>
        </p:nvSpPr>
        <p:spPr>
          <a:xfrm>
            <a:off x="10668000" y="5334000"/>
            <a:ext cx="6096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46892C-1E69-4D83-A7EF-DF93B4755A7C}"/>
              </a:ext>
            </a:extLst>
          </p:cNvPr>
          <p:cNvSpPr>
            <a:spLocks noGrp="1"/>
          </p:cNvSpPr>
          <p:nvPr/>
        </p:nvSpPr>
        <p:spPr>
          <a:xfrm>
            <a:off x="10668000" y="57150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2DA30A-2505-4C73-99AB-04FD86504ED3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AFB92-DF6E-4A36-9FFF-CC17E28147BD}"/>
              </a:ext>
            </a:extLst>
          </p:cNvPr>
          <p:cNvSpPr>
            <a:spLocks noGrp="1"/>
          </p:cNvSpPr>
          <p:nvPr/>
        </p:nvSpPr>
        <p:spPr>
          <a:xfrm>
            <a:off x="10668000" y="6838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3A92FC-36AF-4B31-874C-666B22088FAE}"/>
              </a:ext>
            </a:extLst>
          </p:cNvPr>
          <p:cNvSpPr>
            <a:spLocks noGrp="1"/>
          </p:cNvSpPr>
          <p:nvPr/>
        </p:nvSpPr>
        <p:spPr>
          <a:xfrm>
            <a:off x="10668000" y="74104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7E12EB-4D2A-4DC9-A8C1-6EBC23977629}"/>
              </a:ext>
            </a:extLst>
          </p:cNvPr>
          <p:cNvSpPr>
            <a:spLocks noGrp="1"/>
          </p:cNvSpPr>
          <p:nvPr/>
        </p:nvSpPr>
        <p:spPr>
          <a:xfrm>
            <a:off x="10668000" y="794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EECD49-B526-41FD-8AC6-A5D5D84C26B7}"/>
              </a:ext>
            </a:extLst>
          </p:cNvPr>
          <p:cNvSpPr>
            <a:spLocks noGrp="1"/>
          </p:cNvSpPr>
          <p:nvPr/>
        </p:nvSpPr>
        <p:spPr>
          <a:xfrm>
            <a:off x="10668000" y="84772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90D8EB-2EF8-4365-8FDB-667A927A46CF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62714C-7B20-4A2B-8E7E-A71B607CA776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>
              <a:ext uri="{FF2B5EF4-FFF2-40B4-BE49-F238E27FC236}">
                <a16:creationId xmlns:a16="http://schemas.microsoft.com/office/drawing/2014/main" id="{4B13B007-0117-4195-8788-9625D17734B4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96D189A-87DA-43CF-B80F-A186EF1C4849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381C02-C125-4073-B647-0A5B4AA0A0C6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AB4C8C-1DE7-4981-A9B5-F4A0BAE3DD27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83B561-930B-47BD-A052-39A52F2118DD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47DBCC-6044-4065-8D11-602630EE76F1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46037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929</Words>
  <Application>Microsoft Office PowerPoint</Application>
  <DocSecurity>0</DocSecurity>
  <PresentationFormat>Custom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Ananda Krishna</cp:lastModifiedBy>
  <cp:revision>3</cp:revision>
  <dcterms:created xsi:type="dcterms:W3CDTF">2026-06-15T20:57:50Z</dcterms:created>
  <dcterms:modified xsi:type="dcterms:W3CDTF">2026-06-15T21:23:15Z</dcterms:modified>
</cp:coreProperties>
</file>