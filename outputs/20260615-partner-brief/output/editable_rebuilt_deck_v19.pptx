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6e1a615c7d490b" /><Relationship Type="http://schemas.openxmlformats.org/officeDocument/2006/relationships/extended-properties" Target="/docProps/app.xml" Id="R072ab0e5e69f4c91" /><Relationship Type="http://schemas.openxmlformats.org/officeDocument/2006/relationships/officeDocument" Target="/ppt/presentation.xml" Id="R1d273c5a714a41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ae8837f04b4cc9"/>
  </p:sldMasterIdLst>
  <p:notesMasterIdLst>
    <p:notesMasterId xmlns:r="http://schemas.openxmlformats.org/officeDocument/2006/relationships" r:id="Rf558a160e77a4aba"/>
  </p:notesMasterIdLst>
  <p:sldIdLst>
    <p:sldId xmlns:r="http://schemas.openxmlformats.org/officeDocument/2006/relationships" id="256" r:id="R4ec2b89c2cc94ea5"/>
    <p:sldId xmlns:r="http://schemas.openxmlformats.org/officeDocument/2006/relationships" id="257" r:id="R049d6780f79c4ce1"/>
    <p:sldId xmlns:r="http://schemas.openxmlformats.org/officeDocument/2006/relationships" id="258" r:id="R7cc52640e9794155"/>
    <p:sldId xmlns:r="http://schemas.openxmlformats.org/officeDocument/2006/relationships" id="259" r:id="R9dbb856537d34cdb"/>
    <p:sldId xmlns:r="http://schemas.openxmlformats.org/officeDocument/2006/relationships" id="260" r:id="R6d08627dc6904aab"/>
    <p:sldId xmlns:r="http://schemas.openxmlformats.org/officeDocument/2006/relationships" id="261" r:id="R4ed0707fe8234784"/>
    <p:sldId xmlns:r="http://schemas.openxmlformats.org/officeDocument/2006/relationships" id="262" r:id="R609ca6bc8abc4790"/>
    <p:sldId xmlns:r="http://schemas.openxmlformats.org/officeDocument/2006/relationships" id="263" r:id="R2f18e6c432fb43f2"/>
    <p:sldId xmlns:r="http://schemas.openxmlformats.org/officeDocument/2006/relationships" id="264" r:id="R63e4ba2a078a4c61"/>
    <p:sldId xmlns:r="http://schemas.openxmlformats.org/officeDocument/2006/relationships" id="265" r:id="Rdf795b5b6d35415e"/>
    <p:sldId xmlns:r="http://schemas.openxmlformats.org/officeDocument/2006/relationships" id="266" r:id="R23fdfbc11d094d62"/>
    <p:sldId xmlns:r="http://schemas.openxmlformats.org/officeDocument/2006/relationships" id="267" r:id="R5854b0f3ed1849ba"/>
    <p:sldId xmlns:r="http://schemas.openxmlformats.org/officeDocument/2006/relationships" id="268" r:id="R500dc0de823948bb"/>
    <p:sldId xmlns:r="http://schemas.openxmlformats.org/officeDocument/2006/relationships" id="269" r:id="R26de26034425449d"/>
    <p:sldId xmlns:r="http://schemas.openxmlformats.org/officeDocument/2006/relationships" id="270" r:id="Rfc17d2db596a4ae5"/>
    <p:sldId xmlns:r="http://schemas.openxmlformats.org/officeDocument/2006/relationships" id="271" r:id="R0fb677568360425b"/>
    <p:sldId xmlns:r="http://schemas.openxmlformats.org/officeDocument/2006/relationships" id="272" r:id="R16e43dc4036d4764"/>
    <p:sldId xmlns:r="http://schemas.openxmlformats.org/officeDocument/2006/relationships" id="273" r:id="R252e3ad0e56a4b8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2854597c484f8d" /><Relationship Type="http://schemas.openxmlformats.org/officeDocument/2006/relationships/slideMaster" Target="/ppt/slideMasters/slideMaster1.xml" Id="Rd6ae8837f04b4cc9" /><Relationship Type="http://schemas.openxmlformats.org/officeDocument/2006/relationships/notesMaster" Target="/ppt/notesMasters/notesMaster1.xml" Id="Rf558a160e77a4aba" /><Relationship Type="http://schemas.openxmlformats.org/officeDocument/2006/relationships/presProps" Target="/ppt/presProps.xml" Id="Rf6a7fb3510d24ea0" /><Relationship Type="http://schemas.openxmlformats.org/officeDocument/2006/relationships/tableStyles" Target="/ppt/tableStyles.xml" Id="R8f1cbcbe8d4f4ffa" /><Relationship Type="http://schemas.openxmlformats.org/officeDocument/2006/relationships/slide" Target="/ppt/slides/slide1.xml" Id="R4ec2b89c2cc94ea5" /><Relationship Type="http://schemas.openxmlformats.org/officeDocument/2006/relationships/slide" Target="/ppt/slides/slide2.xml" Id="R049d6780f79c4ce1" /><Relationship Type="http://schemas.openxmlformats.org/officeDocument/2006/relationships/slide" Target="/ppt/slides/slide3.xml" Id="R7cc52640e9794155" /><Relationship Type="http://schemas.openxmlformats.org/officeDocument/2006/relationships/slide" Target="/ppt/slides/slide4.xml" Id="R9dbb856537d34cdb" /><Relationship Type="http://schemas.openxmlformats.org/officeDocument/2006/relationships/slide" Target="/ppt/slides/slide5.xml" Id="R6d08627dc6904aab" /><Relationship Type="http://schemas.openxmlformats.org/officeDocument/2006/relationships/slide" Target="/ppt/slides/slide6.xml" Id="R4ed0707fe8234784" /><Relationship Type="http://schemas.openxmlformats.org/officeDocument/2006/relationships/slide" Target="/ppt/slides/slide7.xml" Id="R609ca6bc8abc4790" /><Relationship Type="http://schemas.openxmlformats.org/officeDocument/2006/relationships/slide" Target="/ppt/slides/slide8.xml" Id="R2f18e6c432fb43f2" /><Relationship Type="http://schemas.openxmlformats.org/officeDocument/2006/relationships/slide" Target="/ppt/slides/slide9.xml" Id="R63e4ba2a078a4c61" /><Relationship Type="http://schemas.openxmlformats.org/officeDocument/2006/relationships/slide" Target="/ppt/slides/slide10.xml" Id="Rdf795b5b6d35415e" /><Relationship Type="http://schemas.openxmlformats.org/officeDocument/2006/relationships/slide" Target="/ppt/slides/slide11.xml" Id="R23fdfbc11d094d62" /><Relationship Type="http://schemas.openxmlformats.org/officeDocument/2006/relationships/slide" Target="/ppt/slides/slide12.xml" Id="R5854b0f3ed1849ba" /><Relationship Type="http://schemas.openxmlformats.org/officeDocument/2006/relationships/slide" Target="/ppt/slides/slide13.xml" Id="R500dc0de823948bb" /><Relationship Type="http://schemas.openxmlformats.org/officeDocument/2006/relationships/slide" Target="/ppt/slides/slide14.xml" Id="R26de26034425449d" /><Relationship Type="http://schemas.openxmlformats.org/officeDocument/2006/relationships/slide" Target="/ppt/slides/slide15.xml" Id="Rfc17d2db596a4ae5" /><Relationship Type="http://schemas.openxmlformats.org/officeDocument/2006/relationships/slide" Target="/ppt/slides/slide16.xml" Id="R0fb677568360425b" /><Relationship Type="http://schemas.openxmlformats.org/officeDocument/2006/relationships/slide" Target="/ppt/slides/slide17.xml" Id="R16e43dc4036d4764" /><Relationship Type="http://schemas.openxmlformats.org/officeDocument/2006/relationships/slide" Target="/ppt/slides/slide18.xml" Id="R252e3ad0e56a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cd5cdf83d4a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12caa870224af1" /><Relationship Type="http://schemas.openxmlformats.org/officeDocument/2006/relationships/notesMaster" Target="/ppt/notesMasters/notesMaster1.xml" Id="R1a45b316907145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308a0b7c64405e" /><Relationship Type="http://schemas.openxmlformats.org/officeDocument/2006/relationships/notesMaster" Target="/ppt/notesMasters/notesMaster1.xml" Id="Rc0f04b87e65e4b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fb9a3918604d51" /><Relationship Type="http://schemas.openxmlformats.org/officeDocument/2006/relationships/notesMaster" Target="/ppt/notesMasters/notesMaster1.xml" Id="R497f1a298e51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e3dcd467a14b2a" /><Relationship Type="http://schemas.openxmlformats.org/officeDocument/2006/relationships/notesMaster" Target="/ppt/notesMasters/notesMaster1.xml" Id="R98a27b836561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ca0056d33b24ffb" /><Relationship Type="http://schemas.openxmlformats.org/officeDocument/2006/relationships/notesMaster" Target="/ppt/notesMasters/notesMaster1.xml" Id="R55abc190f39149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b4286ff8d4541" /><Relationship Type="http://schemas.openxmlformats.org/officeDocument/2006/relationships/notesMaster" Target="/ppt/notesMasters/notesMaster1.xml" Id="Re7c30f98fa33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31445dfa5f4bd7" /><Relationship Type="http://schemas.openxmlformats.org/officeDocument/2006/relationships/notesMaster" Target="/ppt/notesMasters/notesMaster1.xml" Id="R08b61323d86549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dbb6757f7d4ca6" /><Relationship Type="http://schemas.openxmlformats.org/officeDocument/2006/relationships/notesMaster" Target="/ppt/notesMasters/notesMaster1.xml" Id="Rfbcd398a2f8f4a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2e0c12dad64243" /><Relationship Type="http://schemas.openxmlformats.org/officeDocument/2006/relationships/notesMaster" Target="/ppt/notesMasters/notesMaster1.xml" Id="R52126e7c241344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13c80b17974c0b" /><Relationship Type="http://schemas.openxmlformats.org/officeDocument/2006/relationships/notesMaster" Target="/ppt/notesMasters/notesMaster1.xml" Id="R7e23af63c0cb45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501ed66e2b84c39" /><Relationship Type="http://schemas.openxmlformats.org/officeDocument/2006/relationships/notesMaster" Target="/ppt/notesMasters/notesMaster1.xml" Id="R9edadd4085bb4a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b3900ae17e4ad4" /><Relationship Type="http://schemas.openxmlformats.org/officeDocument/2006/relationships/notesMaster" Target="/ppt/notesMasters/notesMaster1.xml" Id="R54fc751f8a084f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5c02d3bbcc4065" /><Relationship Type="http://schemas.openxmlformats.org/officeDocument/2006/relationships/notesMaster" Target="/ppt/notesMasters/notesMaster1.xml" Id="Rcc5d58c4820945c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210e8e396a40b1" /><Relationship Type="http://schemas.openxmlformats.org/officeDocument/2006/relationships/notesMaster" Target="/ppt/notesMasters/notesMaster1.xml" Id="R592671ffada34b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0129e7a6d94745" /><Relationship Type="http://schemas.openxmlformats.org/officeDocument/2006/relationships/notesMaster" Target="/ppt/notesMasters/notesMaster1.xml" Id="R9e77fb4d6d3e48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72cb8573e58404d" /><Relationship Type="http://schemas.openxmlformats.org/officeDocument/2006/relationships/notesMaster" Target="/ppt/notesMasters/notesMaster1.xml" Id="R3b84b19ffb50432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288dd513b534925" /><Relationship Type="http://schemas.openxmlformats.org/officeDocument/2006/relationships/notesMaster" Target="/ppt/notesMasters/notesMaster1.xml" Id="Rbc518c8ff3f64b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a082e5d46140b2" /><Relationship Type="http://schemas.openxmlformats.org/officeDocument/2006/relationships/notesMaster" Target="/ppt/notesMasters/notesMaster1.xml" Id="R8397c53ce9144d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293d9c6534c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9c2048d25f4120" /><Relationship Type="http://schemas.openxmlformats.org/officeDocument/2006/relationships/slideLayout" Target="/ppt/slideLayouts/slideLayout1.xml" Id="R92103bc10a5543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103bc10a5543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175efac514388" /><Relationship Type="http://schemas.openxmlformats.org/officeDocument/2006/relationships/notesSlide" Target="/ppt/notesSlides/notesSlide1.xml" Id="R0775b571f4e842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cab69efaf4fe9" /><Relationship Type="http://schemas.openxmlformats.org/officeDocument/2006/relationships/notesSlide" Target="/ppt/notesSlides/notesSlide2.xml" Id="Rc46fc20b9c2549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69aedf3294a5d" /><Relationship Type="http://schemas.openxmlformats.org/officeDocument/2006/relationships/notesSlide" Target="/ppt/notesSlides/notesSlide3.xml" Id="R66cf22262e8046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753d251af4b59" /><Relationship Type="http://schemas.openxmlformats.org/officeDocument/2006/relationships/notesSlide" Target="/ppt/notesSlides/notesSlide4.xml" Id="R3ce0746c8ca443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7d5dc1b56452f" /><Relationship Type="http://schemas.openxmlformats.org/officeDocument/2006/relationships/notesSlide" Target="/ppt/notesSlides/notesSlide5.xml" Id="R1894d718031548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6e0a532174ee3" /><Relationship Type="http://schemas.openxmlformats.org/officeDocument/2006/relationships/notesSlide" Target="/ppt/notesSlides/notesSlide6.xml" Id="R7f6a23fb43c047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eb0e961f8473c" /><Relationship Type="http://schemas.openxmlformats.org/officeDocument/2006/relationships/notesSlide" Target="/ppt/notesSlides/notesSlide7.xml" Id="Re3216cacb4a3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80f91cccb4103" /><Relationship Type="http://schemas.openxmlformats.org/officeDocument/2006/relationships/notesSlide" Target="/ppt/notesSlides/notesSlide8.xml" Id="Rdcd4af8a95c94c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d8f83b6ae4c37" /><Relationship Type="http://schemas.openxmlformats.org/officeDocument/2006/relationships/notesSlide" Target="/ppt/notesSlides/notesSlide9.xml" Id="R5517df141cd649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4e1a54796c4ad7" /><Relationship Type="http://schemas.openxmlformats.org/officeDocument/2006/relationships/notesSlide" Target="/ppt/notesSlides/notesSlide10.xml" Id="R0cab3f58855e48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204cc37994fe3" /><Relationship Type="http://schemas.openxmlformats.org/officeDocument/2006/relationships/notesSlide" Target="/ppt/notesSlides/notesSlide11.xml" Id="R53aa3116ca6a4b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783b03e214b7e" /><Relationship Type="http://schemas.openxmlformats.org/officeDocument/2006/relationships/notesSlide" Target="/ppt/notesSlides/notesSlide12.xml" Id="R4be618209e524d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d22163bbd4edc" /><Relationship Type="http://schemas.openxmlformats.org/officeDocument/2006/relationships/notesSlide" Target="/ppt/notesSlides/notesSlide13.xml" Id="R9e50154c2aff4d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24a64dd374838" /><Relationship Type="http://schemas.openxmlformats.org/officeDocument/2006/relationships/notesSlide" Target="/ppt/notesSlides/notesSlide14.xml" Id="R603b23b8470a41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d4ef84d6c479e" /><Relationship Type="http://schemas.openxmlformats.org/officeDocument/2006/relationships/notesSlide" Target="/ppt/notesSlides/notesSlide15.xml" Id="R6bab495a3f9e4b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a448a52ad4071" /><Relationship Type="http://schemas.openxmlformats.org/officeDocument/2006/relationships/notesSlide" Target="/ppt/notesSlides/notesSlide16.xml" Id="R87dbab6e6a8e499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c2e2ee69049b8" /><Relationship Type="http://schemas.openxmlformats.org/officeDocument/2006/relationships/notesSlide" Target="/ppt/notesSlides/notesSlide17.xml" Id="Reac6d173afb54a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5979e5ea04371" /><Relationship Type="http://schemas.openxmlformats.org/officeDocument/2006/relationships/notesSlide" Target="/ppt/notesSlides/notesSlide18.xml" Id="Rd4f0b1761a3d40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DA4FF0-B7EA-43D0-9C58-762C5ABC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7C928-42E4-4A08-8D22-0DBBF789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E7280-E561-4A62-8F2C-D1953A86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8963E-F32B-4800-A173-AF2A81C5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063AE-8F36-4F65-8BF5-5DB5DC2D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58870-349F-4AE7-963C-4B8ADF61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757B0-4E5B-4BD8-B773-2F64F08C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CA0F5-480E-409C-B641-2E7C1E9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724CB-BFF1-4E23-A732-7E873D73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ADC10-521D-4775-AA35-B52F61F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C927C0-BF7F-4805-AE92-2FB5D549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71E7BA-6D25-4A12-93C0-B043802F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94606B-E10D-4EA3-BA59-89B9D13B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0F111-B8FC-4927-B4B1-079B847F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732F430A-92D0-4852-A2C1-094436E5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B7A56-2675-4252-B341-1F1FF64A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9F78C-DAC0-43A1-A3A0-36F545F3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55A7C-DD45-4704-8079-D01D6147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5787F-E2B1-4891-A862-6BFF6026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76CAD-E00C-400F-90B4-D16E7E4F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1909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B2F6FA-8F09-424A-B68F-07E58ABF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8B8CC-406F-4714-9096-32772A07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A529C-561D-4229-A58C-3170AB3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2AF2-5237-46A0-AB16-780B208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67629-4280-48EA-B7C4-C761B076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173DA-F2C9-4ED1-BB56-572B4092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95055-A613-4DE0-BAE0-7773DEC8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4DF96-A5E3-48DB-A5BF-543716E4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AD62B-5AEB-42A2-B883-1A80C7DD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AEB10-281E-407F-89C2-8EE6D969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1396F1-DF6A-4DDE-ADC7-CECAEBBE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78FD9-1CAD-4C10-85A2-40463E10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66410-CAAD-4742-88C1-0C507CE8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D001A-43FB-42AE-9E81-E5DC4827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86712-FC62-42D0-8645-FC4C49CB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D5F5FC-A899-4164-A98C-E172FE36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205109-3DB6-4778-A368-A1ACC0E6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5FD6C-93EE-4D75-BCCF-4B7DF58C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067CD-4DD7-48C0-AAB9-6D5DA106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AF23A-6700-472A-8E97-0F60E24A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1808A-0C56-43DD-A0AD-8DB137E6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71B17-3D11-4042-937B-F2966F2E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BE4D9E6B-1458-4D3E-B878-1F517C52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03D41E-2BB8-48D5-B5E5-DBE2CB90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7993A-20BA-4496-8A75-7D337A1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731FC2-6C82-43A8-8F2B-F81D2409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37EF07-8163-4FD6-B1F0-E7BE55A3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8A500B-DE2C-4903-B275-EF8EA44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923293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13A03B-9529-4E70-B4AD-3E0D415D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7F6E5-FEEB-41B7-A1E7-5E112157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351B7-F03A-4FDF-A761-E2E0ABDA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9FE80-5D4D-4825-8FBB-664ACBC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54671-163C-4FB2-A4E2-AE34850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8F476-056B-4312-B8EF-B52A5AB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2EF81-FA63-4FAC-94F4-036780A9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6E034-7A7E-4E94-9FE5-8C226E8F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07A2C-22F1-4F13-B3E1-0D8A798B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4689D-871C-4F22-8551-EE06B287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DB6B2F-E634-4AB8-B9D6-DAE2E0C1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7A91A-F30E-431C-83EE-19F91863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0982F-B2B0-447C-BBDA-6324EF96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35DCC-ED88-4405-945E-5F5F8977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9D4CE-AAF4-4D68-8A27-FE4F3456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67DB3A-DF11-45BD-8B87-4096A495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05093-A9EC-48C9-9CA7-9F2015D9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2EB84F-B532-49E2-9F94-6BFF50B8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2855B-F758-41F0-A74D-D122F613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F156F-5650-4CB7-A8BD-89266B11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108E59-6C15-40F7-ACA7-DC32BEA5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1E337-C70C-4D80-BF19-F02AAFE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352B2-F786-49D3-86D8-7AE20E73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29055-3929-46D1-A029-760CF8DE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AF0764-D5D8-4281-8350-5B5FB5C4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D058D7-090C-4D50-8623-19EA4D31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45E836-5CB5-443A-8434-33B40906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8BD9A8-94A4-4F62-977D-D09B2607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99ED3C-84CB-49B2-886D-59F47083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BCC75-24C0-46A3-B205-9690A224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78DE3E-7E0B-463C-9C1F-3895782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01E2F0-2EF9-421F-8C8C-BB19A23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005A6C-2650-48A3-8122-BA7B0A9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62B4E5-DC3A-4DD5-9321-8ACBD96D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154A6210-734C-4603-A3C5-CA91B953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BE1822-6812-410B-8C72-AC5808F7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3815C3-FF95-4F5A-B3E0-19DFB08A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1EA924-2814-4E8E-91FA-F289787D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3F2C58-4BEE-499C-8D66-A78D7BC0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70EC4D-AD24-4001-8898-7A8291E3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627167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2A22E2-9BFA-48B2-9606-9A0E52C1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38A6DD-B06E-4D96-A14C-4C7203B3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A5E88-A1B0-4341-AC09-67CE97F3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32D04F-BCAF-4B28-A286-E8EE8459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A519C-EF22-4673-8520-0605B40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66137F-2315-43AB-999C-85BED6CE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A4BAD4-A62D-49CA-A14E-7CB384E9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C1BC9-1147-4E45-9C3B-BD2966A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BB65BA-B610-4979-9C51-ED59D41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 Similar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challenges around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BDD4A-DB31-4B98-BCA6-AB64AC1F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CDD14-D27A-4FB3-AE45-E96FC9F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B9D0D-70AE-47CA-8B29-947EAF19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E6D06-FCD3-4A7F-889B-8E972BE0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EF4D2-1FCF-4AB3-AC2E-63B3BC4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C1B662-F22F-4CFF-98AE-9A871E60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A9353A-6A02-4810-BCF3-DD0D31D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320EDC-6D5C-4034-8E0C-571DCA79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27AFF3-F2A6-42FF-B87F-410E8698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141EF-3B63-461D-AB99-74EEF03A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EBBE2-88BD-4D13-964D-35051DE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BBB68E-0E38-421E-9439-DB0ECBC8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A135D7-5EDC-4CE2-8DCA-340A2EB1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C6CB6-E4EC-4F7B-B76D-21D5AEC9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C69EF2-5335-4678-A0F3-08B6F07D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4D8483-E464-49E0-9B6E-4A59594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challenges around change, knowledge,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08468-8BC3-4A7E-ABBE-5D50EDE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D44ED7-3E20-47CD-B251-3D2B5FF8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partners recognize familiar industry contexts.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6CB4F2EF-B471-4A0E-A5CC-1EE3530D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F493E5-6926-4FF0-9242-C2ADD814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D057A7-FB64-4316-91D2-F134A738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5284A-DED0-42DC-B750-F3B2B866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538A85-D4FF-4A7C-8AC4-4EE9E3E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B21459-1BE1-4DB8-9F8B-EE583AC4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016627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873433-D968-426D-A910-0924684B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F2F40B-D086-49DA-9C15-2F361203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67F5B-F502-47C9-BC42-5265E328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4C7698-CCAE-42E8-960F-19CB8A66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C2F1FC-A22A-4526-90F2-C834A108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FEA70-AD2E-4AF0-ADE6-A44833FF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34603-CD4A-4133-8CE3-C8D5DA0C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E73D7-B71D-4654-A221-B9862FA1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A2337-C1AF-43D7-BD80-A05D0C22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start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BD6BB7-B6E5-4E41-8C7E-DF806D7B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04581-E7D2-4209-BE7B-BF9DCFFA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C19E7-1721-42BC-A1C4-B7A35C9C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921FF-1B2B-4E4E-BA8A-9D091E0D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C048C-93F2-462D-BEC7-5CD25F43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91379-A1CE-4723-A7A3-5F1B3AEE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065FC-F4C0-4071-95D4-7EA5BD0F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75EA6-7443-434C-A724-785C0337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601D7-82D2-40E3-B00C-2CB2B208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C88CD-D125-457B-87CD-7D6A41FC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697521-2596-4A83-BB25-78E55C7A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E85A8F-5489-4712-90EB-80812EB7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B62F8-9517-44B9-A818-D63ACFA8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BAC507-1EAD-4A8E-BA88-A97B6C86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346DF0-3122-49F9-ABAD-02D83165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E4908-CC2F-405B-9379-849FC892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0D1AD-3118-4DF9-A5B8-5156DA6F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4A90A7-0955-49FC-B817-4D6983DA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811B35-2A1E-4C93-B79C-1EC7B222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5BF29-17E3-4FE7-95AA-1D4A44EC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D6F6FB-A36C-4DA2-BE23-2DE3D295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8944BC-6AD6-4887-8684-A8709D07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3AB825-27C4-4A47-8076-E915005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CFB539-8070-4D47-9D63-3FFE042C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30FCA9-41DB-4E72-B1FE-EF2F9B60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E37A44-F22E-4BC6-A953-B7AEA2BD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EE082-3E22-4D49-AB36-6563BFA8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AC78BC-47CF-43F3-AC6C-07FAA064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FB113C86-284B-4150-8491-AD6D0F2E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B570FA-82A7-4B01-A8A5-F9DA95F7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5A51E-6032-4DC9-BC3E-A709D33B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C47BC4-8C8D-4A45-98B5-1B429CB9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7A28D3-6D4E-4D8D-AA9D-462C67D8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16675B-BCEF-4BB7-99DB-02245998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999167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34F917-886E-4A7C-8D18-B66AE877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C43DC-3FE4-47DD-98C4-33E00347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57492-6053-4653-8669-52F6FAAB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E21CA-F4A6-4145-B79B-A13A6A20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CB584C-9082-480F-BAE2-D0560CF8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026E2-287A-445D-AE15-C2DC5DE2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5B425-416D-49BB-8A95-9F8F7B11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7FFD5-A3E9-40B5-9C77-AC90A14D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E7A8D6-31D3-4256-85A0-1B2713F8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When you hear this,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there may be a ShiftBy conversation.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8A469D-F3D5-4235-A5F9-A335580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F94A8-8B26-445A-8061-150398E3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241DC-B797-48CA-B863-E64E927A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but do not know where to start.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282575-F4DE-43BE-9690-3F05AED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B6DB8C-7572-4EF3-B681-E9604993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BBD4C-D221-4359-A152-B75B0461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many AI ideas but cannot prioritize.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BB2C2-4336-40A8-8651-C1C6BA8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8854B-FD48-4FB3-9815-FC4E391B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C3336-0850-4787-A397-EDE24CEE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governance, audit readiness, and oversight.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360C4-153B-4A4D-918F-B513998C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7C75B0-D46A-4CBC-B6AB-6913CCF5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E98C4-F647-44AC-BCD0-46001AAF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operational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F3AEA-01CF-407E-B939-9378DBF9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35242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E3306-46B2-472E-AB0F-DBD48F3F3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3790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C2D2CE-3D0C-4B3B-92EA-81EE00C5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314950"/>
            <a:ext cx="2657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concerned about losing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6DAE4C-FE46-4067-AB43-8DEE5442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194E82-D0D7-4965-BFC5-F76DB4E6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is the partner's recognition slide: listen for uncertainty, prioritization, trust, operations, and knowledge loss.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5FE2253C-D04D-431A-B3B9-D76840A8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D30F2-80DB-4D88-A89C-E567FCB1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C013EC-7C90-4701-8EA2-569D4852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217AB-B8D6-4F2F-A0D0-902F78A9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BB7A08-8817-4B91-968F-E8AA939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5EC76-8602-40E4-8183-6A8C638F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240936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2D2242-9F10-48E8-A6CE-9B51A02F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8197A-5977-44A1-BF90-313CAE07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85BC2-7361-43A8-8636-61E1E03C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322E4-7F66-4762-9085-F62D7AF4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536A2-0297-44D3-A2C2-3857DF07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BDE02-A372-4134-86F2-E3235EC9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44113-ABD3-4035-8D81-DFF63AAF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753D3-442C-4320-947D-9FD0D8E8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4EF77-AD82-4D2A-A9FE-37886CED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C2E71-C010-4BA3-9276-13DF531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5F067-7B27-44EE-B6E9-814EC888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DECISIONS.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82ABC-8D2F-4A46-B8F4-099FA16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A5B69F-EAF4-42EE-8344-46DB8B9C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88F06-4A92-47AF-96A1-7973BBC7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FC7BD-4B9A-4485-B959-F370A255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28FDF4-1D57-4E95-9328-0A84DD68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A00BA-4E44-4313-88C0-7BA1D6D1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D21D21-8F3D-449B-A7E4-B193EDE0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0CE37-4E7E-47D3-B68E-626A2140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92F07-3CE9-4EEC-A5BB-9645679A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4284C9-F2E0-44CF-BA87-D5DEFCD1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13C47-AD9B-4440-9A15-17B64319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9FADAD-0AFF-42C9-8280-89878766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97767B-B701-4CF8-8102-A7E00091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B3F3E6-2658-4FAA-87D5-54A20BEF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C6EE85-65DA-4308-8256-3CEB8348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9AE73-92CB-4560-BE79-2EBDC166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harder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people, governance, and operating model are ready.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E37D62-833C-4F84-8E6B-6D56CA4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65602-9B9D-4953-9978-108BF755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situations to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A72E139E-7614-4B3D-AD07-D50F1993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DBC961-62B4-4755-B7E5-2A8A5C0E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4C0B3D-F7FD-4024-BCB5-9E0B3E85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0B272FA-DE52-4661-9DDA-A7AD66A58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4E3BBB-4DD8-4AE0-B4D9-FDAB1F75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00A59E-33BB-4C2D-B8A7-4AC7FA94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990415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3E476C-A07D-4835-8AAF-CFD784A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F383A-9932-4FC2-9063-2B9A458B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13262-B2DC-43A7-B5E4-63206CCD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10EDD9-97E7-4A85-9582-B7A0BC79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4B6DD9-E276-4114-AFD8-FE10B963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83445-1EE1-4B19-A24C-4E9F048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A3553D-562E-4A94-A25B-52A378D9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D4B14-34E0-4461-8CA5-12D48721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B5454-0BD7-4D28-9ED0-37449B4D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F9907-24FB-400F-BD11-9437136E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A545D-31F9-4BAB-804B-2055F0E9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19E0C-F15B-4E14-82BF-C2D756F3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6DF89-6B87-4347-B869-AE4272E6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2FBAAA-921D-4B42-B515-FD9559A3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A0061-B082-4D5E-A3D5-516D449A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5B2DC-9BFF-4A30-9EBF-B811112E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7647E-6A47-45F6-8AB2-A4EA3516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90A87-BFEA-49B9-A179-8BBD9A6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6E3A4D-0A01-4041-BC1D-561F4729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F4182-01D0-469D-A50C-560C0F54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4AC394-3058-4EB8-8825-0B5017D7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DFB7B-2B16-4B76-B331-275319B6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D694E6-9DA5-449D-B75E-596F0B6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F9C07-B318-4F71-837D-B2564C0D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ECCBDD-ABC3-4A4D-B5DB-66214A1B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F57167-3B4A-44B7-8F49-1F429A4D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4B63FBC4-D0D4-4C54-8B98-71052A6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915497-1F12-43A7-B858-226641E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1E54DB-28C8-4FDE-AE45-EA91958C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25E337-B6BA-4599-BA47-5443C14C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6D18DF-F733-45E7-893D-05666D65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6FC2F6-B832-4406-B158-7C6FBF00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267190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FF35A8-BD52-4AC5-BB9C-E0AB5257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EB45-7E90-4B1F-873B-7C09449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9D236-B7E0-4220-A5DA-712B2B88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836943-7DBF-4AA5-8DB9-78A2640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9A6DF4-2603-4EF1-92A5-5DEAD5A2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0430C5-88B1-436B-A98F-8D8DB679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C3813-E5AD-427E-A3D2-064BB532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A456A-B4C9-4B9F-9AE6-13EFC459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7C62C-7FD6-44D9-8ABA-D2D0D755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DDD7B-5AAD-4AF8-8C60-8B43C13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A9D86-E228-4668-8CE4-987F8C4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REDUCING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6F1BF-D362-4484-AC50-11AD08F7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7AB56-146E-439F-8C13-21725BD1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E7BA2D-55CC-41C7-AD2B-4179F339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6F5BC-4099-46EC-A971-2D93977E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5D91E-2B49-48B9-A2B9-1DAB9109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9F4DD-3038-4B17-8D28-57E57D0C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10280-6CF4-436E-A186-22DB7A6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FBB9DE-738A-4C30-829B-4BD74DB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96F893-3A3B-4DB8-ACE2-369FBEDF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D0B324-9734-4CF7-97E8-18F3DDF7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B3244-6DD7-481F-ADFD-2EF0CE25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1B50E-1A6D-4B2F-97B6-1E27C36B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ABD3D-5A17-437D-81F4-DB4DFC5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1417BC-FAB7-4439-AA03-E2F0ACE3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15A90-632B-4DEF-A362-47CC87E8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B42E00-82B6-4C6B-A71E-5ED56CAA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9FF6A0-4D48-4800-89F4-307B9DA7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8D1F46-4A5F-4525-9A40-97C107B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1B8B59-9E88-42B2-82C4-360591EF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5D8C15-D662-4774-9582-2A775D1D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9AB65-7B78-4570-88D1-B8E6A35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E9D177-5973-4E32-809E-B5347229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EF0B95-E07D-4A4A-8668-FF7F284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7C9645-EFA5-4B9A-922D-DFC93D9F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conversation.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9187504E-651C-44A9-AF60-0F41F0D2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E8CBA3-A589-449C-A236-C761F43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3E021C-F20A-4196-AD9A-A09544F8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1EED0-A40C-4163-B88B-367C390C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661E53-B57D-4B11-BD15-311F63DB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FD7DDD-C84B-4120-870C-14824A9C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3253263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185888-444E-4329-B180-43ECD5B2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36AFA-07A4-4295-8998-EE428410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15019-7992-49DF-872B-E711358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B98EB-6D1F-46A4-B11E-649DF3FF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CF4F9-420B-4911-9138-313C724B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9B058-6FCA-498A-97F9-C723491E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7E0F9-8E97-43CF-BAD4-A3FC6BC1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E3057-A257-49F3-B2B3-4DC35ABD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51A71-915A-47F1-969E-D19A026B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05626-D4F0-4F0B-9CAF-D4A1A2D73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A3EBF-F2A4-4A1A-8397-B95CBA23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WITHOUT LOSING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OR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3530E-9E09-4C3A-932C-AE0D3550A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33341-90DE-426C-B810-65AD24FA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54E3E-FD9F-493D-AB9F-01CDCDEB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AC338-8D0A-4A20-BFAE-E735F96F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5BFFF-0F6B-4432-9396-B9063FCE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4C678-5278-48EE-9C0E-D67383C1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326DA-788D-493F-A566-7B54A422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D0F54-7F60-4B59-9C38-230FBD12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E63B1B-135C-4778-9E84-65359988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2C919-6002-4B7C-9427-218E7D79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921D98-B0E9-4785-973C-20021CF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A797D6-9296-4E93-B1B8-D1EBDB39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artifact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73B89-3624-4F41-A44F-AC8637BF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FD7CDB-F1C5-4DDF-9F8C-BA63D12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4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9D0DE-8A6B-4CCF-A4A2-529D7055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F10C3-3815-42D5-AD94-1C7866D2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operational conversation.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70CCE56E-B8E3-42C8-8F1A-6FC6B3BA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5A3D9-1AF3-421D-87F6-B45395F4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1EBDB2-61EE-4071-A653-18167E54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67BFAC-29EC-4055-AF85-D39751A3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FF923-BE80-472B-BEFF-B837708B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011364-5992-46FD-A9E2-7EEF6A0F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737417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803EE-5819-471A-A89B-D26F28A2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50BFA-7A12-41B1-8FA5-6BED140A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C95BA-BE57-449F-B418-9F6544F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D0B0A-6CC9-4116-A8F4-F81C8B65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B2C19-409F-4013-BF08-075D6886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2502C-4DB6-4727-804D-BD090E62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35A04-E495-4FF6-959D-63940966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FE85E-645E-40D0-8567-E08B7A9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844CEB-8610-45DB-8E1D-43793DF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5951F-CB4C-493C-AC78-FDE978CF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0186A-E0A5-4BDF-8D7D-881B7C25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4ABDD-F1C9-4C43-853B-7F4250E3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76127-392C-4F41-87F8-B159DCA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EC172-A757-40A6-899B-F02F206F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D5F7F-2045-4F0C-BB41-F1ABC9EE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BD71B-D945-44B7-85F3-0752D241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572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 Marri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36D5D-7A77-4E42-A369-D095E28E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286375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BDD9C-AE14-4718-B5CA-DB4D6E5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143625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Founder, ShiftBy | IAPP Certified AI Governance Professional (AIGP)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0A1164-36F6-4C45-B9BD-576AA882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705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317A8-DB47-4478-BA88-2ABD71FB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239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77C2B8-83D1-4473-B75C-1C8AE013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7791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091383-539E-41EE-9120-0786C3B9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8343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693EBD-DFD3-4721-9462-7CAA0370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66294D-B476-4FB1-9E5F-9EA89A2E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25" name="pager-pill">
            <a:extLst xmlns:a="http://schemas.openxmlformats.org/drawingml/2006/main">
              <a:ext uri="{FF2B5EF4-FFF2-40B4-BE49-F238E27FC236}">
                <a16:creationId xmlns:a16="http://schemas.microsoft.com/office/drawing/2014/main" id="{8D9FF393-B5E4-4E9C-9BA5-661D6812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FB652-1181-45BE-8900-F8408792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807939-24C8-4D25-9241-F73336BC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4E211-540D-419C-8998-8C640DAB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97AAD3-E285-4CE8-98D8-F175B550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61959A-B714-468E-86C2-05D64C89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690645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48C8B0-CDB0-4A98-A256-E8EB7854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787410-DA7A-462B-AE53-23E48349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CA672-29D0-4460-BA56-E84FAECF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6D281C-CFB4-495A-9337-F18802D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1B71F-DC3A-41BF-8D1B-B88BA656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04E78-F190-4089-BB4C-5E0D3DBB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547C7-9F50-46C1-8683-47D72C45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49D51-16EC-4CA0-89EC-EAA21377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EE66D-A573-4684-BA49-487FB6CA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777475-99AA-4B6E-B1FE-7E59A486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ED1EF2-6EA6-44FB-9D68-855EAB9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E45F3F-EA74-45AE-9A41-CA5F60D1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D81DA-5C10-46E1-B5B0-7EA160AB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EE038-8B39-455D-A0A4-0BC899BE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CFF5B-4EE7-4466-8B61-1B38F86A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9CDEA-21F2-4B55-A3E4-08D2BF23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A3903-6623-457F-BB21-BA6DDF16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DD214-2F84-4115-8967-36414A0C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484D63-2AE6-40F4-993A-B0C29B35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D6680F-2B4E-4444-9F9A-1870CFAEE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B49B1-7EBE-48A2-B9D5-F6E2140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AAE68D-A9BE-4D86-8146-E42B15E7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5B54AD-54E2-4141-8E20-56D0B945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D62A9BA9-13A9-4278-B9C0-A1DF91A4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0F23BD-0924-4A34-B4C6-7770DFE7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6AD168-DFB6-433C-B57B-D773F87D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7CBA81-9A6E-4872-B9EA-737C6A65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F14072-44DF-4CA1-8799-1F8F2A3E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0CB604-B048-4E32-8669-97491458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446983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82EC2E-5BF3-4274-9AFE-827D9B88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492D24-4B66-460C-91EB-50B8EE7B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2D6BD-CD55-496B-A870-D7D46626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8BD43-9D8E-48A8-AAD1-E69374E4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22697-AEDC-4E22-9C40-4DB7F346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6F19C-2D67-4BD4-B166-1A89F3FA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D5881-41EC-4117-AA90-BFECB672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F95BE-72AA-4EFB-A085-E63B8463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5B465-AE63-4B28-AE45-FD389D38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CD785-C2FA-41D0-BC6D-D3C7E3C4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4FF07-4C20-491A-8BE0-0BA07CBC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941E4-9D7E-4D6D-A12F-4D8A3062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4D8A1-A3F7-46CF-9D48-B22A43EA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BFEBE-56FD-47E7-B2C8-228A7A01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A394A7-A877-447B-BD3D-F1702298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DCAAD-16C4-47DA-9646-EFC247CB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54497-9060-4D68-B03D-7F3A1102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95D80-4BD9-469C-A5A6-7844E0BF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DB7BE-DF89-42E0-B31D-F98C5CF7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D1C6B6-9D71-48E5-AD97-D90BE838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C07411-52CF-4E17-947D-CB99D6BD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50E620-A161-4770-BDFE-734D295B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45AC88-389F-4D45-9E97-9663A058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7C9113-5FFD-4E41-A189-9E053297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BD35D0-FB35-4736-9313-510A8AB0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7C7E3-1D7C-4ACF-A301-FC1E7CF8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1E4016-B2B7-4145-8006-8CDCA533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8D9EFF-6E11-4EE7-88B4-79254790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3D11CF-B4DF-40E5-A2D9-BA9EDB3B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8213F692-48F1-4BC4-A63C-7CEDE71E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0CD86-6A17-42CE-B2E7-BEF17E41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AD2ACB-58D2-4EA9-8889-A4D6CFC0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9D8A89-24F1-473E-A5E1-4C2C9F6D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A23F02-B1A1-47C0-8CB6-6F0779EA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F63D1-0F9A-4E9B-8E8F-61CCE0C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726712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FCA6D0-1668-4D0B-8FDC-BC8D1FCC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20AD0-A737-4A35-9C0F-60F9B87E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606270-48F0-4F27-9A37-FA8EED9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C82E3-F099-4473-9674-820E4F19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0ABE3-63CB-4E16-B19D-239F2BF9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97681A-7B4F-4DEE-9A2F-01D361BF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1D99F-A813-444C-BD04-33091A52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A9CC5-D80D-458D-8D24-3EA05A31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83EE3-5BE0-4EDF-B42B-609F56BB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FBFC4-E640-4687-B38A-4507303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5DF3F-6598-4D42-89E9-C473550B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D6692F-638C-4D2A-9F93-1CF9841F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26688-F5C4-4487-9608-DA7B2CFD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6FAC9-9D54-4418-82CB-B087E592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E7DDB7-5622-47B8-9248-50EDD74D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0221E-170F-42AE-BFCF-2D49ABA6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D66D58-C726-49AC-AC46-0A0D10F4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376C8A-09FE-4F6C-AD58-ED4EA368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CCC165-E078-4F4D-8C3F-980384E3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4E968F-2CB0-4197-A8D1-236C78B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64E24A-7796-4507-8A54-152DDB10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2EE06F-04CD-483A-A410-A4C39F69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58DCB3-6523-4D53-890C-79FC7FDC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2BE43174-7523-4389-8D8B-3CC92C88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16C76-958C-48E6-AE65-D9D4D7F8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E66D18-8AB1-4ABF-9ACF-E56E3C89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C8C2D-164E-4E0B-AC29-5E8371B2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E4301A-CB63-4FBD-A783-F65E782B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4A034-9723-4C27-9C36-158CC5B6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9707131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16AE49-F145-4D88-A08F-697E2D88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9EFC1-00FF-46E9-B57C-1E3538B6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45E4C-0A79-4D1C-B73D-B13B7211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1E9D5F-F2A0-4232-90ED-05433CAA7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49D9E-B4A4-443C-B8AD-8F09AD84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6ED42-6915-4219-8683-5327129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CC37A-B754-4FDE-ACC6-AE5CFCCA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68924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531FCB8-C7DA-40A3-AB55-8A467E28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DC885-0502-4076-9137-70E54AC7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83241-CF1A-44F0-B4B0-57EE05DF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86070-BC64-411B-8446-682B857B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7AA47-6CEF-4D6A-9EF7-2FDB60CF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2B261-E4C9-4FFB-8103-E1AB8EB3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BD42B-9383-4287-91E0-89921F82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599032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1EDA3-D91E-45EA-8771-0DF62596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8A81A-410A-42CE-9306-0263BEA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C303-A7EF-4BEC-975D-FBC42556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4B6A1-1B53-4DE1-8E9E-8EE42E13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9C89B-0521-423A-870A-88FF6DB1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506A4-7AAD-4728-9049-84BF38AE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51583-23FF-46FD-9607-34943564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95658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1A4ED3-F754-4C02-B55F-1E28541B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16192500" cy="1619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04800">
            <a:solidFill>
              <a:srgbClr val="5D759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58291-1F1F-4521-B265-0A0F9D1CD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762000"/>
            <a:ext cx="904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E8614-3D18-4D42-951E-B66EABF9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3BDC9-8433-4533-8DF3-A56BE889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8048625"/>
            <a:ext cx="114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67AF3-03BF-46C2-B0AE-9C7E723B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953500"/>
            <a:ext cx="9048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94DDA-2473-479E-8FDE-5039F7DD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6477000" cy="647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1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CCE07-BF43-4D05-BCD2-008B6D83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A376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3196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2026-06-15T06:29:21.5600000Z</dcterms:created>
  <dcterms:modified xsi:type="dcterms:W3CDTF">2026-06-15T06:29:21.5600000Z</dcterms:modified>
</coreProperties>
</file>