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2451f35694ed1" /><Relationship Type="http://schemas.openxmlformats.org/officeDocument/2006/relationships/extended-properties" Target="/docProps/app.xml" Id="Rc2e0cdc45fb84c77" /><Relationship Type="http://schemas.openxmlformats.org/officeDocument/2006/relationships/officeDocument" Target="/ppt/presentation.xml" Id="R212cea62bdb8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3d27c685147ec"/>
  </p:sldMasterIdLst>
  <p:notesMasterIdLst>
    <p:notesMasterId xmlns:r="http://schemas.openxmlformats.org/officeDocument/2006/relationships" r:id="Rbc3cc32c3c754d0b"/>
  </p:notesMasterIdLst>
  <p:sldIdLst>
    <p:sldId xmlns:r="http://schemas.openxmlformats.org/officeDocument/2006/relationships" id="256" r:id="R6ce6e614cff9420e"/>
    <p:sldId xmlns:r="http://schemas.openxmlformats.org/officeDocument/2006/relationships" id="257" r:id="R638bfb4b2a294707"/>
    <p:sldId xmlns:r="http://schemas.openxmlformats.org/officeDocument/2006/relationships" id="258" r:id="Rfd95bc31b9b34b22"/>
    <p:sldId xmlns:r="http://schemas.openxmlformats.org/officeDocument/2006/relationships" id="259" r:id="R01c41b71000045ec"/>
    <p:sldId xmlns:r="http://schemas.openxmlformats.org/officeDocument/2006/relationships" id="260" r:id="Ref501bb733144ea4"/>
    <p:sldId xmlns:r="http://schemas.openxmlformats.org/officeDocument/2006/relationships" id="261" r:id="R4b5e9b1ec1754459"/>
    <p:sldId xmlns:r="http://schemas.openxmlformats.org/officeDocument/2006/relationships" id="262" r:id="R7c7a8912fc184ec1"/>
    <p:sldId xmlns:r="http://schemas.openxmlformats.org/officeDocument/2006/relationships" id="263" r:id="R853bb05458334fa1"/>
    <p:sldId xmlns:r="http://schemas.openxmlformats.org/officeDocument/2006/relationships" id="264" r:id="R03fed5a5da4e4fb3"/>
    <p:sldId xmlns:r="http://schemas.openxmlformats.org/officeDocument/2006/relationships" id="265" r:id="R9cab077c47bb47f3"/>
    <p:sldId xmlns:r="http://schemas.openxmlformats.org/officeDocument/2006/relationships" id="266" r:id="R34d162ad7b784b4b"/>
    <p:sldId xmlns:r="http://schemas.openxmlformats.org/officeDocument/2006/relationships" id="267" r:id="Rdb5916f71db143be"/>
    <p:sldId xmlns:r="http://schemas.openxmlformats.org/officeDocument/2006/relationships" id="268" r:id="R4ba514a55c56443c"/>
    <p:sldId xmlns:r="http://schemas.openxmlformats.org/officeDocument/2006/relationships" id="269" r:id="R0b7e5e87c1fb493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0ef50f5094eb0" /><Relationship Type="http://schemas.openxmlformats.org/officeDocument/2006/relationships/slideMaster" Target="/ppt/slideMasters/slideMaster1.xml" Id="R49e3d27c685147ec" /><Relationship Type="http://schemas.openxmlformats.org/officeDocument/2006/relationships/notesMaster" Target="/ppt/notesMasters/notesMaster1.xml" Id="Rbc3cc32c3c754d0b" /><Relationship Type="http://schemas.openxmlformats.org/officeDocument/2006/relationships/presProps" Target="/ppt/presProps.xml" Id="R3d3eea443d4147a1" /><Relationship Type="http://schemas.openxmlformats.org/officeDocument/2006/relationships/tableStyles" Target="/ppt/tableStyles.xml" Id="Rbf51edf9535f4699" /><Relationship Type="http://schemas.openxmlformats.org/officeDocument/2006/relationships/slide" Target="/ppt/slides/slide1.xml" Id="R6ce6e614cff9420e" /><Relationship Type="http://schemas.openxmlformats.org/officeDocument/2006/relationships/slide" Target="/ppt/slides/slide2.xml" Id="R638bfb4b2a294707" /><Relationship Type="http://schemas.openxmlformats.org/officeDocument/2006/relationships/slide" Target="/ppt/slides/slide3.xml" Id="Rfd95bc31b9b34b22" /><Relationship Type="http://schemas.openxmlformats.org/officeDocument/2006/relationships/slide" Target="/ppt/slides/slide4.xml" Id="R01c41b71000045ec" /><Relationship Type="http://schemas.openxmlformats.org/officeDocument/2006/relationships/slide" Target="/ppt/slides/slide5.xml" Id="Ref501bb733144ea4" /><Relationship Type="http://schemas.openxmlformats.org/officeDocument/2006/relationships/slide" Target="/ppt/slides/slide6.xml" Id="R4b5e9b1ec1754459" /><Relationship Type="http://schemas.openxmlformats.org/officeDocument/2006/relationships/slide" Target="/ppt/slides/slide7.xml" Id="R7c7a8912fc184ec1" /><Relationship Type="http://schemas.openxmlformats.org/officeDocument/2006/relationships/slide" Target="/ppt/slides/slide8.xml" Id="R853bb05458334fa1" /><Relationship Type="http://schemas.openxmlformats.org/officeDocument/2006/relationships/slide" Target="/ppt/slides/slide9.xml" Id="R03fed5a5da4e4fb3" /><Relationship Type="http://schemas.openxmlformats.org/officeDocument/2006/relationships/slide" Target="/ppt/slides/slide10.xml" Id="R9cab077c47bb47f3" /><Relationship Type="http://schemas.openxmlformats.org/officeDocument/2006/relationships/slide" Target="/ppt/slides/slide11.xml" Id="R34d162ad7b784b4b" /><Relationship Type="http://schemas.openxmlformats.org/officeDocument/2006/relationships/slide" Target="/ppt/slides/slide12.xml" Id="Rdb5916f71db143be" /><Relationship Type="http://schemas.openxmlformats.org/officeDocument/2006/relationships/slide" Target="/ppt/slides/slide13.xml" Id="R4ba514a55c56443c" /><Relationship Type="http://schemas.openxmlformats.org/officeDocument/2006/relationships/slide" Target="/ppt/slides/slide14.xml" Id="R0b7e5e87c1fb49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985872c8dc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8162579544f99" /><Relationship Type="http://schemas.openxmlformats.org/officeDocument/2006/relationships/notesMaster" Target="/ppt/notesMasters/notesMaster1.xml" Id="R5461a3dc1e0e43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f0b61c2af4bd2" /><Relationship Type="http://schemas.openxmlformats.org/officeDocument/2006/relationships/notesMaster" Target="/ppt/notesMasters/notesMaster1.xml" Id="Rffe7faa4e46843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32e8bdd984205" /><Relationship Type="http://schemas.openxmlformats.org/officeDocument/2006/relationships/notesMaster" Target="/ppt/notesMasters/notesMaster1.xml" Id="Rb46e987ecc48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32c6fe294e4a4e" /><Relationship Type="http://schemas.openxmlformats.org/officeDocument/2006/relationships/notesMaster" Target="/ppt/notesMasters/notesMaster1.xml" Id="R8b9726a7e284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a7900da0b46e7" /><Relationship Type="http://schemas.openxmlformats.org/officeDocument/2006/relationships/notesMaster" Target="/ppt/notesMasters/notesMaster1.xml" Id="R23d0254253314d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9bf3fb7a44caa" /><Relationship Type="http://schemas.openxmlformats.org/officeDocument/2006/relationships/notesMaster" Target="/ppt/notesMasters/notesMaster1.xml" Id="Reed18e617479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338519f7bf49e5" /><Relationship Type="http://schemas.openxmlformats.org/officeDocument/2006/relationships/notesMaster" Target="/ppt/notesMasters/notesMaster1.xml" Id="R1a115ede820f41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1f93a708cf48f2" /><Relationship Type="http://schemas.openxmlformats.org/officeDocument/2006/relationships/notesMaster" Target="/ppt/notesMasters/notesMaster1.xml" Id="R95f7ab14869249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f1e217d2fb4486" /><Relationship Type="http://schemas.openxmlformats.org/officeDocument/2006/relationships/notesMaster" Target="/ppt/notesMasters/notesMaster1.xml" Id="Ra5bb64d38d764d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cc3c6e6bac4784" /><Relationship Type="http://schemas.openxmlformats.org/officeDocument/2006/relationships/notesMaster" Target="/ppt/notesMasters/notesMaster1.xml" Id="R184bf2b1520747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ac6c6061d04efa" /><Relationship Type="http://schemas.openxmlformats.org/officeDocument/2006/relationships/notesMaster" Target="/ppt/notesMasters/notesMaster1.xml" Id="R6a1a5d93e1864a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685c841a8b48bf" /><Relationship Type="http://schemas.openxmlformats.org/officeDocument/2006/relationships/notesMaster" Target="/ppt/notesMasters/notesMaster1.xml" Id="R6e990e5208764d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7d224e481d4b08" /><Relationship Type="http://schemas.openxmlformats.org/officeDocument/2006/relationships/notesMaster" Target="/ppt/notesMasters/notesMaster1.xml" Id="Ra34d1cf2746c45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9b4fcc5e4244f4" /><Relationship Type="http://schemas.openxmlformats.org/officeDocument/2006/relationships/notesMaster" Target="/ppt/notesMasters/notesMaster1.xml" Id="Red9f858d281d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34daae3f9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64e91f05e4997" /><Relationship Type="http://schemas.openxmlformats.org/officeDocument/2006/relationships/slideLayout" Target="/ppt/slideLayouts/slideLayout1.xml" Id="R698f782bab0b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f782bab0b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7115aa9e4cca" /><Relationship Type="http://schemas.openxmlformats.org/officeDocument/2006/relationships/notesSlide" Target="/ppt/notesSlides/notesSlide1.xml" Id="R1e1016bd773d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57f7c46c347ac" /><Relationship Type="http://schemas.openxmlformats.org/officeDocument/2006/relationships/notesSlide" Target="/ppt/notesSlides/notesSlide2.xml" Id="Rb48092c51e84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668707224432e" /><Relationship Type="http://schemas.openxmlformats.org/officeDocument/2006/relationships/notesSlide" Target="/ppt/notesSlides/notesSlide3.xml" Id="R3e35e387b6fc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7effefa114c84" /><Relationship Type="http://schemas.openxmlformats.org/officeDocument/2006/relationships/notesSlide" Target="/ppt/notesSlides/notesSlide4.xml" Id="Rba8afdcd56414c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792adb3a24b82" /><Relationship Type="http://schemas.openxmlformats.org/officeDocument/2006/relationships/notesSlide" Target="/ppt/notesSlides/notesSlide5.xml" Id="Rea264176c94b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a57b8521492a" /><Relationship Type="http://schemas.openxmlformats.org/officeDocument/2006/relationships/notesSlide" Target="/ppt/notesSlides/notesSlide6.xml" Id="R0de5d1671482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c347335d4580" /><Relationship Type="http://schemas.openxmlformats.org/officeDocument/2006/relationships/notesSlide" Target="/ppt/notesSlides/notesSlide7.xml" Id="R8a48bb51a6d74d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ab64d4a364fad" /><Relationship Type="http://schemas.openxmlformats.org/officeDocument/2006/relationships/notesSlide" Target="/ppt/notesSlides/notesSlide8.xml" Id="R1bfac8a123ab4b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64b8437b64fdb" /><Relationship Type="http://schemas.openxmlformats.org/officeDocument/2006/relationships/notesSlide" Target="/ppt/notesSlides/notesSlide9.xml" Id="R9f2fb106fc634d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336ae951747f9" /><Relationship Type="http://schemas.openxmlformats.org/officeDocument/2006/relationships/notesSlide" Target="/ppt/notesSlides/notesSlide10.xml" Id="R2f4ce0a38770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a3dbd2a8246da" /><Relationship Type="http://schemas.openxmlformats.org/officeDocument/2006/relationships/notesSlide" Target="/ppt/notesSlides/notesSlide11.xml" Id="Rb5059338d49c45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c6e29221a4260" /><Relationship Type="http://schemas.openxmlformats.org/officeDocument/2006/relationships/notesSlide" Target="/ppt/notesSlides/notesSlide12.xml" Id="R5aa6bcdf7c364d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92ca3fa64244" /><Relationship Type="http://schemas.openxmlformats.org/officeDocument/2006/relationships/notesSlide" Target="/ppt/notesSlides/notesSlide13.xml" Id="R2b8b2b2c27e34a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014e0f2744ae3" /><Relationship Type="http://schemas.openxmlformats.org/officeDocument/2006/relationships/notesSlide" Target="/ppt/notesSlides/notesSlide14.xml" Id="Raf377e2c97db4d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A07B0-92DC-4B50-8E86-6C445AE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4155-A01E-46A7-B9CD-BEC4D01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DF389-0975-4E57-89CE-72857EA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4D80-D23D-4D12-8405-A6B924B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36A5B-F312-442A-BD19-64A9EA05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068CC-FEF0-464C-BE36-F196BB6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38177-EEBF-45E1-9703-024103B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0CB57-D702-4502-B977-3F2CFF90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E8F55-A556-49E9-B431-3C269FE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66392-B35A-40C2-9084-33F789F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4C76E-FE2D-4279-9FCD-FDD314D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05D88-5FCE-49B7-B42C-D21226F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5DC36-4EFC-4C56-BB68-1E730BC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7BA82-3BAD-4B4D-86B6-D303BA7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66C601ED-8EEB-4E20-B406-8F33C1A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FDB58-F271-4DB9-B29A-2E7283F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10009-6230-4728-AB10-70889D2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F7BC1-6775-4C04-BC46-3179EBB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25D92-A0B0-47B2-A1E0-E8681E1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2D98E-38F4-40E7-8DDD-D35B5433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42147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9FB5B-B43E-4CDC-A0B7-8DA2E3D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38D71-6097-4F25-8BAB-8FCD59A5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F707-DA13-428E-A296-FD3ADF7A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AB803-AB6E-44EB-B388-B34F8B2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A6FB0-C30D-4F41-A783-A529D6DE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D8B85-5EBB-4ACF-B307-7E2237A4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7A123-FEC7-4352-A12E-7BD1C07E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DC9F4-0509-4BCF-A814-CB574A9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80E29-B631-4895-AF53-82F9D93F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1544-C297-4E11-B6B2-0D8A5D9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E70D2-0209-4B8D-B57D-DB847D53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61512-6A9F-4CCD-9198-A69D483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74B14-3679-42E6-A30A-F1952D57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A7C17-E1DE-4AB2-B8BF-BBB2BC9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7D578-1510-48C1-A359-D18EAF16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AACE3-2F47-4F8C-943B-A314959F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B9D13-20B2-49A9-92FD-1ECC9FC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B011F-EA28-4ED9-AF59-1EDF3C63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1865F-68D0-4309-BFF1-30AF450B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D1FF6-C855-46DE-8572-BC1637D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88FF8-1120-4FA0-ACC6-C6A49D6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05D84-0AA1-4351-A39D-51CD9BA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8EB5BEE0-BBB9-4916-BA9A-417DC17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5C749-7B07-4BF5-A6C4-8704BA0B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0B6D5-DA20-4701-88ED-DA59D4B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0BEF1-D91F-43D2-87D9-7A7C4392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B4058-071C-4DEB-A1B8-BC148D20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E813B-D619-415D-A466-5B9685FD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10704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450E3F-FC2B-4170-9E1C-1722670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7D7F3-1C2E-47BE-844A-734A51D3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8CBC0-58FE-4C4A-82B6-0AB1A60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42D1B-C326-467D-99DD-96D7D2C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5AF4-D0BE-449C-AA12-C92545B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31589-F754-44FC-9337-7DB7BCD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5C40-FF57-40B8-A5E4-3542BDFE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E9946-B6F4-4BFA-86DE-F489778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0CC8F-DB8D-421A-B31F-A56AC4B8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A8227-09D4-42B5-9AA3-54F4B2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55036-0614-4398-AD9B-F8CA291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6F590-3474-41BD-9694-785AF2B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3F4F0-9B70-49A8-B570-6948A11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197B9-D8E9-4B46-920F-AF9599A8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618BC-1B1A-4863-86A7-1918B32D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DC2C2-A9DE-418C-8763-F47F154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6F274-D2CB-4BD6-81B0-AB03D94F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A72A4-BA07-4EE7-BD00-04BA59EC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E224B-0534-46F2-ADC3-37CAD2D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2E5F4-4E81-4CF0-A999-9AF78A20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9B03C-C2EE-44BB-9E04-1A7A6F8B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BD527-2FD6-4839-8DD4-23F4A4D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0C2D1-E864-4673-9D6D-1091366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12253-65D1-48A8-BE7C-ED902EC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51842-02E2-45D8-A350-E085493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DE68B-EBA9-4A17-8233-21A42C3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C6A88-1A71-48DF-9726-10D552CA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5C593-DEA3-43D8-9FB5-7401AD1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7D6AE-1F06-4BB1-86B6-F6F02229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57B67-0C7A-4C20-B8C4-2585838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7D62C-04C5-4418-A0E9-346A5E8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B0067-0EFA-499C-829F-E1ABAFC9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3D971-297F-4F73-829F-5571117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9D2D2-0269-4197-B96B-B389725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9D46F2F7-F6A8-44C4-8C3F-1550459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E465DC-6E71-434D-AA64-D8908D4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916DC6-1955-492B-9FE7-0FD18939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19338-A50B-4512-A1BC-BCF751C7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E245C5-9146-49BD-84CD-0CE97C12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1EA831-9055-45E1-B3D0-9497700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75925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7188E-D980-4240-86DC-99D66259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57EB-52CF-4CE5-BB4C-E654A70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C6513-8B63-45B9-9484-9FB263A5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570FA-E0DE-41AE-A024-E195722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CD1BB-E341-4540-BA52-5D20C102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31BEB-B8BD-4849-945F-0CFF22C0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8B07C-3B0E-4DE3-8CE5-8147A845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8EB76-2EDF-4CC3-9E09-6ADCFD6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19E23-988B-4293-B0C7-7F78322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2042E-1303-4DC8-87B7-80AC135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42B95-A501-4EE3-B93F-B81764B4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11813-9DEF-4301-8ECD-599B3BDA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8370C-7498-427B-8205-9A820D8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93DB4-681B-4C70-A2D7-A4099A66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55D1F-5F86-4C7A-A88F-DEFEADC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59D3-F7A0-4533-A907-9CBB1166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7A20F-3DA0-412E-8D11-5468306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4DA54-D329-4B51-9A45-D620AE0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C4F3B-CD62-4744-AFA0-2E5BBF5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D0774-B744-4428-80B3-95CBF4C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49512-EC22-4FC4-A2B9-FD4D86B7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26A29-6E45-46F1-9D0E-049EC36F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E0EC0-37CC-4FC4-83F5-868FD17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EADB0-8153-484D-B717-50B81B02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BD8C1-DAF4-4B5C-9772-40C906DC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AB7CE-4E97-40F0-80E8-DD1B0C6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30A51-2C78-4CFF-8D58-2959F70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F8EE707-CE30-4E38-BD86-070BBD9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7612C-DB7B-48C6-A9E1-BA5B863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8A984-720D-41F5-8F66-A415B37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34AE3-2D38-4676-85DF-F6CE06E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27E22-F20B-487C-8134-6E9AF2C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A772E-E2F8-4A9F-BCAD-FD34FF4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30777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BE10E-EFDE-4EDB-A922-FF9DA25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E4250-D775-43B7-9A02-96C1727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0540C-9774-4A02-82A5-2CDBA1DC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7D18-1BA5-4F28-9294-72B2B6ED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00AD9-0B40-4CCC-A375-FDB0CAC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AE2FF-CD80-4B5B-B9BB-623689FB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B5337-85EE-4908-AB95-A559CFC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068B8-02E4-4575-BEB5-F71CE277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25189-B057-467C-94E2-8177575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9B98F-76CA-452B-B7F7-91FFDE8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9065D-0F7E-487B-A8A1-C992202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057AE-1AF2-44BB-A516-F15DF9A5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AB363-0B0D-4D96-AE7A-E8CBC0CF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ECB24-A9E6-4BD1-A4FC-B75DCCC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8F430-C88E-4AFC-BE4B-35DBE80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4906B-AA8C-4753-A1E6-B82C175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F1804-A8F4-41A3-9EC5-B705DBB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4538B-DA76-42C7-9782-EE41880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2963F-4E74-40D5-94C6-C1EBC0B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E0E6D-D570-4E76-AA99-93D4CE0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1E28D-8B54-4058-9C61-399130D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C51BA-29D2-41CC-B72B-2DB64C9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EAAFE-1956-4111-A409-05E3AFE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556D4-2C2E-44A2-BA08-1CCF4C9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60E3F-AECB-4EA4-9EC9-C065987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009FF-6A24-4449-B7C4-95671D3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CB8EF-493D-49BF-8E49-324C1A8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1DD26-A6CA-481D-B573-20A2174F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9E190-4FED-4D3E-95D6-E826D798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FDEB22-35A4-41D9-82AC-F5409CC1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EBCB11-F957-4BD4-A1E7-B97329CA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FE591-4B7B-4662-99F8-6221446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5AF7D-085C-4802-96AD-F2724EB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8D24B2-ACD4-4D04-B6D2-7CCBE03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B198E-5D2A-44F9-8F90-FE8E864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C5203-6A40-437B-93A2-6A6DFDA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F4A8CB-132A-4284-845F-6CB840B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5A8C3EBA-3375-404B-BAF6-EA7E579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F0158F-1612-45FF-9210-2DA7F7A2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AD286-3649-48C6-ADF6-A00E6174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90B59-4A6B-4C47-A796-90D91965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5D8038-5BA3-4765-8C1E-79D0F59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8E52F1-9AD4-4109-8D0C-8BD763E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72563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0447F-D27A-4922-B629-BFFC524E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ADA01-6EA8-40E5-88DE-CFDC7D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97D4C-369C-45EF-8AF0-B05B08C2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EA023-3813-438F-9AD6-F6047D0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8587-4293-4D65-A1E5-0F31130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DD7A3-EA8E-461A-88C0-2CAD000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94A81-D251-41DB-A1D5-50A0D27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87479-F61A-42C2-9190-31015A8B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463FE-2721-43AD-892D-53E39E07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981F7-9690-469A-853D-76139239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11C23-8D84-40E7-9ADD-B881FF5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CE2A3-3030-4EAA-A32C-D8EC442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D13DC-AC6E-4AF4-BA28-426B2AE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01D43-A890-4EA8-8E78-8777F64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F8F0E-EFC3-4773-9F50-DA207764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69B46-B5E0-4C77-99AC-59ABFC1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45E71-2AEE-47F2-A4A7-2EADCA3F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B9F31-85E8-4C40-9D4A-463CA1D1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C4DA5-77D4-46ED-8C22-3D0BE0BF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47B23-985E-414E-9F12-816926F4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C77C2-F0D1-478A-8787-A9CD7F5B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3D426-6F8D-4815-9F4F-3B86618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8A339-5A96-426E-8612-D423BE1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0F99E-CBF9-4250-B274-F5ACA988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0872A-CDEB-4ADB-9E7E-62A21827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A29B3-32B3-40E7-BCC3-2161A0C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8836B483-895A-4EB4-8A18-57C1CE21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63E10E-86FC-462A-9B7A-6B17BE4D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963740-0113-4AEE-98A5-8EAAB7FE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4DDC9-7A2B-452D-879A-0683833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45EB3-8CF5-44E5-9814-2E91D63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EBF78-6AAE-4E6D-A1CD-191EB06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3764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7863C-FDF1-4C90-9D2B-693B995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F31BF-B2D2-4951-BC37-D600623F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31933-2619-4CA8-B006-DEA9106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325D5-D88C-42F9-96A5-AA93AA5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4FAF-2D99-47B6-9ECD-49FF5F2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10552-7C38-4176-9596-4437F3D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57F04-7F60-4837-A65D-34CAD98C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63ADF-865B-4F6C-B568-48BFA07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C36C2-3D1A-411A-BF57-B59CA7D2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E5ED1-9555-4C64-83AF-61B3456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B985D-C0A8-4352-9156-CA21BC2B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FCD1D-C40C-4440-B85A-31F0D06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43D76-D0A2-4812-8BCB-2DDA5B15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BFD89-DB8A-49CB-B8F1-756A381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90008-A646-4AC2-A1A5-0765ABAA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C7CB1-0E08-468D-8668-92A611B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6DC5A-B1C6-4083-9C7C-06FA1D6E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2CBAC-271E-4A53-BFDF-21DD3A71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715A7-4AFF-42A6-B3C2-49F62124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4C434-8AA6-439B-A261-BB0454B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16062-0B7F-4658-A82E-F2192932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D952D-0680-40E6-9263-5554481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79D52-57A8-48B0-A0E4-490A3603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11CB9-3BE5-4EA0-B7BD-1B993BF0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2989B8-50F6-42FC-9E6A-BF1FAD7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894B0-B0C0-4242-8CD4-73D85CD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8F12B-CED8-421D-8B49-950B813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71ABB-B780-4523-A7D0-CF3CA33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4FE23-FB7B-425F-B55B-DA7E8F4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57277A68-A7BB-4497-84DB-6EC291B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8AB5B-D655-4AC3-ADC1-676898F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5E203-FE12-4BBD-AB8C-B17C64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BAAB1A-6502-4082-9080-439CC8DB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8315B-978B-442C-821C-1517157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635004-EA1C-48B7-912B-B25F0CF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24656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70810-F811-40D0-84D2-12C38499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059D5-A7FE-4DE9-B3CD-95F5097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422DC-A473-4FC7-B717-92EC2E2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3B2B-066E-433A-B272-C9FBA2F6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BA3A-19D9-4B14-BBCB-77102A6D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CAB10-8EA9-483F-89EC-02624EF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117F1-4E7B-4F87-A756-044929B9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3A771-89C9-412C-BAA8-321F335F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FA84C-C7C7-4CF6-9270-C388BEE3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EAA8F-1FBB-401B-826B-9DB6CFF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0BF5F-B68D-4CE1-A79D-2696C38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C444-5167-48D3-B62C-9918A57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83AF9-902E-4592-A37B-5CA66D44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E7048-0473-428A-8D31-C8E932CA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CF91B-0D8C-4D4C-A596-F3E4A061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F22B1-4096-4CD3-AE67-268CABD2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E7B6C-1545-4CDC-86AE-F5E10749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168BB-7D4C-424F-BBD1-EC9C765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7A607-FEF2-46D1-B30F-FCB92D68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E397E-FA86-49E4-886D-CAB7FE4E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A9C46-D029-48F2-B249-5432120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505AE-36F7-4426-8749-4E450F56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B4A6D-2325-4450-8908-D367BC54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8971B-BE9E-4CB4-9BDD-DBD551C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4511D-2E54-4B8C-BE37-EEA76F86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F99DB43-31B4-4C4B-8CEF-154ECE26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D57D4-7D46-4427-A08B-AC29749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E157B-5BA6-42BD-8CD6-D348A0E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12E54-5C8E-44B8-9F85-ABF9C82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953FC-E8F1-4C04-8BD9-1717E263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8CCA33-CEAC-4DE7-B7D3-4AC5FA2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59513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28C9E-3D33-4957-86A7-2CA4CAEB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C21FA-9796-4860-BBCE-2D50928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A5A32-E0D6-4C69-B4EB-C4BFF60F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F61C1-A44F-48E4-8B92-C63C3C55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72EE3-F207-4960-B50E-0B529EA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9D2DE-814D-4B76-ABED-1F770BC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2E8FD-4354-4BD2-B796-2F313B47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D5219-EDCC-4CDE-9F4B-416879F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A7E4C-3D8E-4A56-A66C-5F1FF6DB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BD923-3398-48FA-BCB3-546C915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8F2B0-B95D-4F5F-8B70-99FC4302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B6530-DC2C-4046-9651-5FEE7BA1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1CD46-9342-442D-BF13-2E4CB39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899F7-FC91-4A14-BC15-D249EC0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E23AF-D034-47CB-A7FA-54CCE71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58BBF-41DD-4D8B-93B6-9B83418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69170-530C-4E1C-9C66-ED52ACE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F9113-3FDD-44C1-9FC4-B91F3C4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4997D-9A48-4F1F-89AD-ACD303C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C6DC5-EF32-488E-B2C5-6AF1275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11600-50B4-4CA7-BCB0-7C14991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08EFF-03CE-463F-89A7-B722BF1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96F46-F356-44C7-8799-4026490D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60465-426D-4A04-8E4D-A3020327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7570D-AE4B-43AA-AB43-FBD4D8A9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97002-4B9C-477B-9D6D-BD62485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398B5-1E93-4E23-A0EE-373EABCD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5DF1A-24B7-4EBB-85E4-A2D53BF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56BC4-9B7B-46AA-ACD9-0DC3219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96C8F-3179-4C02-8AEF-6224F8F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2685F-AD43-4B31-991F-EB3017B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BE79E-48BB-47ED-B1D5-305A598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C9F81-5103-4649-B743-2E51C88C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28E0C-9E33-4247-BE10-600C207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CC2E7-F265-4867-A036-932F03F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21F7DCE-EAED-44E9-AEC3-65440CC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4FA583-98E3-4C35-A480-B2AD4438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7AF90-2F85-4C57-AF41-CAD3F68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FA543-0826-4AD6-8A95-CF28A4C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CAC0D-6F72-4EE7-BF0B-3774409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31A1B-97C6-4C7D-8569-D218059A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6863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D66A0-35B5-446E-A6FE-A1C4C36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5AEC1-7C70-40AB-8D1D-AE8F6C19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6BC85-EC53-41B1-91D5-AEEFB062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226CF-BA59-406B-8986-A77F9DE7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79DC2-7DD0-472F-85A0-188BD8D2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FCF8-1F7C-49AE-BFED-1014BD3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D8DCE-EAFE-48CA-8234-BA6DDF33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A59FF-E396-479F-AC8B-3275FF4C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CF7FD-C234-4FC1-A783-F083DFD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27C98-1E49-4799-9109-12DE02A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7255E-B7F0-496E-88D0-27DEC2F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4C112-4B0F-400E-8C7A-F4E8126D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10264-0B47-4BB0-A687-8FBE7EF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BA5F9-158F-4631-AD11-D93843C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85EE1-E9DE-479B-A19D-EF045823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FD877-07C1-4376-953C-52159F6F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20E65-48B2-40C0-AD5A-BB7CB979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A9FC9-B7F6-4112-A57E-2B88CA78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DF3BC-CCBA-464C-951B-C663C904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9D369-E19E-40FB-AB6F-DD9B60E8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095A1-11E3-4892-8AA5-57E9AC97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283B1-B59F-4D4D-9CEC-1B798E3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F7E8F-D845-4012-BBB4-4731E47F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F832D-CEC7-473C-8DEE-7C911CF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FDB5BA-C83A-4358-9330-0603EF3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085D1-DA67-466F-BE9E-0EB79A2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8B325-1273-4BD7-AEB8-03A7DF3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1879BCD-44B3-4767-9395-8C497E6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56D1C-741B-4F74-8F87-4A2E38D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4BC20-E0BB-4D14-8DB8-8E4C53D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C25DF-30B1-47DC-9ACF-C3ED0CB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DBA65-B63C-4DF4-8B2B-38E56D1E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E538FB-9415-4816-BD2C-826565D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16597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7C44F-2C59-4D39-9AC1-3A3110D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7E4F1-3A56-4462-9BAF-E8781685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E2AAD-AE3D-4FD8-81E3-0C6697EE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36EF5-6BF6-49C8-A0C3-2345859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CF09-5844-4516-9508-80193189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ECCBA-EE6B-4914-BA87-CAF9D18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F95C-AAA4-48F5-8CF5-D19EF85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013D0-96D8-4B52-9526-908D021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724E8-F753-4A4F-82FA-09A976DE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C243-81D6-4DCD-90CD-997F807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E409D-9B46-4032-A0EA-C3A6E7C1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B851E-2F0B-4539-AF31-55C2AEF4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7137E-B4C3-4913-9A45-6F9DFFD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2C11C-02E9-4D66-8397-5E6933AF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87E43-2B87-4C9A-A052-C8B363BA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62F9C-2D94-48C8-9D28-9C2BEA48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41511-730B-4ED9-AE84-4521C16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83A8E79-AD36-41D4-B42E-7C3FABC1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54360-92A2-48DE-8DD1-FD14E653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D4B6C-17F8-49BE-82D4-A75D10C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85848-7D0F-440F-BCC9-A69150A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7AA61-3D12-4E9E-8C2A-2A2F57B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CF8A3-30A3-4768-B5D0-8008F9C8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28505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8EDD7-7B22-4CBD-9C5B-508C23C4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F719F-09EC-4127-9DA8-D01AFCF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DE78-C29E-44D2-871D-B314EAA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8A360-98B3-4C42-B7E2-8325B8A2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D0BF5-A059-4663-9998-3E4F23F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C7C0-AA46-4C0E-8270-70B277A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D5E2B-CDE3-4332-B3D1-FFCC42B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AD339-DA5E-423C-AFB7-37B09CC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F2BD8-86F7-4B94-8A0C-A2B686B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8E3E9-E94C-4122-9117-96E7BBA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5A841-03FB-4CFD-B55C-45FAA8E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F505-8635-4C54-A8BA-2D5B95E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41739-FF4E-4E72-B9C7-C5A87A4B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E9302-EF74-467C-B688-418952B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67B19-B2E8-4726-8768-1EBFFF6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A7D14-B58C-4665-8893-635E0B90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2676E-2741-49B3-B94E-2CC4E75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1EECE-F326-4DC3-8F75-C8D45200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1CFFC-3375-4E80-AE06-51828A67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37B67-F3E0-46E8-89C1-95B4039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A0722-998E-4892-ACE5-8A578EC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E60EE-A187-4A72-84BB-3FD139D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D4FB7-16D7-48BD-A5F3-E5D28004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AC543B68-A623-493C-9901-D887CCC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13E25-B29F-4D68-859B-E44998E6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17098-DE47-4CD0-8EC8-B8DE68F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401DE3-DD64-476D-9E2E-17986C38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375D2-87F9-49B1-BCA7-352600B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3DD16-CB0B-4A97-900C-69F8DED2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74292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0449F-1C9B-418C-8AAD-CE17F2F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4ABC1-06B5-498A-8645-C89D82A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0FFD3-83A9-4836-9B47-8FDCA4B2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70FCD-EFD8-4A02-BB12-EA6ECA37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5BE8F-F860-4E6B-8425-A689A1D6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F0548-88DB-4161-8B25-C73EA6C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98A8D-1AF6-402F-B643-3E9E47D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DD683-1857-4788-AD08-8ACB597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F9FBA-8743-4187-91F0-8ED7BFE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85EEF-00F4-4226-921F-97C1F04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0033-FD23-4D66-A331-7F34F8D7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4EAC1-72DE-437E-A2BA-145E0EA7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A3AA7-F887-4249-BB6C-A469F9C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A8ED1-DC45-4461-9A2F-3BC83F4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B9FB6-CA37-4CAE-A804-621DF207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32ED3-2A96-4426-8A2F-225EDA48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205AD-99B3-44C7-B5FE-475E3DF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EA4C2-4F7D-4E70-AF56-10AAD6C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62A04-9202-4D84-BC6A-F330031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993B8-F09A-4D76-8BF0-083EADE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9EDC7-FAAC-4A38-837E-533CB89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A4C78-D143-4558-89F2-822F2DC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DFD37-431C-4214-B75F-DB467A8F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2B002-1CBC-47E3-8886-B62E8C7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48851-9208-43D7-9D52-FDF9D702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58CC9-538F-46A2-9859-6EB5D2A1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23829-3C70-42F3-8BB3-E63223F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B731B-9733-41F6-A3CC-DE6EC3FD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D082C-9401-416C-A8FA-B4EF2413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3E066A62-91B7-4330-9AE0-EC69AD5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6B9E6-F769-474E-AF31-BE188FF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C0B5B9-7D48-49BB-AC63-576A81D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35F999-7929-48F1-86F7-FC4366D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25C1F-F300-4C8F-BAD0-735CC02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2308AC-32F3-4103-9823-46E25E7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52031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391A2-AAF5-42D5-BEB5-165564A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81549-05DD-44A7-85B8-7C53035C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71795-C2EB-4E4D-8CB8-B3E8C07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146C8-D084-4869-91DA-774A7966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532C5-B971-4660-A4F1-720E16A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5F4B0-668B-4709-B9CA-368EAF4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8271F-519A-444F-9BBE-9236548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B8A13-CF2C-4272-A3CC-745CCE8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7C32F-C95B-4940-BBA7-83142B1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0BBA4-800F-42A5-A892-E032ADC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EB267-0B46-4B2F-A366-B53A4D2A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BD34D-7BFB-440D-9596-F55CBB5B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42A90-CBAA-4D46-B76F-E9B239E0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77C0D-5F59-4CC7-A24A-8DD7F6B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683EC-A914-421E-9637-F350622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B9F8F-A3E1-4994-A43E-315E4B0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2D6B5-3806-4297-BC81-1528DDF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5C7BB-344B-421A-9716-49D970A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AEE11-9EB4-473D-8FAD-951E2508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156A6-2721-4365-B6A0-4323589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461DD-6127-4421-B874-A109FB8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7F956-F966-4E0E-9412-13A65184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6330F-5965-4117-AC1B-D2CE094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471F0B9E-729C-45AA-9D38-54A64730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61D99-F5E1-4C83-8E8F-D6C5E3D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52716-CC6B-42C9-A7F8-E6DFA4C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22097-E278-4ADD-A6BC-FDE615A5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69CC5-4C8C-4F67-B5B0-CCD94FC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01A55-6DC4-4715-80D9-B9D5C8A2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67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2026-06-15T09:06:42.2940000Z</dcterms:created>
  <dcterms:modified xsi:type="dcterms:W3CDTF">2026-06-15T09:06:42.2940000Z</dcterms:modified>
</coreProperties>
</file>