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29dadaedf84a40" /><Relationship Type="http://schemas.openxmlformats.org/officeDocument/2006/relationships/extended-properties" Target="/docProps/app.xml" Id="R7355fad6fb574e07" /><Relationship Type="http://schemas.openxmlformats.org/officeDocument/2006/relationships/officeDocument" Target="/ppt/presentation.xml" Id="R8e0656f8c23545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60955e3d3b43f2"/>
  </p:sldMasterIdLst>
  <p:notesMasterIdLst>
    <p:notesMasterId xmlns:r="http://schemas.openxmlformats.org/officeDocument/2006/relationships" r:id="R5ff199bd7e8e4b1b"/>
  </p:notesMasterIdLst>
  <p:sldIdLst>
    <p:sldId xmlns:r="http://schemas.openxmlformats.org/officeDocument/2006/relationships" id="256" r:id="Rced499b7e3e046b0"/>
    <p:sldId xmlns:r="http://schemas.openxmlformats.org/officeDocument/2006/relationships" id="257" r:id="Re40f0c155c42402c"/>
    <p:sldId xmlns:r="http://schemas.openxmlformats.org/officeDocument/2006/relationships" id="258" r:id="R78206c9664d843a6"/>
    <p:sldId xmlns:r="http://schemas.openxmlformats.org/officeDocument/2006/relationships" id="259" r:id="Rb050461306a44268"/>
    <p:sldId xmlns:r="http://schemas.openxmlformats.org/officeDocument/2006/relationships" id="260" r:id="Rbbb1e93698284579"/>
    <p:sldId xmlns:r="http://schemas.openxmlformats.org/officeDocument/2006/relationships" id="261" r:id="R07509936c2404909"/>
    <p:sldId xmlns:r="http://schemas.openxmlformats.org/officeDocument/2006/relationships" id="262" r:id="R69b02795a7c94c65"/>
    <p:sldId xmlns:r="http://schemas.openxmlformats.org/officeDocument/2006/relationships" id="263" r:id="R7cd5012de2cc4a4e"/>
    <p:sldId xmlns:r="http://schemas.openxmlformats.org/officeDocument/2006/relationships" id="264" r:id="R10e557c33eed4b5e"/>
    <p:sldId xmlns:r="http://schemas.openxmlformats.org/officeDocument/2006/relationships" id="265" r:id="Rf1496404316b4269"/>
    <p:sldId xmlns:r="http://schemas.openxmlformats.org/officeDocument/2006/relationships" id="266" r:id="Rb78b6d22d61f4e2c"/>
    <p:sldId xmlns:r="http://schemas.openxmlformats.org/officeDocument/2006/relationships" id="267" r:id="R654255ba97ce40e5"/>
    <p:sldId xmlns:r="http://schemas.openxmlformats.org/officeDocument/2006/relationships" id="268" r:id="R6a46020bd11d48c2"/>
    <p:sldId xmlns:r="http://schemas.openxmlformats.org/officeDocument/2006/relationships" id="269" r:id="R0598c5515ee9411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10e096fd984c15" /><Relationship Type="http://schemas.openxmlformats.org/officeDocument/2006/relationships/slideMaster" Target="/ppt/slideMasters/slideMaster1.xml" Id="R2a60955e3d3b43f2" /><Relationship Type="http://schemas.openxmlformats.org/officeDocument/2006/relationships/notesMaster" Target="/ppt/notesMasters/notesMaster1.xml" Id="R5ff199bd7e8e4b1b" /><Relationship Type="http://schemas.openxmlformats.org/officeDocument/2006/relationships/presProps" Target="/ppt/presProps.xml" Id="R989f58d97db84e0c" /><Relationship Type="http://schemas.openxmlformats.org/officeDocument/2006/relationships/tableStyles" Target="/ppt/tableStyles.xml" Id="R7c5b6572b00d4d95" /><Relationship Type="http://schemas.openxmlformats.org/officeDocument/2006/relationships/slide" Target="/ppt/slides/slide1.xml" Id="Rced499b7e3e046b0" /><Relationship Type="http://schemas.openxmlformats.org/officeDocument/2006/relationships/slide" Target="/ppt/slides/slide2.xml" Id="Re40f0c155c42402c" /><Relationship Type="http://schemas.openxmlformats.org/officeDocument/2006/relationships/slide" Target="/ppt/slides/slide3.xml" Id="R78206c9664d843a6" /><Relationship Type="http://schemas.openxmlformats.org/officeDocument/2006/relationships/slide" Target="/ppt/slides/slide4.xml" Id="Rb050461306a44268" /><Relationship Type="http://schemas.openxmlformats.org/officeDocument/2006/relationships/slide" Target="/ppt/slides/slide5.xml" Id="Rbbb1e93698284579" /><Relationship Type="http://schemas.openxmlformats.org/officeDocument/2006/relationships/slide" Target="/ppt/slides/slide6.xml" Id="R07509936c2404909" /><Relationship Type="http://schemas.openxmlformats.org/officeDocument/2006/relationships/slide" Target="/ppt/slides/slide7.xml" Id="R69b02795a7c94c65" /><Relationship Type="http://schemas.openxmlformats.org/officeDocument/2006/relationships/slide" Target="/ppt/slides/slide8.xml" Id="R7cd5012de2cc4a4e" /><Relationship Type="http://schemas.openxmlformats.org/officeDocument/2006/relationships/slide" Target="/ppt/slides/slide9.xml" Id="R10e557c33eed4b5e" /><Relationship Type="http://schemas.openxmlformats.org/officeDocument/2006/relationships/slide" Target="/ppt/slides/slide10.xml" Id="Rf1496404316b4269" /><Relationship Type="http://schemas.openxmlformats.org/officeDocument/2006/relationships/slide" Target="/ppt/slides/slide11.xml" Id="Rb78b6d22d61f4e2c" /><Relationship Type="http://schemas.openxmlformats.org/officeDocument/2006/relationships/slide" Target="/ppt/slides/slide12.xml" Id="R654255ba97ce40e5" /><Relationship Type="http://schemas.openxmlformats.org/officeDocument/2006/relationships/slide" Target="/ppt/slides/slide13.xml" Id="R6a46020bd11d48c2" /><Relationship Type="http://schemas.openxmlformats.org/officeDocument/2006/relationships/slide" Target="/ppt/slides/slide14.xml" Id="R0598c5515ee941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4e9e9616f44c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19c24699554156" /><Relationship Type="http://schemas.openxmlformats.org/officeDocument/2006/relationships/notesMaster" Target="/ppt/notesMasters/notesMaster1.xml" Id="R3019eb36f50443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278bdb04044691" /><Relationship Type="http://schemas.openxmlformats.org/officeDocument/2006/relationships/notesMaster" Target="/ppt/notesMasters/notesMaster1.xml" Id="Ra9eadc56d6304e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fef0354d694fdd" /><Relationship Type="http://schemas.openxmlformats.org/officeDocument/2006/relationships/notesMaster" Target="/ppt/notesMasters/notesMaster1.xml" Id="R21b91c53c4f64d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3789d37a154490" /><Relationship Type="http://schemas.openxmlformats.org/officeDocument/2006/relationships/notesMaster" Target="/ppt/notesMasters/notesMaster1.xml" Id="R69c50aa925a340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9ffa1c9ceb4e8d" /><Relationship Type="http://schemas.openxmlformats.org/officeDocument/2006/relationships/notesMaster" Target="/ppt/notesMasters/notesMaster1.xml" Id="R0eeaece244ed41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89b063ba524fe6" /><Relationship Type="http://schemas.openxmlformats.org/officeDocument/2006/relationships/notesMaster" Target="/ppt/notesMasters/notesMaster1.xml" Id="R6e2545e63a0742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bf6b8050f14e46" /><Relationship Type="http://schemas.openxmlformats.org/officeDocument/2006/relationships/notesMaster" Target="/ppt/notesMasters/notesMaster1.xml" Id="R333549df618946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1edce1885f4ce0" /><Relationship Type="http://schemas.openxmlformats.org/officeDocument/2006/relationships/notesMaster" Target="/ppt/notesMasters/notesMaster1.xml" Id="Rc3ceed6b394649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6d15a0e25a4c96" /><Relationship Type="http://schemas.openxmlformats.org/officeDocument/2006/relationships/notesMaster" Target="/ppt/notesMasters/notesMaster1.xml" Id="Rf67efbdfb3e24a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bcd115258d4224" /><Relationship Type="http://schemas.openxmlformats.org/officeDocument/2006/relationships/notesMaster" Target="/ppt/notesMasters/notesMaster1.xml" Id="Re23d0a3683c743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2d3e6a26ee429b" /><Relationship Type="http://schemas.openxmlformats.org/officeDocument/2006/relationships/notesMaster" Target="/ppt/notesMasters/notesMaster1.xml" Id="R4c6dbd834a7846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4f3c06a794422b" /><Relationship Type="http://schemas.openxmlformats.org/officeDocument/2006/relationships/notesMaster" Target="/ppt/notesMasters/notesMaster1.xml" Id="Rff6e9987284041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c8f51fe0c24b14" /><Relationship Type="http://schemas.openxmlformats.org/officeDocument/2006/relationships/notesMaster" Target="/ppt/notesMasters/notesMaster1.xml" Id="Rbf87623474cb42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949347d7c141f9" /><Relationship Type="http://schemas.openxmlformats.org/officeDocument/2006/relationships/notesMaster" Target="/ppt/notesMasters/notesMaster1.xml" Id="R924f95f963a844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50dcc5b9044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590ac0bf2d4563" /><Relationship Type="http://schemas.openxmlformats.org/officeDocument/2006/relationships/slideLayout" Target="/ppt/slideLayouts/slideLayout1.xml" Id="R2626b022e1d746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26b022e1d746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24c4a713a40b0" /><Relationship Type="http://schemas.openxmlformats.org/officeDocument/2006/relationships/notesSlide" Target="/ppt/notesSlides/notesSlide1.xml" Id="Refaf1b5fc2454b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2dfb63b0f4515" /><Relationship Type="http://schemas.openxmlformats.org/officeDocument/2006/relationships/notesSlide" Target="/ppt/notesSlides/notesSlide2.xml" Id="R2ac4824394084a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059c981f041e7" /><Relationship Type="http://schemas.openxmlformats.org/officeDocument/2006/relationships/notesSlide" Target="/ppt/notesSlides/notesSlide3.xml" Id="R66f0aca935cd49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755a658c34a0a" /><Relationship Type="http://schemas.openxmlformats.org/officeDocument/2006/relationships/notesSlide" Target="/ppt/notesSlides/notesSlide4.xml" Id="Re3f66847e97849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671fab6a04ae0" /><Relationship Type="http://schemas.openxmlformats.org/officeDocument/2006/relationships/notesSlide" Target="/ppt/notesSlides/notesSlide5.xml" Id="R3f8f513a1e284b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93b4c1ef04a2c" /><Relationship Type="http://schemas.openxmlformats.org/officeDocument/2006/relationships/notesSlide" Target="/ppt/notesSlides/notesSlide6.xml" Id="R9ff0c4574db842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5f65ae0e24241" /><Relationship Type="http://schemas.openxmlformats.org/officeDocument/2006/relationships/notesSlide" Target="/ppt/notesSlides/notesSlide7.xml" Id="R1d20046ba2664a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51dc951994158" /><Relationship Type="http://schemas.openxmlformats.org/officeDocument/2006/relationships/notesSlide" Target="/ppt/notesSlides/notesSlide8.xml" Id="Re9da7e48981747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cad499f274677" /><Relationship Type="http://schemas.openxmlformats.org/officeDocument/2006/relationships/notesSlide" Target="/ppt/notesSlides/notesSlide9.xml" Id="R93315ce3a8844f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49eb58a1247cc" /><Relationship Type="http://schemas.openxmlformats.org/officeDocument/2006/relationships/notesSlide" Target="/ppt/notesSlides/notesSlide10.xml" Id="Re7c663502e7542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d2c9d54ea4247" /><Relationship Type="http://schemas.openxmlformats.org/officeDocument/2006/relationships/notesSlide" Target="/ppt/notesSlides/notesSlide11.xml" Id="R80b220c2078144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ba6b240e4453c" /><Relationship Type="http://schemas.openxmlformats.org/officeDocument/2006/relationships/notesSlide" Target="/ppt/notesSlides/notesSlide12.xml" Id="R7a980780d85f40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c7477ff2b4206" /><Relationship Type="http://schemas.openxmlformats.org/officeDocument/2006/relationships/notesSlide" Target="/ppt/notesSlides/notesSlide13.xml" Id="R6e9c02e1a1ce4e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846b096ad4be0" /><Relationship Type="http://schemas.openxmlformats.org/officeDocument/2006/relationships/notesSlide" Target="/ppt/notesSlides/notesSlide14.xml" Id="R4ea0d3d33fa74e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045C51-3D47-491D-B05A-46118AF1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361BC-9EE7-4D21-9910-A01C6C44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793BC-98E9-4AEA-A8CD-A06BDEC5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543A7-8DC3-49AD-AB02-81FD7ADE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32FFC-0C17-444C-81DA-EEC39653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24515-372B-4D44-AFAE-95C982C6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77704-29D0-4F6D-B5AE-0990916D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C6DD3-94FF-44CD-B03F-05B86FD3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E77A5-0EB9-4E89-A392-68DB0B6E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24730-507B-4616-824B-63D332E3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A9C82-0079-4A8B-B2FB-A8F7E9EE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F7062-23AA-4A7C-87BB-78E2ED07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62702-E0BA-4515-BC49-DB77A1A6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08685-6981-48ED-A643-5F900498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E7A575D3-9694-4843-80E0-22A2C7DB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D0320-064F-43DB-9045-3AF4C2BC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3D2FE-0638-4646-977F-E2F5CB90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C3D0D-5EB2-4526-BB30-C1C0644F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A5E9D-733B-40E7-9609-8A01501D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7240B-61DF-4A1B-807C-AE7ED517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8122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D8DDBC-FA08-4A76-A3DC-B7A076E0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1346D-53EF-4163-B84D-7DB1FEE9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E79B0-C559-4F94-8582-0274FC61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8FCC4-8397-4707-B0FB-4AD068A3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5711C-692A-43D3-ACB8-9F613809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53DE4-D1E8-4D4A-B2A5-23BA31E1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B8E22-AED1-4173-B39A-711CB46A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BC661-3DDD-4C81-B7D0-FA4465A6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426C9-7B61-42FD-9849-F2B99070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8FD27-EE4C-4801-B8B0-A16AD305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understanding as execution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A29C6-10E1-430E-8EA0-EB05BEBA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BD1AE-FC39-4AD7-AAAD-1E94919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7CEA5-792C-46DA-B393-62F121DB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4016D-5D4B-4290-82F8-BBCB7B90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04BB3-4F5C-4E0B-9753-FA4675ED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98EC3-EF45-49CB-B0C9-4643E725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398D0E-7319-494D-BF5D-84EAEEF5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93DE9-7750-407D-99C8-2E0C4E27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08E0B-CFAB-4E41-B287-04A20971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32482-2AB4-410C-9633-395EC623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E3E2B7-4A96-4C02-A281-7D600E69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53588-09CA-43A6-BC23-B951D382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3293C9B9-B9DA-4B4C-84D3-A3C7A609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2F6663-1E8F-45E9-A7C7-46ADF045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C8395-B4F2-4CDA-9B03-81B93CAF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F696B0-C857-4368-A13A-D4AD1008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5BEAC6-4753-4AAE-A39D-ECDD75E8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0F86BB-590E-47E2-9271-7D8511A8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10757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3CD76A-1A1E-4D09-9A33-D138875A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85879-A014-42F7-818A-FB8C8A78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14B2A-D72A-4993-95D1-C410023C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D1B9C-32EF-4EF7-B8C0-9F8D89C4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482DF-8A4F-4D61-9062-172060D2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0CD1D-460A-495B-B10B-6AD790E0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ACF75-B5B4-4FBB-B171-965E43F9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3F279-D1F3-4A58-B7A8-A482CD12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707D8-229D-4423-9ED9-FD5FE799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09953-3FC5-4A93-A030-8D653491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85680-A4EE-4D71-BACB-1B566F4D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523B7-5150-4FA9-AF65-F0367675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90D17-A643-4A1B-9D3E-F91E6E17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746D4-3031-436F-AF48-0106B1E4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881A3-2E15-460D-89D5-74FA35FC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90DD1-999B-46CF-98FD-27980E2F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59526-4CB2-4669-A9C0-3F246CF3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E6B00-98F1-4E34-AC4D-49451BAF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856B2-3131-464D-B371-982337D2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0391E-5861-4002-B4CE-F8D60EAE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1185DA-EF08-4C5A-8527-567E9DDB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30CDF9-60A8-410A-B98E-3C663847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44549-CE53-4C1E-BEAB-1C49783E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FF7F0-56EC-4504-9FAE-2BD51BA9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89623F-89D4-433E-A864-710105A6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64FAF9-865A-4071-BDCD-241790AE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541E5-FBAB-473D-8E1B-5729C68F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E0AA34-5D67-46F6-A686-96ECB53D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F26581-0E33-4D21-8621-73A2E467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B4A3CD-8F98-4ED7-A528-BA723ACE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657CE8-DD40-4184-94F8-0EBF97BF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AF2100-4842-432E-A460-62201BF7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829242-C426-421E-A558-3799F753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560D20-6F08-4C13-A2D7-9A9ECFA6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4B58CEDA-5A90-40AA-AE7F-6BD56764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DB05A5-E430-48B0-9839-70F9A437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0E13EF-0749-4FE8-AC16-01E289F4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FBAC60-536F-4C6D-A929-7073E5F8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C501F5-19F4-4CAC-B500-3D797CBD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EE4204-D3B4-4EEA-968E-49FD36EE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693044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30C2D3-A11B-4FC6-AFAA-E9D4D1AB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F4655-1863-421C-A849-ADA524A2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588C5-3E80-4FED-81C4-8CF50BAF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00E11-9BD7-4AF3-95EC-4322ECF9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8982D-CD60-4ED9-861C-6C76C134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FA4D2-D588-4246-A132-07D7B285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B4ABB-574C-445B-9A3D-F561590A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18E83-9407-4748-A140-D111F167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EA435-AAA1-4C79-A7EF-82723B8C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ABC5B-7F90-4063-AA2A-75AC8A65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2E01E-61C5-4494-9602-2415E6FB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2AACA-68D9-4C96-871E-B17F9270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324A5-E51A-48BF-BFAC-448D8D72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072D4-38F2-47A9-B3EC-65D838E7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23FDD-6D74-423C-80EB-FC03F5A4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425A0-696A-43D0-8968-813AC31D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5B099-9EBE-4033-94CA-6AEEEB8D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45CE4-20F9-4A83-A5DE-3AAFA9C0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3CABE-7A40-401B-8D01-9EBD53B3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7FDE0-E786-4BE8-A522-08500DAB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C20AA-ED52-4264-B7A4-954E2029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6EA1A9-FE06-45D9-8004-BC29AFB0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DC780-F49A-4BEA-AADE-208141EF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D6F87F-EDB4-4632-A892-C91FD899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AD443A-7F59-4496-96EF-4CB82425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41BF83-7945-48A7-A2C2-FEA4F5E8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8EECAA-0B58-45A4-8773-1ADBB92A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D4C41E4E-5A4B-4B55-8C87-AF3CFA9D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3F6573-C6B8-4B8D-BDAB-68077D1D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F549B6-505E-4EE2-9096-A783C635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76D24E-B6A7-4CE1-838D-CBD9714E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70D89F-EB52-4D22-8C51-ECD0EDB0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38DD19-9A46-4028-885B-0C89F619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82324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CBA681-4320-401A-8EC7-B988C36A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86A9D-50FC-488F-8160-7D893BB4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2B597-572B-411E-BA91-A27FA901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8EF3A-F960-4FF2-A2A7-F62AE5D3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65C4A-6AE4-47DB-B735-70EDAB98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1CE94-FF6A-4611-A04C-B2644E9C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04904-9190-44D1-B4C6-0911FC56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29FAE-9F5C-4F82-93DF-D0722323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DB8CA-0061-4994-B2F6-7A6051EE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EA4EA-3064-4CE7-B1D3-B1CEE0B7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48A03-C7C0-4790-866A-28043CAC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050BC-444E-435A-A16A-38138159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FF44F-0639-4811-80BA-3DCC29D8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36783-EB5F-48E8-8AEC-2BFB1C12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44F54-6FE3-46B2-BCCC-5A94E379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122BD-E5CD-4076-92AD-0460264E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9F401-D573-48DD-88A5-6A2B4980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D6CF98-20FB-4EBF-B159-66385683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DC77A-25AA-4C8D-96E7-8B3915B6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EE6AD-3B4D-40CA-B922-19F1F50A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0B398-02EB-4EA6-ACF9-FADEA20D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EBC97-8D31-4BA5-8B1E-338E31E4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DC976-1C97-4316-AAC8-2AFEEBC8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59CF4-AE2D-47B6-B307-B03BE53D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5F0115-3A40-4A51-9191-89AC0A58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EF4D07-89AB-4F22-AFA7-37C1BA32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FD9336-62BE-4369-890F-49C5FA45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86FCC-7DA4-4484-A5BC-1FED5E4F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73548E-96D0-4436-8040-4FE9C9B0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9B3531-A5C2-48D6-8742-DF33D4EE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1A1A71-4E84-41EA-B454-0CC2A8D7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863DC2-79EA-4106-9CCC-9D11820F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AD6499-2E89-4942-A7BA-DA6F2174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EB9C6E-838C-4632-8CC8-5954FF14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AE375E-BCBE-4959-8C46-D393F9E5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8FC1DE-CA16-4F62-9335-9DAD6C69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1BEE36-696F-4818-8B6A-3078980A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D31C3282-F888-469F-A2EF-BF41D9BA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A4134E-6A36-498A-A0F4-BE7EFD23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AFDD55-2C76-457B-BE3F-E4F20A1A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E0D0CB-E548-4E1D-AA88-464799CF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C8F142-AE1F-4E7C-A7FC-76A6D1C1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69FF48-16A9-47BB-8FBF-2B5EB040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94376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AC9457-3135-4012-8A7D-494845CD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9A58A-FF2A-419A-98CF-32FF764C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FDE22-C548-4E67-B001-A870D2E5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81A34-5CB3-429A-ABA0-2737D59A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3630C-27CA-4646-A904-77D69130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883FF-5143-4A03-B20E-5CDA1CED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53359-A8D3-42EB-B741-42891233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328E5-1FD0-441D-92AA-E84F53F4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02E58-72FC-47E4-B67E-10D280AF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22BF9-0BFE-440E-BE0C-99B9D2FF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2747B-3C88-4CA4-8767-1A890F3F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BFE60-3DDF-4B84-8AE9-4A710A46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need a starting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4A191-D572-47E1-BA59-6B7551F6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E729F-A961-4144-BBEC-4379289F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57F7E-C1E9-4A4F-A981-7370DC02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AI ideas and need priorities.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62A7E-F8E4-4B75-A70F-0C87CCE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B9455-43A6-4947-BB5E-D1FA0BB0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4A6A8-2B95-4353-9654-9EF138C4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 and audit readiness.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AFD19-E19C-492A-B474-D038201D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54724-48D8-4A68-BEB1-73C93272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4091C-3733-4D1E-A05A-AD6AC31A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FC6AAC-9C50-4AD8-935D-F74E7027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4EA35C-3EC7-459E-BDAC-88C8DAB7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6CA65-F936-45F6-B718-CDE8E1F9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preserve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A1991-200C-467D-8B78-1C09B5C8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33CC96-38DF-4F9F-9D06-D7EC4552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069A863D-362B-4A9A-8312-056FFD54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5C4625-4A98-483B-92FF-8287970E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02050-AF86-47D1-8320-F48FC625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832126-6C98-42F6-B118-D5B51E1F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DC147C-F0F6-4F42-9C2F-393E7084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E733DB-8820-4A54-B67A-4B27D022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25666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D9B9F-9180-4CDC-9254-4D5CEA2E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B11D7-9320-47AF-8B30-F2A09FB1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98CFD-5F98-4E1A-8047-8941CB10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BA411-80E9-49BA-B6A3-DFB64071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1B8AE-C0BD-4E23-A4DE-A2783819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1E29C-73DB-4F57-9AE4-34D1421A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0C3F4-2F00-49CE-AAD8-E91CFFDF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07B0E-C5B9-4E6E-BDD4-FAE922DE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FBB19-3BC1-4656-AFED-2525E588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EEBCB-B198-4EA9-BBE1-D506094C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E76D4-8F98-46EA-AA1B-F0A6F94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55387-460A-40DB-804B-71D9AA8B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DFBD1-2229-44EC-9017-986E62D8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AC07B-E672-40D9-879E-ACDF4CF8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9A74E-1201-484A-9CC2-8EDF8E7C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53551-DE85-42E1-ABEA-7FAA6DCD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54757-0330-4847-AEF7-673D9732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543F8-EFD2-4D4F-A1D6-BABDB6CE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27689-BD3E-4BF3-AADE-E702FD6D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5EA6B-1531-4E6B-8AFA-39D9768B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CD27A-1841-4637-950B-3AA864CC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6E4402-D505-4F95-AA5D-AD344C23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EC51D-FC11-4D82-8DE4-41506358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EAFD8E-2E0E-4180-8993-18B01E49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CFF53A-E74A-4374-8AC4-2E84F631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8A43DD-9155-42EE-B0EC-6501C161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682919-A416-438A-8882-7999BF3F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operating model can support change.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ED9EDA-05E5-472D-BA54-7589089D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F9160-3169-41B1-9D1E-98AC4E2D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7BE288E2-7361-4765-B5DA-E56984D1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553786-E904-459A-8838-44CE4CD8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F4B09-83B6-4AF8-B369-208FAD5D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74A58E-8CE6-4736-BDD3-08BD60D1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872D62-BF9C-479C-B494-7CC253B9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F73876-68F0-4B75-8AAF-5CD54DEB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328260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9DBEAA-2780-4304-84F7-9CF48A01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541F7-A682-405C-84E7-5389B30D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C170F-0619-4306-9344-AAB1E9C5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BE164-FA6C-4DF2-A26D-EDFF8A73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995F9-112E-44AA-B186-81341B95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DD5E2-5E18-4403-AD0A-9E815E2E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254AC-5C03-4F6E-A118-EA453275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94BAB-624B-4B96-9BEA-4111BB68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76F1B-EF60-4A1A-91C9-F9960875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CBF39-5F02-48AA-8D69-24FC2F45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EF08E-3721-45EC-82FA-DCFED3AB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441FD-277E-4DD2-80CF-5BD55BE8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24F29-615E-4EE5-B9AF-A8588DCD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2EFAE-26A3-48D9-8412-25EB4A02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EE550-2A6C-466C-8B96-90AA9A88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CCE76-888A-4E58-A50F-803039BF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71DE0-0277-4A13-855E-686265DE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3F845-40D5-48EE-9F0A-73233E7B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F550D-9133-4B63-A8A0-9DC4F312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83E38-DB9A-46F6-A582-F410D87B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E46DF-5AD5-40E3-AC62-171446AE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082FD-1689-44E1-AB44-73B2DDEA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D41BAC-7B39-4625-A4A1-2BBB7917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7A48E9-E39A-4725-877B-D17B2960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3EE612-8438-4ED5-BE52-51D9248E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FD0C25E8-BAB4-446A-901B-C7B1E06B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927AD0-EE28-4DC8-8291-53979DD4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0EF7F8-79DF-43AC-BB38-C29B638E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6FC04F-5774-40C9-93F8-8D9A67EE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5E39FF-AC49-4710-9921-2E6526B9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3B8A7E-1E16-4EC2-8967-750D3E36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51673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E87B28-E38F-4F16-8AC9-0C4E51E2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1D643-C17D-4AF7-8451-8FCB8760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0C1E4-AC1D-4F48-B854-C3444978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D15F8-D4D6-4E6F-AB5B-6B88413D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C2C7D-43F7-402E-978B-BABB61E0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3ECFB-C474-4DE5-894C-4BC94D8B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3A56B-919F-4746-A85C-C9D3DD63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F49A9-D2AC-484E-A164-F934FF75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26EA5-2171-437B-B220-9BA533F4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833C1-1255-4B14-8AE1-9BFE7B8C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BB7BD-9A61-4717-949F-B717DE41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970B9-586E-476A-A99C-78393570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30CD6-0A88-4227-8969-25548978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8797A-9544-40D6-BCD2-6A0C4330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379F7-A431-4BA8-AF61-A20A16E0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F061D-B685-4942-B379-E334D5F7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FE6FE-066A-434E-8CB0-16FC67EE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F15B3-1AE3-4395-A901-6799B799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D7D29-2CC2-44D2-A71C-42C638D2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AB820B-D7F4-497B-AFE2-4D5EAD30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91F73-1BD6-40AC-8325-3F0EAB51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30AFB6-5698-42C1-B0B7-C3BD39CD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49F738-6A85-4D47-8B48-E46BE2EB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E6593-DA38-4D29-B953-A721D525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173C54-D3DF-4A1E-BD2C-B71979E3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22AC4-BA92-400C-94FF-E837F75F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DDD4AE-5869-4AC7-B001-B5BC5CE4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9E548A-A1DC-42E5-B489-06C50200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4D9B8D-B819-4B63-9BF3-DE0DB645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004B14-FDE6-45EA-9FA0-DFFEF555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F8CE35-3AA7-4961-9EFA-0A0D7AC5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7CCD0D-CED7-4562-8877-CC6D49F4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E865D5-7B7C-474A-B201-6A198BFD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39A1CD-1801-47ED-9E40-5D081DFC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8BE16D-3D5D-465F-9F68-E9BB933D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5DD6166F-1B4E-4A16-BBB3-7842E646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27B976-718B-4703-B255-56F14BBC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23FBF9-FB67-4357-86FC-A84BD30B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334072-1AB3-4442-860D-5A3F77EB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EC634B-FA59-4522-AB8D-F26691B8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0D728C-8FD1-4E2C-B1AD-E13EE7EB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98685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607E24-92A0-4F4B-8C63-2D39B272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6A74A-69E2-435E-993F-65241A81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7A058-1BFA-430A-902F-45F3ADB3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7AAC0-07D6-4B0C-A5D5-52C07D5C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0260F-BAC6-4D38-A685-FF1FEEC8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347FE-878F-4AAD-8534-F566902B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C00B0-89EA-4821-B3C9-3F2764A0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B493A-6273-4A84-A5BF-3C1F47B4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4917F-9FEC-4CE0-A14F-CB26C112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6482F-9072-4474-859E-A9B06CB4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75147-4FA8-4367-935E-AB1498D4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611C4-5392-4BBC-9D14-515BBBAF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06E0E-AC76-49ED-8FAA-7805D50C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5DB4B-8A90-4FD4-BC67-8ED31409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25754-6F78-4CCC-9E8C-DCB83B46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A2F0C-E9DF-4970-89DF-7781AACE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27CB5-E4D0-4DAD-BE59-F284B12E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C3DFCC-0936-4343-B881-BE559429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BB60B-207A-4009-8BF5-164BA2B3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815B7-81C6-4714-B34D-639F6825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3B6CD5-A8A2-446E-8191-8755E1E6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A4CE16-AF42-43B6-9A59-25F336EC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A90CED-B643-4EC6-9022-F6EE6EBD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731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0D7D1-8CC9-4498-B211-98AF6806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1CC0F-56D5-4CAF-BD64-CC94AD48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E047A2-A3CD-44E1-9DB9-DA2E8112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0A262-F241-4E06-A14F-E988379E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9E45293C-99CA-4288-85AE-E7784309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BD03A7-8291-452A-A108-876775D3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130FD2-2243-45B2-AB48-AC6F6F94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9626A4-9F6E-4A2D-AE14-0AA3C2D7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2CC6F0-A002-441D-B73B-8EDA30F5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337A13-91BF-4371-98AE-165C6BB0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139161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599747-189D-4BEF-B6E3-C9061C87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8A184-C3BA-4F9E-ADC9-264A9CA3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FC424-9DF8-4B41-AEDF-0A7CC71B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EF7A7-7B63-4924-8CBF-C86539AC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57730-F8F7-4C33-87EB-EBB94230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131C7-09F7-4334-B115-A4F29535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5EA19-1A48-426E-9DE4-AF3106AA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299C8-2BD9-43D8-9D84-D54078F5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BC1D0-560C-459D-ACB0-754018B2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68A83-3459-4475-B2A7-04EF8D5A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5136A-8C65-40C4-85B5-624EFDCE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B8722-3D26-4F3E-80F7-C731D758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98AE2-2F51-49BF-8FD5-1AA93C7B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the rationale behind execution as change accelerates.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56A67-BD87-4CA3-A00E-976812DB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CE282-58FC-4F3E-A5FB-AC76044A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D9DA2-D18F-458A-B094-4E9C336E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F979D-D980-4435-9E9F-36943F21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18" name="pager-pill">
            <a:extLst xmlns:a="http://schemas.openxmlformats.org/drawingml/2006/main">
              <a:ext uri="{FF2B5EF4-FFF2-40B4-BE49-F238E27FC236}">
                <a16:creationId xmlns:a16="http://schemas.microsoft.com/office/drawing/2014/main" id="{432C21DF-5600-4C04-907B-9953550E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E3934-A3D4-437C-B61A-93E0085D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1FC7C-48E0-42F6-B074-99D94FF8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0F4A60-2113-4E6F-8503-F8E733B1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BC17C-275D-43B7-9618-2CD77653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BCC051-F2F8-4A39-B4E5-066AF244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83830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62BB74-9B7F-4125-9D9B-286AD6F1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A4286-1B1D-40A6-BAEB-7DED0C21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9862C-1868-494F-AF15-7E2589C1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BC41E-ABC6-4107-8865-42482F07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4DF7A-935B-4CE6-90B1-38757843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CEA2A-644E-4CE2-B281-15E3FA52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87FAB-71BD-4040-A8E6-1CE37D5C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CD2FF-D061-42CF-87CB-9C884899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29361-AD3B-479A-BE57-247C649F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7F669-5F29-4134-8837-9AF3BDD9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E2725-EDDD-43F4-8BC1-4EEE5AC8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16A57-F4DE-4015-9A85-70057B28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550A6-39BE-4EE8-A421-005A2D32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A2116-3E8C-4699-8A49-B45C8D55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B141C-B154-46E3-ADCF-2512CAFC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F74BB-B7F4-413E-A39D-08B37CD2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C2450-6CBC-4872-8DFB-B5C9244F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E5FD6-5B37-44AD-8421-BCC27950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74A58-E6A5-4F3D-B608-C2FC4608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F1E2DE-B70D-40EA-B6B7-2887D439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3D04E-AE0E-4C1D-8436-9F75E11F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971620-C57B-4DB3-BD07-6BCB8910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26EFB-4D66-40A3-99A1-B44243D2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CCFC9A0A-D094-43E8-B2D1-A2AAB1DC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92234-72D7-4558-A695-AB258C34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02BF3-4BA3-49F2-B879-005DEA10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0897D-40DB-4776-895E-C7A27E7A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43B862-AD89-45D6-937B-BB69F90E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A800E7-D358-47D2-9F34-B183B830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247247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C72A02-6B33-433C-B428-FA031AEA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BB8CB-F5D2-4D44-AB6F-17DFA400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CED0E-EF3A-4D36-A46C-3F971D14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52670-B7D8-4430-9612-66765E28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02D28-C7E9-4B30-B6E4-3AB2C806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5B879-44B4-4461-B387-93CC3F09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44E16-270D-46DD-9903-E8793885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C7CFA-D593-4566-90E7-8511F149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77913-6C20-417A-836F-BAC8518E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80FF2-9DD3-43C4-BEDE-7E00DA6B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FFE41-F7BF-45C6-89F4-FB17556C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251E3-AED2-4BA4-8C20-E25DF1D8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A5978-3F16-4AB5-BE08-CE71D233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74F45-C831-471B-A210-7982C9C0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F4DA3-ACC8-40D9-9C4D-19544AAD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01899-1627-4DDF-8613-D9EA5776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CE976-10C3-4224-B1FD-3F66C337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B3D74-C97C-4133-8060-19022F2A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4CD5D1-C9EB-4EB5-BDAC-7120FF83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74A86-1676-42C3-BA84-4D3321A4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1FD00-F504-4027-A1B0-B20C82CA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EB2A9-D090-4F79-8C3E-FDE74FBF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44D3DE-64B4-4F0D-B627-5860CB7C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892C3-F853-4B03-9CA3-17A40E3F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39366D-5F43-4452-949C-855D7C7D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84E499-F383-46DA-9240-327DF4F1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65592A-91B5-4DFB-9121-D185E652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1282AE-81D5-4FA7-A51A-3E281D35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2E7233-C6D2-431F-8612-8722FEA9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946A0FBB-D8A9-4874-89C2-D51045A6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4A62C4-EC4A-4244-AD51-82777EE5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BCC2E6-8806-4432-B739-F4D7CFDF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437D81-E888-4013-8985-427086B1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B46B68-40D9-47AC-9553-32F9097B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0E82F3-76F5-4304-A372-97205229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996751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6515F6-A75E-45AB-ACF2-65AC5861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407D4-7EBB-4552-BC18-01404D31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94BA6-B840-4D89-9EF3-E63A6CC4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95C49-F1DB-4197-9066-D8AF0D7E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E1335-5454-4B7F-A495-84AD40B5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7B6C7-9419-4E69-A269-136796D7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F98C2-6008-4C25-B3DE-1AB6FC26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A1F24-3E34-4319-97AE-3AF3A5D8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56FBE-58DF-4689-9C4E-B1750FF3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6BF12-2F19-44F3-AAD2-57B0D80C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339AE-2C86-49DA-8523-3A14FE59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EE5F1-91C4-46A4-818A-81788917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B4A6B-C6FA-493F-A80A-EC0BA6EE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E6939-4456-47E2-9D54-D924EF3E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D03F8-A692-4D3B-A378-4F9DC439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14255-51CA-460A-A6F7-2B377AB4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BA8F4-8F53-4C03-837D-9DE61266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650632-781B-402A-B2EA-45B1F25C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B9B53-69BA-4F5A-A5FF-BA23A9DF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B1194-A052-43A7-BC25-C7A489F8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29947-50FD-4602-BA54-CFCB57BE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3A8C71-AAC0-4840-AC5A-0937D783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51384-EC5A-401D-8ABF-7A1087DB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trusted partner's guide to when ShiftBy can help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BE08F3F2-B77C-493D-8537-1CE708C5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FD8F47-F642-4457-AAAF-09F0D22B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D3453-62F8-44E8-BC48-DBEC68D0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C288E1-75C7-4865-BA92-CD44927B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382B15-0B05-4D62-B044-2CD90E86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7B05EA-71D6-4053-8776-D3D95DAD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49265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2026-06-15T08:39:31.0410000Z</dcterms:created>
  <dcterms:modified xsi:type="dcterms:W3CDTF">2026-06-15T08:39:31.0410000Z</dcterms:modified>
</coreProperties>
</file>