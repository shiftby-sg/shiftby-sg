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fa27cd414a41bc" /><Relationship Type="http://schemas.openxmlformats.org/officeDocument/2006/relationships/extended-properties" Target="/docProps/app.xml" Id="R69c9c3dc2e0a429a" /><Relationship Type="http://schemas.openxmlformats.org/officeDocument/2006/relationships/officeDocument" Target="/ppt/presentation.xml" Id="R3b6a765f94d34b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2378f0619949dc"/>
  </p:sldMasterIdLst>
  <p:notesMasterIdLst>
    <p:notesMasterId xmlns:r="http://schemas.openxmlformats.org/officeDocument/2006/relationships" r:id="Re76dec63d9f84a13"/>
  </p:notesMasterIdLst>
  <p:sldIdLst>
    <p:sldId xmlns:r="http://schemas.openxmlformats.org/officeDocument/2006/relationships" id="256" r:id="R55e7c48fc4584612"/>
    <p:sldId xmlns:r="http://schemas.openxmlformats.org/officeDocument/2006/relationships" id="257" r:id="R92d03979756c436d"/>
    <p:sldId xmlns:r="http://schemas.openxmlformats.org/officeDocument/2006/relationships" id="258" r:id="Rc73f54203a434007"/>
    <p:sldId xmlns:r="http://schemas.openxmlformats.org/officeDocument/2006/relationships" id="259" r:id="Rd4cd13006a5a4b1c"/>
    <p:sldId xmlns:r="http://schemas.openxmlformats.org/officeDocument/2006/relationships" id="260" r:id="R455f6ea7af424b54"/>
    <p:sldId xmlns:r="http://schemas.openxmlformats.org/officeDocument/2006/relationships" id="261" r:id="Rf9e9334cad304086"/>
    <p:sldId xmlns:r="http://schemas.openxmlformats.org/officeDocument/2006/relationships" id="262" r:id="R2a12bfc33a0040d5"/>
    <p:sldId xmlns:r="http://schemas.openxmlformats.org/officeDocument/2006/relationships" id="263" r:id="Rc28becbf2c8e485a"/>
    <p:sldId xmlns:r="http://schemas.openxmlformats.org/officeDocument/2006/relationships" id="264" r:id="R627bfcfc13014f81"/>
    <p:sldId xmlns:r="http://schemas.openxmlformats.org/officeDocument/2006/relationships" id="265" r:id="R85c64aa6e4a24f8a"/>
    <p:sldId xmlns:r="http://schemas.openxmlformats.org/officeDocument/2006/relationships" id="266" r:id="Rfea330da64454e1b"/>
    <p:sldId xmlns:r="http://schemas.openxmlformats.org/officeDocument/2006/relationships" id="267" r:id="R38ca9dcc04054ce3"/>
    <p:sldId xmlns:r="http://schemas.openxmlformats.org/officeDocument/2006/relationships" id="268" r:id="R937f1bd5f3e242ca"/>
    <p:sldId xmlns:r="http://schemas.openxmlformats.org/officeDocument/2006/relationships" id="269" r:id="R667fe8791dbc4b23"/>
    <p:sldId xmlns:r="http://schemas.openxmlformats.org/officeDocument/2006/relationships" id="270" r:id="R412bb3c82f4d4219"/>
    <p:sldId xmlns:r="http://schemas.openxmlformats.org/officeDocument/2006/relationships" id="271" r:id="R20f5884a312445a8"/>
    <p:sldId xmlns:r="http://schemas.openxmlformats.org/officeDocument/2006/relationships" id="272" r:id="Rdff99e29c8d54d8a"/>
    <p:sldId xmlns:r="http://schemas.openxmlformats.org/officeDocument/2006/relationships" id="273" r:id="Rbb904967e625458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ce4093012840ce" /><Relationship Type="http://schemas.openxmlformats.org/officeDocument/2006/relationships/slideMaster" Target="/ppt/slideMasters/slideMaster1.xml" Id="Rb42378f0619949dc" /><Relationship Type="http://schemas.openxmlformats.org/officeDocument/2006/relationships/notesMaster" Target="/ppt/notesMasters/notesMaster1.xml" Id="Re76dec63d9f84a13" /><Relationship Type="http://schemas.openxmlformats.org/officeDocument/2006/relationships/presProps" Target="/ppt/presProps.xml" Id="Rc66916778750471c" /><Relationship Type="http://schemas.openxmlformats.org/officeDocument/2006/relationships/viewProps" Target="/ppt/viewProps.xml" Id="R9f6670a29fef4b48" /><Relationship Type="http://schemas.openxmlformats.org/officeDocument/2006/relationships/tableStyles" Target="/ppt/tableStyles.xml" Id="R731b996d38774720" /><Relationship Type="http://schemas.openxmlformats.org/officeDocument/2006/relationships/slide" Target="/ppt/slides/slide1.xml" Id="R55e7c48fc4584612" /><Relationship Type="http://schemas.openxmlformats.org/officeDocument/2006/relationships/slide" Target="/ppt/slides/slide2.xml" Id="R92d03979756c436d" /><Relationship Type="http://schemas.openxmlformats.org/officeDocument/2006/relationships/slide" Target="/ppt/slides/slide3.xml" Id="Rc73f54203a434007" /><Relationship Type="http://schemas.openxmlformats.org/officeDocument/2006/relationships/slide" Target="/ppt/slides/slide4.xml" Id="Rd4cd13006a5a4b1c" /><Relationship Type="http://schemas.openxmlformats.org/officeDocument/2006/relationships/slide" Target="/ppt/slides/slide5.xml" Id="R455f6ea7af424b54" /><Relationship Type="http://schemas.openxmlformats.org/officeDocument/2006/relationships/slide" Target="/ppt/slides/slide6.xml" Id="Rf9e9334cad304086" /><Relationship Type="http://schemas.openxmlformats.org/officeDocument/2006/relationships/slide" Target="/ppt/slides/slide7.xml" Id="R2a12bfc33a0040d5" /><Relationship Type="http://schemas.openxmlformats.org/officeDocument/2006/relationships/slide" Target="/ppt/slides/slide8.xml" Id="Rc28becbf2c8e485a" /><Relationship Type="http://schemas.openxmlformats.org/officeDocument/2006/relationships/slide" Target="/ppt/slides/slide9.xml" Id="R627bfcfc13014f81" /><Relationship Type="http://schemas.openxmlformats.org/officeDocument/2006/relationships/slide" Target="/ppt/slides/slide10.xml" Id="R85c64aa6e4a24f8a" /><Relationship Type="http://schemas.openxmlformats.org/officeDocument/2006/relationships/slide" Target="/ppt/slides/slide11.xml" Id="Rfea330da64454e1b" /><Relationship Type="http://schemas.openxmlformats.org/officeDocument/2006/relationships/slide" Target="/ppt/slides/slide12.xml" Id="R38ca9dcc04054ce3" /><Relationship Type="http://schemas.openxmlformats.org/officeDocument/2006/relationships/slide" Target="/ppt/slides/slide13.xml" Id="R937f1bd5f3e242ca" /><Relationship Type="http://schemas.openxmlformats.org/officeDocument/2006/relationships/slide" Target="/ppt/slides/slide14.xml" Id="R667fe8791dbc4b23" /><Relationship Type="http://schemas.openxmlformats.org/officeDocument/2006/relationships/slide" Target="/ppt/slides/slide15.xml" Id="R412bb3c82f4d4219" /><Relationship Type="http://schemas.openxmlformats.org/officeDocument/2006/relationships/slide" Target="/ppt/slides/slide16.xml" Id="R20f5884a312445a8" /><Relationship Type="http://schemas.openxmlformats.org/officeDocument/2006/relationships/slide" Target="/ppt/slides/slide17.xml" Id="Rdff99e29c8d54d8a" /><Relationship Type="http://schemas.openxmlformats.org/officeDocument/2006/relationships/slide" Target="/ppt/slides/slide18.xml" Id="Rbb904967e62545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2d1f4d37744b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913e5077684cdf" /><Relationship Type="http://schemas.openxmlformats.org/officeDocument/2006/relationships/notesMaster" Target="/ppt/notesMasters/notesMaster1.xml" Id="R4c78b75272c24b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2d453f9016422c" /><Relationship Type="http://schemas.openxmlformats.org/officeDocument/2006/relationships/notesMaster" Target="/ppt/notesMasters/notesMaster1.xml" Id="Rb1e7b762ff6741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e2dc405804f18" /><Relationship Type="http://schemas.openxmlformats.org/officeDocument/2006/relationships/notesMaster" Target="/ppt/notesMasters/notesMaster1.xml" Id="Rfcc781c208e442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8eea4f19014271" /><Relationship Type="http://schemas.openxmlformats.org/officeDocument/2006/relationships/notesMaster" Target="/ppt/notesMasters/notesMaster1.xml" Id="R47f9ede7d1ba47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7e90d030364137" /><Relationship Type="http://schemas.openxmlformats.org/officeDocument/2006/relationships/notesMaster" Target="/ppt/notesMasters/notesMaster1.xml" Id="Rf08e8c72a76544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00b4476aaa450d" /><Relationship Type="http://schemas.openxmlformats.org/officeDocument/2006/relationships/notesMaster" Target="/ppt/notesMasters/notesMaster1.xml" Id="Rc4fd8090e5e940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cc38e1bb804254" /><Relationship Type="http://schemas.openxmlformats.org/officeDocument/2006/relationships/notesMaster" Target="/ppt/notesMasters/notesMaster1.xml" Id="R70905321f8f649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60ceb708e74dd2" /><Relationship Type="http://schemas.openxmlformats.org/officeDocument/2006/relationships/notesMaster" Target="/ppt/notesMasters/notesMaster1.xml" Id="R9c29af1c293e49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ff6bc2ee3240e8" /><Relationship Type="http://schemas.openxmlformats.org/officeDocument/2006/relationships/notesMaster" Target="/ppt/notesMasters/notesMaster1.xml" Id="Rba71d58851e84d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e9e19398e74873" /><Relationship Type="http://schemas.openxmlformats.org/officeDocument/2006/relationships/notesMaster" Target="/ppt/notesMasters/notesMaster1.xml" Id="R5e5abfdab53346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62a28e000a4824" /><Relationship Type="http://schemas.openxmlformats.org/officeDocument/2006/relationships/notesMaster" Target="/ppt/notesMasters/notesMaster1.xml" Id="R4da4e5c8a81844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9d64fedf7e45c8" /><Relationship Type="http://schemas.openxmlformats.org/officeDocument/2006/relationships/notesMaster" Target="/ppt/notesMasters/notesMaster1.xml" Id="R8b9d37c2eb4047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ddce89afc544ad" /><Relationship Type="http://schemas.openxmlformats.org/officeDocument/2006/relationships/notesMaster" Target="/ppt/notesMasters/notesMaster1.xml" Id="Re0c8b59ff6cf4a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e934eecca645f2" /><Relationship Type="http://schemas.openxmlformats.org/officeDocument/2006/relationships/notesMaster" Target="/ppt/notesMasters/notesMaster1.xml" Id="R2112363a97ca4d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2ade1024384bc8" /><Relationship Type="http://schemas.openxmlformats.org/officeDocument/2006/relationships/notesMaster" Target="/ppt/notesMasters/notesMaster1.xml" Id="Rfc6f8f42a0cf47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586246490240fb" /><Relationship Type="http://schemas.openxmlformats.org/officeDocument/2006/relationships/notesMaster" Target="/ppt/notesMasters/notesMaster1.xml" Id="Rb67d75b06dc646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e9739e0c1d410b" /><Relationship Type="http://schemas.openxmlformats.org/officeDocument/2006/relationships/notesMaster" Target="/ppt/notesMasters/notesMaster1.xml" Id="R3eaf46d4876a4b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ab80f86c814180" /><Relationship Type="http://schemas.openxmlformats.org/officeDocument/2006/relationships/notesMaster" Target="/ppt/notesMasters/notesMaster1.xml" Id="Rb65a3481312d4b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91bdb92554a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de60e54a6c43da" /><Relationship Type="http://schemas.openxmlformats.org/officeDocument/2006/relationships/slideLayout" Target="/ppt/slideLayouts/slideLayout1.xml" Id="R6fc4f7ee0cca4c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c4f7ee0cca4c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ed0a1838a4889" /><Relationship Type="http://schemas.openxmlformats.org/officeDocument/2006/relationships/image" Target="/ppt/media/image.png" Id="R383a9dcc31fe44db" /><Relationship Type="http://schemas.openxmlformats.org/officeDocument/2006/relationships/notesSlide" Target="/ppt/notesSlides/notesSlide1.xml" Id="R169f6035e80541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99ae4467345c8" /><Relationship Type="http://schemas.openxmlformats.org/officeDocument/2006/relationships/image" Target="/ppt/media/image2.png" Id="Rde2da38eda5a4b27" /><Relationship Type="http://schemas.openxmlformats.org/officeDocument/2006/relationships/notesSlide" Target="/ppt/notesSlides/notesSlide2.xml" Id="R273ad48c85f34c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54b9e1ee14d60" /><Relationship Type="http://schemas.openxmlformats.org/officeDocument/2006/relationships/image" Target="/ppt/media/image3.png" Id="R5c7e2cc7d90045db" /><Relationship Type="http://schemas.openxmlformats.org/officeDocument/2006/relationships/notesSlide" Target="/ppt/notesSlides/notesSlide3.xml" Id="R12dfae6670d54a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b4d8a78824013" /><Relationship Type="http://schemas.openxmlformats.org/officeDocument/2006/relationships/image" Target="/ppt/media/image4.png" Id="R69183e1a3fb04518" /><Relationship Type="http://schemas.openxmlformats.org/officeDocument/2006/relationships/notesSlide" Target="/ppt/notesSlides/notesSlide4.xml" Id="R29ad3423376f40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44fc37db447a0" /><Relationship Type="http://schemas.openxmlformats.org/officeDocument/2006/relationships/image" Target="/ppt/media/image5.png" Id="Rb0b099173625409c" /><Relationship Type="http://schemas.openxmlformats.org/officeDocument/2006/relationships/notesSlide" Target="/ppt/notesSlides/notesSlide5.xml" Id="R079d8827ec6643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86772f7d649c9" /><Relationship Type="http://schemas.openxmlformats.org/officeDocument/2006/relationships/image" Target="/ppt/media/image6.png" Id="R00a0416ad5694bb4" /><Relationship Type="http://schemas.openxmlformats.org/officeDocument/2006/relationships/notesSlide" Target="/ppt/notesSlides/notesSlide6.xml" Id="R07666d54af0444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f262828d245d6" /><Relationship Type="http://schemas.openxmlformats.org/officeDocument/2006/relationships/image" Target="/ppt/media/image7.png" Id="R80f280baad0047bb" /><Relationship Type="http://schemas.openxmlformats.org/officeDocument/2006/relationships/notesSlide" Target="/ppt/notesSlides/notesSlide7.xml" Id="R41c8e6dd07b043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7a5b3cb67419c" /><Relationship Type="http://schemas.openxmlformats.org/officeDocument/2006/relationships/image" Target="/ppt/media/image8.png" Id="R4f76f4e8b19944e9" /><Relationship Type="http://schemas.openxmlformats.org/officeDocument/2006/relationships/notesSlide" Target="/ppt/notesSlides/notesSlide8.xml" Id="Rd66041d752ef4e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52bb4a63d4358" /><Relationship Type="http://schemas.openxmlformats.org/officeDocument/2006/relationships/image" Target="/ppt/media/image9.png" Id="Ra1b1779a0cce4aaa" /><Relationship Type="http://schemas.openxmlformats.org/officeDocument/2006/relationships/notesSlide" Target="/ppt/notesSlides/notesSlide9.xml" Id="R1ddd09d900ce46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dea8a485748f0" /><Relationship Type="http://schemas.openxmlformats.org/officeDocument/2006/relationships/image" Target="/ppt/media/image10.png" Id="R799ee20896264822" /><Relationship Type="http://schemas.openxmlformats.org/officeDocument/2006/relationships/notesSlide" Target="/ppt/notesSlides/notesSlide10.xml" Id="R4c4ed3cfa97246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04db6959b4b79" /><Relationship Type="http://schemas.openxmlformats.org/officeDocument/2006/relationships/image" Target="/ppt/media/image11.png" Id="R92767802737c4892" /><Relationship Type="http://schemas.openxmlformats.org/officeDocument/2006/relationships/notesSlide" Target="/ppt/notesSlides/notesSlide11.xml" Id="Re475215406034a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4091c6b954be0" /><Relationship Type="http://schemas.openxmlformats.org/officeDocument/2006/relationships/image" Target="/ppt/media/image12.png" Id="R335924d0e45144a9" /><Relationship Type="http://schemas.openxmlformats.org/officeDocument/2006/relationships/notesSlide" Target="/ppt/notesSlides/notesSlide12.xml" Id="R3e26fcc2859743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cc6a4e0144e12" /><Relationship Type="http://schemas.openxmlformats.org/officeDocument/2006/relationships/image" Target="/ppt/media/image13.png" Id="R19a647e9111b4114" /><Relationship Type="http://schemas.openxmlformats.org/officeDocument/2006/relationships/notesSlide" Target="/ppt/notesSlides/notesSlide13.xml" Id="Rc6db3d6713cb4c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639e7d59044ff" /><Relationship Type="http://schemas.openxmlformats.org/officeDocument/2006/relationships/image" Target="/ppt/media/image14.png" Id="R6aa165e39f554737" /><Relationship Type="http://schemas.openxmlformats.org/officeDocument/2006/relationships/notesSlide" Target="/ppt/notesSlides/notesSlide14.xml" Id="R7bc1ecff6c494e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530e4f4674d98" /><Relationship Type="http://schemas.openxmlformats.org/officeDocument/2006/relationships/image" Target="/ppt/media/image15.png" Id="R3f5052edcb344075" /><Relationship Type="http://schemas.openxmlformats.org/officeDocument/2006/relationships/notesSlide" Target="/ppt/notesSlides/notesSlide15.xml" Id="Ra4cacc18fd784f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a0fe3845b403f" /><Relationship Type="http://schemas.openxmlformats.org/officeDocument/2006/relationships/image" Target="/ppt/media/image16.png" Id="R352f57e37b2d4716" /><Relationship Type="http://schemas.openxmlformats.org/officeDocument/2006/relationships/notesSlide" Target="/ppt/notesSlides/notesSlide16.xml" Id="Rcae3ddd863f242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846c0b75749ed" /><Relationship Type="http://schemas.openxmlformats.org/officeDocument/2006/relationships/image" Target="/ppt/media/image17.png" Id="Ra5a3dc60313a448d" /><Relationship Type="http://schemas.openxmlformats.org/officeDocument/2006/relationships/notesSlide" Target="/ppt/notesSlides/notesSlide17.xml" Id="Rbe5530aea5b246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15749c1d74acf" /><Relationship Type="http://schemas.openxmlformats.org/officeDocument/2006/relationships/image" Target="/ppt/media/image18.png" Id="Rfbf756de8bbc4303" /><Relationship Type="http://schemas.openxmlformats.org/officeDocument/2006/relationships/notesSlide" Target="/ppt/notesSlides/notesSlide18.xml" Id="Rb3a3cdd437ed4a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a9dcc31fe44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26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da38eda5a4b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5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e2cc7d90045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7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83e1a3fb045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31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09917362540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7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0416ad5694b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56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280baad0047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3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6f4e8b19944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5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1779a0cce4a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1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ee208962648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506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67802737c48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16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924d0e45144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61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647e9111b41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682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165e39f5547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581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ositioning-bg">
            <a:extLst xmlns:a="http://schemas.openxmlformats.org/drawingml/2006/main">
              <a:ext uri="{FF2B5EF4-FFF2-40B4-BE49-F238E27FC236}">
                <a16:creationId xmlns:a16="http://schemas.microsoft.com/office/drawing/2014/main" id="{EFE0CF45-AF52-4E0F-A78D-AC4FB41B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positioning-brand">
            <a:extLst xmlns:a="http://schemas.openxmlformats.org/drawingml/2006/main">
              <a:ext uri="{FF2B5EF4-FFF2-40B4-BE49-F238E27FC236}">
                <a16:creationId xmlns:a16="http://schemas.microsoft.com/office/drawing/2014/main" id="{5A270C24-40AC-444B-A528-65DC7891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positioning-meta">
            <a:extLst xmlns:a="http://schemas.openxmlformats.org/drawingml/2006/main">
              <a:ext uri="{FF2B5EF4-FFF2-40B4-BE49-F238E27FC236}">
                <a16:creationId xmlns:a16="http://schemas.microsoft.com/office/drawing/2014/main" id="{D9926BC5-9B8F-4A5C-A36B-E0354401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4" name="positioning-rule-top">
            <a:extLst xmlns:a="http://schemas.openxmlformats.org/drawingml/2006/main">
              <a:ext uri="{FF2B5EF4-FFF2-40B4-BE49-F238E27FC236}">
                <a16:creationId xmlns:a16="http://schemas.microsoft.com/office/drawing/2014/main" id="{825C2078-2673-4942-9B20-601F4235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positioning-rule-bottom">
            <a:extLst xmlns:a="http://schemas.openxmlformats.org/drawingml/2006/main">
              <a:ext uri="{FF2B5EF4-FFF2-40B4-BE49-F238E27FC236}">
                <a16:creationId xmlns:a16="http://schemas.microsoft.com/office/drawing/2014/main" id="{EA75E8E8-505C-49E1-834F-F1E7411C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positioning-footer">
            <a:extLst xmlns:a="http://schemas.openxmlformats.org/drawingml/2006/main">
              <a:ext uri="{FF2B5EF4-FFF2-40B4-BE49-F238E27FC236}">
                <a16:creationId xmlns:a16="http://schemas.microsoft.com/office/drawing/2014/main" id="{27736752-270A-46A6-87B6-43DA18D0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Partner talk track: make the value easy to repeat.</a:t>
            </a:r>
          </a:p>
        </p:txBody>
      </p:sp>
      <p:sp>
        <p:nvSpPr>
          <p:cNvPr id="7" name="positioning-page">
            <a:extLst xmlns:a="http://schemas.openxmlformats.org/drawingml/2006/main">
              <a:ext uri="{FF2B5EF4-FFF2-40B4-BE49-F238E27FC236}">
                <a16:creationId xmlns:a16="http://schemas.microsoft.com/office/drawing/2014/main" id="{A508705A-7E51-46C4-925C-84B9C499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15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39DB7-21E9-4F1F-A715-4F1ED72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4A4D1-B194-4BD8-A08E-60FB0092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partners should position ShiftBy in 20 seconds.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BE27E-04DC-42CF-8CF1-0947A26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666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a Singapore-based, founder-led advisory practice that helps leaders preserve understanding as execution becomes distributed across people, systems, suppliers, automation, and 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944DF-910A-42D3-978B-48DF11C0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61531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2B4F1-6E8A-427A-B9C8-6A38807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561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Say this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81FFE-AA27-4245-A8DA-763F75F1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5619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helps leaders preserve understanding when execution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It is most useful when decisions, knowledge, ownership, and accountability become harder to keep connected.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B7D6D-98D9-4883-B6FF-E9D41C7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77000"/>
            <a:ext cx="6153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6E597-FFB0-4829-A986-F5064234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724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Best used when a customer says: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4E901-6C06-4F83-BD84-F3EFB428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866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AI adoption</a:t>
            </a:r>
          </a:p>
          <a:p xmlns:a="http://schemas.openxmlformats.org/drawingml/2006/main">
            <a:pPr algn="l"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Governance and assurance</a:t>
            </a:r>
          </a:p>
          <a:p xmlns:a="http://schemas.openxmlformats.org/drawingml/2006/main">
            <a:pPr algn="l"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Knowledge loss and drift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052edcb344075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601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gagement-bg">
            <a:extLst xmlns:a="http://schemas.openxmlformats.org/drawingml/2006/main">
              <a:ext uri="{FF2B5EF4-FFF2-40B4-BE49-F238E27FC236}">
                <a16:creationId xmlns:a16="http://schemas.microsoft.com/office/drawing/2014/main" id="{EB8A3514-653E-4053-984F-92B43DCF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engagement-brand">
            <a:extLst xmlns:a="http://schemas.openxmlformats.org/drawingml/2006/main">
              <a:ext uri="{FF2B5EF4-FFF2-40B4-BE49-F238E27FC236}">
                <a16:creationId xmlns:a16="http://schemas.microsoft.com/office/drawing/2014/main" id="{C7995AA4-3D28-4812-B066-778E5E1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engagement-meta">
            <a:extLst xmlns:a="http://schemas.openxmlformats.org/drawingml/2006/main">
              <a:ext uri="{FF2B5EF4-FFF2-40B4-BE49-F238E27FC236}">
                <a16:creationId xmlns:a16="http://schemas.microsoft.com/office/drawing/2014/main" id="{BABC7684-9AC7-4B8F-9E40-A9C489D9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4" name="engagement-rule-top">
            <a:extLst xmlns:a="http://schemas.openxmlformats.org/drawingml/2006/main">
              <a:ext uri="{FF2B5EF4-FFF2-40B4-BE49-F238E27FC236}">
                <a16:creationId xmlns:a16="http://schemas.microsoft.com/office/drawing/2014/main" id="{EFAFA2DE-699F-4A9C-BA18-44CD9174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engagement-rule-bottom">
            <a:extLst xmlns:a="http://schemas.openxmlformats.org/drawingml/2006/main">
              <a:ext uri="{FF2B5EF4-FFF2-40B4-BE49-F238E27FC236}">
                <a16:creationId xmlns:a16="http://schemas.microsoft.com/office/drawing/2014/main" id="{8DFFFF2C-36D2-4D88-AAD7-91BE742C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engagement-footer">
            <a:extLst xmlns:a="http://schemas.openxmlformats.org/drawingml/2006/main">
              <a:ext uri="{FF2B5EF4-FFF2-40B4-BE49-F238E27FC236}">
                <a16:creationId xmlns:a16="http://schemas.microsoft.com/office/drawing/2014/main" id="{BA50DF01-4DC2-483C-8526-CA7DA90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clarity: how ShiftBy typically engages.</a:t>
            </a:r>
          </a:p>
        </p:txBody>
      </p:sp>
      <p:sp>
        <p:nvSpPr>
          <p:cNvPr id="7" name="engagement-page">
            <a:extLst xmlns:a="http://schemas.openxmlformats.org/drawingml/2006/main">
              <a:ext uri="{FF2B5EF4-FFF2-40B4-BE49-F238E27FC236}">
                <a16:creationId xmlns:a16="http://schemas.microsoft.com/office/drawing/2014/main" id="{76B2BA9C-00BF-4D32-A96F-8E1E9877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16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8181B-2F91-4158-9507-359AA182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F0933-D804-4A07-916C-9191704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ShiftBy engages.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69483-73CD-49D8-A705-A769271F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work usually starts with a focused advisory conversation, then expands only where the organization needs more clarity, confidence, and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D9094-073E-4692-92F5-64E0EEA1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13290-AC4C-4FAC-B791-DEDFBCE3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Advisory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9F139-876F-49BB-9B32-63D2F08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Clarify direction, decisions, and priorities before work broadens.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ED5C4-56BE-48AA-8B77-A24FF228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858CA-AEA6-418F-86B8-658AA21E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39D6C-22AD-442A-8074-BC74AA82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Align leadership teams around the challenge and the next move.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1C6F7-3C18-42FF-9288-B2B5EDC9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759A4-58AA-48CE-AA6C-4AEF60C3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Capability mapping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28AA6-96DE-48E3-9F00-1978DDC0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Map traceability, memory, accountability, and execution into a working picture.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16938-238D-4730-A3A0-9D3434B0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71765-5A31-4FCE-843B-4160F4CA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Ongoing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F1E9D-724E-4DD8-AEE8-FAA737A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Stay with the work as priorities, risks, and decisions continue to change.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41F23-5E68-4C8F-8BF2-B00CA3D5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00100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Start small. Move fast. Deepen only where the organization needs it.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f57e37b2d4716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0899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comes-bg">
            <a:extLst xmlns:a="http://schemas.openxmlformats.org/drawingml/2006/main">
              <a:ext uri="{FF2B5EF4-FFF2-40B4-BE49-F238E27FC236}">
                <a16:creationId xmlns:a16="http://schemas.microsoft.com/office/drawing/2014/main" id="{675BC608-DCB4-42AB-8F53-1866D089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outcomes-brand">
            <a:extLst xmlns:a="http://schemas.openxmlformats.org/drawingml/2006/main">
              <a:ext uri="{FF2B5EF4-FFF2-40B4-BE49-F238E27FC236}">
                <a16:creationId xmlns:a16="http://schemas.microsoft.com/office/drawing/2014/main" id="{12EDD0A9-F761-4DD8-B9DB-B9CBA756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outcomes-meta">
            <a:extLst xmlns:a="http://schemas.openxmlformats.org/drawingml/2006/main">
              <a:ext uri="{FF2B5EF4-FFF2-40B4-BE49-F238E27FC236}">
                <a16:creationId xmlns:a16="http://schemas.microsoft.com/office/drawing/2014/main" id="{0C5F3D51-F127-478C-AE1D-AD7B4426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TYPICAL OUTCOMES</a:t>
            </a:r>
          </a:p>
        </p:txBody>
      </p:sp>
      <p:sp>
        <p:nvSpPr>
          <p:cNvPr id="4" name="outcomes-rule-top">
            <a:extLst xmlns:a="http://schemas.openxmlformats.org/drawingml/2006/main">
              <a:ext uri="{FF2B5EF4-FFF2-40B4-BE49-F238E27FC236}">
                <a16:creationId xmlns:a16="http://schemas.microsoft.com/office/drawing/2014/main" id="{D4E995B8-9790-4B15-A969-E59AEF42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outcomes-rule-bottom">
            <a:extLst xmlns:a="http://schemas.openxmlformats.org/drawingml/2006/main">
              <a:ext uri="{FF2B5EF4-FFF2-40B4-BE49-F238E27FC236}">
                <a16:creationId xmlns:a16="http://schemas.microsoft.com/office/drawing/2014/main" id="{1D4F03CD-5AEB-4317-B122-6A547F8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outcomes-footer">
            <a:extLst xmlns:a="http://schemas.openxmlformats.org/drawingml/2006/main">
              <a:ext uri="{FF2B5EF4-FFF2-40B4-BE49-F238E27FC236}">
                <a16:creationId xmlns:a16="http://schemas.microsoft.com/office/drawing/2014/main" id="{608DF771-B7D4-4C3C-B91B-B99E6BDF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value: what the engagement should leave behind.</a:t>
            </a:r>
          </a:p>
        </p:txBody>
      </p:sp>
      <p:sp>
        <p:nvSpPr>
          <p:cNvPr id="7" name="outcomes-page">
            <a:extLst xmlns:a="http://schemas.openxmlformats.org/drawingml/2006/main">
              <a:ext uri="{FF2B5EF4-FFF2-40B4-BE49-F238E27FC236}">
                <a16:creationId xmlns:a16="http://schemas.microsoft.com/office/drawing/2014/main" id="{AEB66AFF-157E-4AB6-867E-CD2BC560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17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3C9DA-73C1-4F41-9323-D0431153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84BFA-DC81-4DBC-94BA-B91769C9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7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What a good engagement should leave behind.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189B8-6630-4BFD-A825-CD30484F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C0C31-6544-4211-A4CE-FBB3ADE7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Clearer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7A1CB-6544-4C33-BB9B-6FD75C1B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sharper view of what is being decided, who owns it, and why it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aim is not more discussion. It is better decision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24D53-FFA3-4C93-8C4F-DE16BD16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EE641-251E-4C89-9405-7A23886A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Recoverable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CC920-3285-4F7D-8DC7-BAE00B80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better ability to reconstruct the rationale, evidence, and change history behind important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That makes the organization easier to explain and defend.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EEBDB-2004-42B6-84A0-B33D7A4A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9D28E5-D60C-479C-B55C-0D14F484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Stronger 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894CA-671F-4C8E-AD40-00FE785B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Clearer ownership across teams, systems, suppliers, automation, and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Confidence becomes easier to preserve when responsibility stays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B933C-D2AC-4400-BBAA-57EE406F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1153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outcome is practical: more confidence, less drift, and a better basis for action.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3dc60313a448d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9159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ingapore-bg">
            <a:extLst xmlns:a="http://schemas.openxmlformats.org/drawingml/2006/main">
              <a:ext uri="{FF2B5EF4-FFF2-40B4-BE49-F238E27FC236}">
                <a16:creationId xmlns:a16="http://schemas.microsoft.com/office/drawing/2014/main" id="{65B6AADE-FEE6-4380-A183-80D910EC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singapore-brand">
            <a:extLst xmlns:a="http://schemas.openxmlformats.org/drawingml/2006/main">
              <a:ext uri="{FF2B5EF4-FFF2-40B4-BE49-F238E27FC236}">
                <a16:creationId xmlns:a16="http://schemas.microsoft.com/office/drawing/2014/main" id="{90854D6D-6ADB-42E7-8907-73F27C65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singapore-meta">
            <a:extLst xmlns:a="http://schemas.openxmlformats.org/drawingml/2006/main">
              <a:ext uri="{FF2B5EF4-FFF2-40B4-BE49-F238E27FC236}">
                <a16:creationId xmlns:a16="http://schemas.microsoft.com/office/drawing/2014/main" id="{09BD81CD-D64E-419F-8C13-9BDF08D6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SINGAPORE / APAC</a:t>
            </a:r>
          </a:p>
        </p:txBody>
      </p:sp>
      <p:sp>
        <p:nvSpPr>
          <p:cNvPr id="4" name="singapore-rule-top">
            <a:extLst xmlns:a="http://schemas.openxmlformats.org/drawingml/2006/main">
              <a:ext uri="{FF2B5EF4-FFF2-40B4-BE49-F238E27FC236}">
                <a16:creationId xmlns:a16="http://schemas.microsoft.com/office/drawing/2014/main" id="{FB1D0E8E-CD97-4428-849B-AD3C0B56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singapore-rule-bottom">
            <a:extLst xmlns:a="http://schemas.openxmlformats.org/drawingml/2006/main">
              <a:ext uri="{FF2B5EF4-FFF2-40B4-BE49-F238E27FC236}">
                <a16:creationId xmlns:a16="http://schemas.microsoft.com/office/drawing/2014/main" id="{1A00EF7D-2D53-48BB-BF8A-9CE53742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singapore-footer">
            <a:extLst xmlns:a="http://schemas.openxmlformats.org/drawingml/2006/main">
              <a:ext uri="{FF2B5EF4-FFF2-40B4-BE49-F238E27FC236}">
                <a16:creationId xmlns:a16="http://schemas.microsoft.com/office/drawing/2014/main" id="{9175EC9E-96BA-445C-A1B8-9B325217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Singapore context: local, founder-led, APAC-aware.</a:t>
            </a:r>
          </a:p>
        </p:txBody>
      </p:sp>
      <p:sp>
        <p:nvSpPr>
          <p:cNvPr id="7" name="singapore-page">
            <a:extLst xmlns:a="http://schemas.openxmlformats.org/drawingml/2006/main">
              <a:ext uri="{FF2B5EF4-FFF2-40B4-BE49-F238E27FC236}">
                <a16:creationId xmlns:a16="http://schemas.microsoft.com/office/drawing/2014/main" id="{C9068751-0A7F-4855-AE6F-6B4CF69A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18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892C6-BF67-4FA2-9010-650FDD40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SINGAPORE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BF396-9DFA-42CD-851A-55FF79A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123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Built for Singapore conversations, with APAC leadership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0BA30-1C17-4EB5-9B5F-17373310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752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positioned for Singapore-based leaders and partner conversations where AI, governance, knowledge, and execution intersect.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F8624-1C1A-4537-A78A-4E02C10C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87EEB-728B-402C-9972-624735B2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Singapore-based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EF872-5364-47A4-98A2-598439B6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Founder-led advisory work rooted in Singapore and relevant for local enterprise conversations.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5F1C9-E1A0-4116-8C3B-70BC4698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B2E20-46F2-4715-B24F-6804CD9B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APAC leadership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E65E7-3EB5-4F8C-8B49-B91AD95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Useful for regional operating environments where execution, governance, and knowledge move across teams.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EB93B-F705-4564-9CE5-C225B438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1EAAB-E4BC-4332-9F39-05DBFEAB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Local contact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AA32C-1110-4307-8A88-811198A7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Vision Exchange, 2 Venture Drive, #19-18, Singapore 608526.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C30CB-B483-4493-B8D2-F527276B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24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63A60-43D0-425D-96BA-AD55600A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48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For partner sharing in Singapore and the region.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756de8bbc4303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02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2026-06-14T17:37:52.5420000Z</dcterms:created>
  <dcterms:modified xsi:type="dcterms:W3CDTF">2026-06-14T17:37:52.5420000Z</dcterms:modified>
</coreProperties>
</file>