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6ec4fc0ca64c2b" /><Relationship Type="http://schemas.openxmlformats.org/officeDocument/2006/relationships/extended-properties" Target="/docProps/app.xml" Id="Rfb43dcd38f174202" /><Relationship Type="http://schemas.openxmlformats.org/officeDocument/2006/relationships/officeDocument" Target="/ppt/presentation.xml" Id="Rf2e4965121a64a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226bf964ae47df"/>
  </p:sldMasterIdLst>
  <p:notesMasterIdLst>
    <p:notesMasterId xmlns:r="http://schemas.openxmlformats.org/officeDocument/2006/relationships" r:id="R5d04740a6b634b7a"/>
  </p:notesMasterIdLst>
  <p:sldIdLst>
    <p:sldId xmlns:r="http://schemas.openxmlformats.org/officeDocument/2006/relationships" id="256" r:id="Rf1ae10b173de4a34"/>
    <p:sldId xmlns:r="http://schemas.openxmlformats.org/officeDocument/2006/relationships" id="257" r:id="Rcc422110dbc64d9e"/>
    <p:sldId xmlns:r="http://schemas.openxmlformats.org/officeDocument/2006/relationships" id="258" r:id="Rb44878a77d294740"/>
    <p:sldId xmlns:r="http://schemas.openxmlformats.org/officeDocument/2006/relationships" id="259" r:id="R2e58e7a2225547ed"/>
    <p:sldId xmlns:r="http://schemas.openxmlformats.org/officeDocument/2006/relationships" id="260" r:id="Rff1b5bf500a74794"/>
    <p:sldId xmlns:r="http://schemas.openxmlformats.org/officeDocument/2006/relationships" id="261" r:id="Rff1c24f533e643f4"/>
    <p:sldId xmlns:r="http://schemas.openxmlformats.org/officeDocument/2006/relationships" id="262" r:id="R8cecb9c0b71642be"/>
    <p:sldId xmlns:r="http://schemas.openxmlformats.org/officeDocument/2006/relationships" id="263" r:id="Rf1471b5e5ecf44ea"/>
    <p:sldId xmlns:r="http://schemas.openxmlformats.org/officeDocument/2006/relationships" id="264" r:id="Rf787f9d8d06345de"/>
    <p:sldId xmlns:r="http://schemas.openxmlformats.org/officeDocument/2006/relationships" id="265" r:id="R009f8f0fa58d4dce"/>
    <p:sldId xmlns:r="http://schemas.openxmlformats.org/officeDocument/2006/relationships" id="266" r:id="Ref8e2720cd584e07"/>
    <p:sldId xmlns:r="http://schemas.openxmlformats.org/officeDocument/2006/relationships" id="267" r:id="Ra4194057c2d34c78"/>
    <p:sldId xmlns:r="http://schemas.openxmlformats.org/officeDocument/2006/relationships" id="268" r:id="Re5381bc0d4a24c27"/>
    <p:sldId xmlns:r="http://schemas.openxmlformats.org/officeDocument/2006/relationships" id="269" r:id="R0feac890a9fc460a"/>
    <p:sldId xmlns:r="http://schemas.openxmlformats.org/officeDocument/2006/relationships" id="270" r:id="R869c9a4d156f4f79"/>
    <p:sldId xmlns:r="http://schemas.openxmlformats.org/officeDocument/2006/relationships" id="271" r:id="Rac18162ebc76471d"/>
    <p:sldId xmlns:r="http://schemas.openxmlformats.org/officeDocument/2006/relationships" id="272" r:id="R25605516fae9481a"/>
    <p:sldId xmlns:r="http://schemas.openxmlformats.org/officeDocument/2006/relationships" id="273" r:id="R43ea2c158ea349f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4cd1004b674638" /><Relationship Type="http://schemas.openxmlformats.org/officeDocument/2006/relationships/slideMaster" Target="/ppt/slideMasters/slideMaster1.xml" Id="Rb5226bf964ae47df" /><Relationship Type="http://schemas.openxmlformats.org/officeDocument/2006/relationships/notesMaster" Target="/ppt/notesMasters/notesMaster1.xml" Id="R5d04740a6b634b7a" /><Relationship Type="http://schemas.openxmlformats.org/officeDocument/2006/relationships/presProps" Target="/ppt/presProps.xml" Id="R875e6d049dbf49f2" /><Relationship Type="http://schemas.openxmlformats.org/officeDocument/2006/relationships/tableStyles" Target="/ppt/tableStyles.xml" Id="Rfaed344f76a64976" /><Relationship Type="http://schemas.openxmlformats.org/officeDocument/2006/relationships/slide" Target="/ppt/slides/slide1.xml" Id="Rf1ae10b173de4a34" /><Relationship Type="http://schemas.openxmlformats.org/officeDocument/2006/relationships/slide" Target="/ppt/slides/slide2.xml" Id="Rcc422110dbc64d9e" /><Relationship Type="http://schemas.openxmlformats.org/officeDocument/2006/relationships/slide" Target="/ppt/slides/slide3.xml" Id="Rb44878a77d294740" /><Relationship Type="http://schemas.openxmlformats.org/officeDocument/2006/relationships/slide" Target="/ppt/slides/slide4.xml" Id="R2e58e7a2225547ed" /><Relationship Type="http://schemas.openxmlformats.org/officeDocument/2006/relationships/slide" Target="/ppt/slides/slide5.xml" Id="Rff1b5bf500a74794" /><Relationship Type="http://schemas.openxmlformats.org/officeDocument/2006/relationships/slide" Target="/ppt/slides/slide6.xml" Id="Rff1c24f533e643f4" /><Relationship Type="http://schemas.openxmlformats.org/officeDocument/2006/relationships/slide" Target="/ppt/slides/slide7.xml" Id="R8cecb9c0b71642be" /><Relationship Type="http://schemas.openxmlformats.org/officeDocument/2006/relationships/slide" Target="/ppt/slides/slide8.xml" Id="Rf1471b5e5ecf44ea" /><Relationship Type="http://schemas.openxmlformats.org/officeDocument/2006/relationships/slide" Target="/ppt/slides/slide9.xml" Id="Rf787f9d8d06345de" /><Relationship Type="http://schemas.openxmlformats.org/officeDocument/2006/relationships/slide" Target="/ppt/slides/slide10.xml" Id="R009f8f0fa58d4dce" /><Relationship Type="http://schemas.openxmlformats.org/officeDocument/2006/relationships/slide" Target="/ppt/slides/slide11.xml" Id="Ref8e2720cd584e07" /><Relationship Type="http://schemas.openxmlformats.org/officeDocument/2006/relationships/slide" Target="/ppt/slides/slide12.xml" Id="Ra4194057c2d34c78" /><Relationship Type="http://schemas.openxmlformats.org/officeDocument/2006/relationships/slide" Target="/ppt/slides/slide13.xml" Id="Re5381bc0d4a24c27" /><Relationship Type="http://schemas.openxmlformats.org/officeDocument/2006/relationships/slide" Target="/ppt/slides/slide14.xml" Id="R0feac890a9fc460a" /><Relationship Type="http://schemas.openxmlformats.org/officeDocument/2006/relationships/slide" Target="/ppt/slides/slide15.xml" Id="R869c9a4d156f4f79" /><Relationship Type="http://schemas.openxmlformats.org/officeDocument/2006/relationships/slide" Target="/ppt/slides/slide16.xml" Id="Rac18162ebc76471d" /><Relationship Type="http://schemas.openxmlformats.org/officeDocument/2006/relationships/slide" Target="/ppt/slides/slide17.xml" Id="R25605516fae9481a" /><Relationship Type="http://schemas.openxmlformats.org/officeDocument/2006/relationships/slide" Target="/ppt/slides/slide18.xml" Id="R43ea2c158ea349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2813e06d3b44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97e8593ea2492c" /><Relationship Type="http://schemas.openxmlformats.org/officeDocument/2006/relationships/notesMaster" Target="/ppt/notesMasters/notesMaster1.xml" Id="Re62ba3fe313844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2da0be966241e3" /><Relationship Type="http://schemas.openxmlformats.org/officeDocument/2006/relationships/notesMaster" Target="/ppt/notesMasters/notesMaster1.xml" Id="R6a9c20ccfae944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ab6f75038f4416" /><Relationship Type="http://schemas.openxmlformats.org/officeDocument/2006/relationships/notesMaster" Target="/ppt/notesMasters/notesMaster1.xml" Id="R5ac2b231668542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ba585fe848413b" /><Relationship Type="http://schemas.openxmlformats.org/officeDocument/2006/relationships/notesMaster" Target="/ppt/notesMasters/notesMaster1.xml" Id="R9c288fbf49644a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6bad60e55a4d4c" /><Relationship Type="http://schemas.openxmlformats.org/officeDocument/2006/relationships/notesMaster" Target="/ppt/notesMasters/notesMaster1.xml" Id="R2eed722b842845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4751c4305845f0" /><Relationship Type="http://schemas.openxmlformats.org/officeDocument/2006/relationships/notesMaster" Target="/ppt/notesMasters/notesMaster1.xml" Id="Rbb151ba93c9b44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5b9af0af86470a" /><Relationship Type="http://schemas.openxmlformats.org/officeDocument/2006/relationships/notesMaster" Target="/ppt/notesMasters/notesMaster1.xml" Id="R7c552ac2e2754d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2b6c449faa42c8" /><Relationship Type="http://schemas.openxmlformats.org/officeDocument/2006/relationships/notesMaster" Target="/ppt/notesMasters/notesMaster1.xml" Id="R7e1d94772a214c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243957af064232" /><Relationship Type="http://schemas.openxmlformats.org/officeDocument/2006/relationships/notesMaster" Target="/ppt/notesMasters/notesMaster1.xml" Id="R7aa194d450754b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06db6d2b4b4fa1" /><Relationship Type="http://schemas.openxmlformats.org/officeDocument/2006/relationships/notesMaster" Target="/ppt/notesMasters/notesMaster1.xml" Id="R50d43a8cada146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6922dea5eb4629" /><Relationship Type="http://schemas.openxmlformats.org/officeDocument/2006/relationships/notesMaster" Target="/ppt/notesMasters/notesMaster1.xml" Id="Rd408dcf577b74d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5a33ceaed34adf" /><Relationship Type="http://schemas.openxmlformats.org/officeDocument/2006/relationships/notesMaster" Target="/ppt/notesMasters/notesMaster1.xml" Id="R67bd1cf536094d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808b339adc4d58" /><Relationship Type="http://schemas.openxmlformats.org/officeDocument/2006/relationships/notesMaster" Target="/ppt/notesMasters/notesMaster1.xml" Id="R37849fe6dc0343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ed6a3d7dbf458f" /><Relationship Type="http://schemas.openxmlformats.org/officeDocument/2006/relationships/notesMaster" Target="/ppt/notesMasters/notesMaster1.xml" Id="R8efc0a6307e540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b4cb83f0e84588" /><Relationship Type="http://schemas.openxmlformats.org/officeDocument/2006/relationships/notesMaster" Target="/ppt/notesMasters/notesMaster1.xml" Id="Rb3b802e190084ef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082c009bc64b05" /><Relationship Type="http://schemas.openxmlformats.org/officeDocument/2006/relationships/notesMaster" Target="/ppt/notesMasters/notesMaster1.xml" Id="R8db8126f35504c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ca8c92b06a40d8" /><Relationship Type="http://schemas.openxmlformats.org/officeDocument/2006/relationships/notesMaster" Target="/ppt/notesMasters/notesMaster1.xml" Id="R7f8f25b48e7d4c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c57ecc71c84879" /><Relationship Type="http://schemas.openxmlformats.org/officeDocument/2006/relationships/notesMaster" Target="/ppt/notesMasters/notesMaster1.xml" Id="Rcaa1089abcf24d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12a25547f41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85ba9dca02402d" /><Relationship Type="http://schemas.openxmlformats.org/officeDocument/2006/relationships/slideLayout" Target="/ppt/slideLayouts/slideLayout1.xml" Id="Re78d0301c4e14f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8d0301c4e14f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0dd8e0924465a" /><Relationship Type="http://schemas.openxmlformats.org/officeDocument/2006/relationships/notesSlide" Target="/ppt/notesSlides/notesSlide1.xml" Id="Rfe2d9c8c0a4c45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3187aef124256" /><Relationship Type="http://schemas.openxmlformats.org/officeDocument/2006/relationships/notesSlide" Target="/ppt/notesSlides/notesSlide2.xml" Id="R2ab30a47e25c4a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629535cda451c" /><Relationship Type="http://schemas.openxmlformats.org/officeDocument/2006/relationships/notesSlide" Target="/ppt/notesSlides/notesSlide3.xml" Id="R6ef2c60fcbea4f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d2f63ff4e4420" /><Relationship Type="http://schemas.openxmlformats.org/officeDocument/2006/relationships/notesSlide" Target="/ppt/notesSlides/notesSlide4.xml" Id="Re7d57cd7ca5446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ba2c47b12419f" /><Relationship Type="http://schemas.openxmlformats.org/officeDocument/2006/relationships/notesSlide" Target="/ppt/notesSlides/notesSlide5.xml" Id="R7040585b723347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faf193d3e4a15" /><Relationship Type="http://schemas.openxmlformats.org/officeDocument/2006/relationships/notesSlide" Target="/ppt/notesSlides/notesSlide6.xml" Id="R79c5a0d70f4e43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48b6c35124189" /><Relationship Type="http://schemas.openxmlformats.org/officeDocument/2006/relationships/notesSlide" Target="/ppt/notesSlides/notesSlide7.xml" Id="Re9be8ba9b9744a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9d8603c8840d8" /><Relationship Type="http://schemas.openxmlformats.org/officeDocument/2006/relationships/notesSlide" Target="/ppt/notesSlides/notesSlide8.xml" Id="R6fea4f58a78c42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506520220402c" /><Relationship Type="http://schemas.openxmlformats.org/officeDocument/2006/relationships/notesSlide" Target="/ppt/notesSlides/notesSlide9.xml" Id="R37935a8bdb574a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3f59e3ae946ed" /><Relationship Type="http://schemas.openxmlformats.org/officeDocument/2006/relationships/notesSlide" Target="/ppt/notesSlides/notesSlide10.xml" Id="R3236b2b190404d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70994376b4c26" /><Relationship Type="http://schemas.openxmlformats.org/officeDocument/2006/relationships/notesSlide" Target="/ppt/notesSlides/notesSlide11.xml" Id="Radd5a270001f42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cd6d642e64b18" /><Relationship Type="http://schemas.openxmlformats.org/officeDocument/2006/relationships/notesSlide" Target="/ppt/notesSlides/notesSlide12.xml" Id="Ra9b80bfd114e40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cce327c9a4aa1" /><Relationship Type="http://schemas.openxmlformats.org/officeDocument/2006/relationships/notesSlide" Target="/ppt/notesSlides/notesSlide13.xml" Id="R647917b3420548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0c984d29a4bd6" /><Relationship Type="http://schemas.openxmlformats.org/officeDocument/2006/relationships/notesSlide" Target="/ppt/notesSlides/notesSlide14.xml" Id="Re546b913631b42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7277fd93b4aef" /><Relationship Type="http://schemas.openxmlformats.org/officeDocument/2006/relationships/notesSlide" Target="/ppt/notesSlides/notesSlide15.xml" Id="Rb556585361d142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ae123d74e421d" /><Relationship Type="http://schemas.openxmlformats.org/officeDocument/2006/relationships/notesSlide" Target="/ppt/notesSlides/notesSlide16.xml" Id="R273a1e5334ff47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a0f3dbcb74a77" /><Relationship Type="http://schemas.openxmlformats.org/officeDocument/2006/relationships/notesSlide" Target="/ppt/notesSlides/notesSlide17.xml" Id="R55262729dd96435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8e82f2c0840a9" /><Relationship Type="http://schemas.openxmlformats.org/officeDocument/2006/relationships/notesSlide" Target="/ppt/notesSlides/notesSlide18.xml" Id="Ra7b0b3a17bd847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DD2647-269E-4530-9844-5685A12B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5984B-E8EA-45A1-9586-33BC3FE4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C6E06-D37B-4637-B5C8-F484F12C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87BA6-6C42-49E1-A7A8-7435AD98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4413C-D495-42B4-B92F-CB4B3C70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6A2A9-346E-4B03-9F01-06AFB836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F3387-D877-4783-9EC8-951078FB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C5491-1840-4A0F-8EDC-B99682D0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58726-6398-4DA3-92AC-196C210A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428DA-2F47-4D84-BA4D-BE42BE87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1744AE-A347-40EA-9B29-D37EC609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FC36F-197B-439A-BE22-194EEFBC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645A7-CF98-46F3-BC16-80EDCCC8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7E84D-2224-4B27-9683-23E78E62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E1AE72C1-5144-4846-B12F-4849813F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8C813-B261-4822-8C7E-2DEE46D0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CA0B7-717D-4E0D-A688-CB39EA8A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7D873-2F2A-41DC-9D08-208B7FAB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95CDF-A077-493E-94EC-E40AD9AA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50A52-3277-4519-8875-6FB85928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30114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23CBB7-4CCC-441F-87EA-F36C3C66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53178-A8FD-4C39-B614-28FE3670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46E60-5A45-4780-ACE8-CCDAA1DA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BD706-6551-48C0-BFDE-2AC5055C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406A1-FD48-40E6-BBB0-E9C2B074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38F31-EB28-422B-95BD-A828CB0D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1EC34-F020-4BFE-A1AE-4D09CF47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4B608-DC34-4CF7-B64A-114D8FB9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E5FE5-5190-4DF7-AA95-CA40EA4A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9ACD9-B7EA-4064-BED9-E2654A28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43890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the rationale behind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CE47C-5356-41D3-BAEB-E2B3F178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78C0B-0545-4AB9-B7FD-FCBFB7C3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F236E-9492-4391-B46A-FD24BC4E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A3BDC-2449-4E82-ABC9-2A53B118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98CF7-BF4E-48C5-BD22-AD28CF4F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2BD5FA-9CDB-47AB-82F0-59DA2BD5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7423C-AF74-4261-9B56-50B79AD2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11C70D-6152-4C91-810E-297392C2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71665-F291-43AC-A64E-6BBA67BD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2A2CD-477C-4F73-BF03-8BF7BB35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8DDD7-7E4F-4704-9FC6-7460EDFE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4D2EB-D777-4369-92E8-78DE7197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D5D81483-60DE-455F-B9CD-F5D2404F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2DF8CE-17F9-438C-AA4F-BF71276B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9CB7FA-57AA-4F56-AC2F-7AC18867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513C6-5993-40FB-86A5-DF35B65C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AFAD69-E632-4A62-8254-287E6BA8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6053DB-0FBD-4BEA-926F-3EF621C0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78344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9ED776-05B3-474F-88AE-FB5D90F3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8C2C5-11F0-4B33-AFCD-8207359F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28CA5-2E97-4596-B6E3-98C3E473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80E8E-A3A4-427E-9441-23485341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B290B-F78A-4894-9517-910BCF66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6BF87-FFE1-49F6-B3FF-38BEC2DF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AEF93-B3B8-4EAA-8EC2-92E97A4D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FD706-9284-47ED-AC26-5302FE8D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A49E8-5760-4717-A7B8-25949D72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9D823-C4AF-41F8-839F-2C39DB87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3C556-335D-4F8E-ACFA-A7AF694B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D9A55-2CEE-4BE9-87A1-FE974FED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E5AD9-4204-4C72-867F-CE25B78F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362DE-0639-4000-BCCC-D95B1F27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C2BDE-BE8B-428B-BAAD-3F657A98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28D10-3ED9-4B49-8314-AB918283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E8A47F-243C-4794-B68B-A9972451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4AE20-00B9-4680-842E-81784F7C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5BD57D-B570-44C5-A2EC-37FE26D9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C7722-B630-47B8-873C-C43373C6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57A94A-6382-4DC8-B6FD-F550077F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C1DFC-9233-4966-A248-4BB8BD93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71F4DE-63B3-4A69-AA14-8DF95D05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E58C6-60B0-436F-850E-DA9FAE07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DC08EA-1DA3-4E2F-AEDB-BFEEF8EC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A9EAC2-BACC-474C-90EA-DEC52885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09D63-45AE-41FF-AAEC-3A7C52F3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A59B79-7BD4-422A-BB1F-33D1EF1C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65E02-3ADC-4516-BE4D-91328B30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E1041F-B036-4FBF-A9E5-841B52A2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B8597F-03BD-4859-8A44-C84A5065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E82759-5840-45D4-814E-4D92156E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DC74CD-2B83-491B-AD6F-FC6C38E7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938CF6-5449-48B5-A575-6C8F6C5A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BE236071-F077-4D82-9675-C5E6CC16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159C7C-FAEC-49C8-AA36-C26040CE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B0E81F-5342-4732-AE23-C1D7AB14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64A616-F3ED-4953-9A0E-D8C4D8E4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E377C1-4578-4CCE-B3B0-433A2B55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44F3A2-963F-451E-B610-F64352B9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96121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90F370-EB64-44AF-B623-6CBDB282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F4359-52E5-4C42-9924-F4D38667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9D106-6DA0-4771-9C58-A2BA1DD8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979E4-33E1-4B2D-BF14-B75E8A52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A3E1E-F3D2-45F5-B24E-2591AEC3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F4E05-CED9-4A3C-8079-AC57721B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D87D7-241E-4F23-975E-2EA1EA30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11BF72-A495-4D73-AC06-D0683F80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DF895-267E-4358-AC36-A2EB05ED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9BC73-089C-4498-83FD-68E2464B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1C4D9-C010-4E2C-9DB3-3B9CCAC3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B5EB3-6B0C-4AD5-B41F-493C22D0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CA993-A4AD-4FBC-BB0F-71E2BE7A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D63BA-90CA-4644-B25E-AE845EC1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C2890-7DB2-4DCE-ADF0-C9773D8D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B64CA-4FE5-41E9-9B69-D880626E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79AB0-353A-4F43-97B9-3BF3FF41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77EA0-50D5-4D5C-BCE5-5A8A17DB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E891E-C56F-4C14-9F53-0BF1241E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9B08A-D272-4893-96CE-69057E49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5E2F36-3477-49ED-9802-F37D8F13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EC3664-E855-4C73-91DD-0264D876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A38CDB-EFA1-42B6-83E4-03892AB2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57A74-ECCD-483D-A6AF-D53AC33E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3E61EC-CE8E-4BD8-BD60-BD2DA9F3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CB745-C619-4AC7-9F11-9A001B3A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A4D547-4447-4803-8B5E-15C48168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21289B51-5198-4CCC-8DA4-5707087C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5DCC43-7193-4F07-959C-23AE6E7A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E5187A-59FE-4131-AD7E-ACFA2536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49D142-CF92-436A-B4BA-B051312E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1405FA-4E6B-4A5A-8311-E06582B8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D9D215-093F-4178-9808-2351EC8C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15730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EC0C88-9B83-46EB-9F7F-AC007149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4D0E3-F4E2-4E29-9F71-26A6084B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E7F5A-60E7-4C01-B816-3F71ADF0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A1BCB-7DE6-4271-8DC6-FE24F3EB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8F74A-B53E-45E3-8D0C-431E9825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DC179-74BA-4CEA-837B-E6A3530A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C6458-470E-4BD1-B3EF-96E47A09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69943-1EA8-4A9B-A647-3A197C44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6CB4D-7144-48C4-8791-A7546BD9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start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E2A91-029C-48FA-A2D3-64DFB497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41440-F5AC-4031-A9AC-C689497B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BE481-4368-469B-B283-DCD0A628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8A7FD-C2B4-4F90-A8F0-1EBF7E34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4E45A-A111-4C19-A017-EDEE2BFC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B21CA-76EF-4D90-89FC-880ADCE1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25135-F767-4EA4-95E5-74FB08F2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B8D5C-2B96-4CB2-B96C-F432468B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666C6-6F15-4BBE-8899-7A9741DB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3BCFF-06F5-41A9-8EBF-E5714EC6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B0E98-1AD7-4FD9-967C-6D5F305B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CD32A1-B03A-4C13-BF74-80CDF5AC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78C3E-7383-45BA-80D4-8A83B1D2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F9F051-2053-49C4-A1C8-B4D519F2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86BCB9-3E78-428B-88D3-48D002D3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B807E-5AF8-4E51-B0DA-AFF859A5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C76B3F-844D-4B2A-BF40-B7A337D6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81B577-126D-4E95-B869-484A0B57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826DC5-DA7B-4991-8B7A-D8717933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B7E0C-7A35-4615-A261-711537C4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4D4984-0513-4CC3-8590-7C461343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9AA81D-44F5-48E2-B815-A770E353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A88CE6-56A2-4BF9-833B-5EB7C1A5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A95CC4-3D43-4BB7-8174-02123481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2818FC-F143-4502-8DF8-F99FF299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4201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501E8E-D23E-4B21-AC63-CFFF8439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210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494B9F-F144-410B-91FD-F724C8BD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53CF31-5EB0-4119-8892-A7C4FC63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Many functions inherit AI-enabled change before they own it.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C2CD82CE-4BD8-467C-B5F3-162B01F8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AE1AB9-B797-48FC-B8C8-DF40DA7C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0DF1CD-6E18-42DC-BF0F-DA2A2656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8B3797-65B6-4289-AFF9-243527CB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A9ED87-C1AE-44C4-8D35-4DFFB680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107151-918B-4F86-8510-F4620B2E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39515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4D5454-6ECD-4A65-A4EA-17663C2A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BA58D-9ABF-42C8-BC29-98900FC9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7DC14-117C-45BD-88BD-05242529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433C4-D91C-4494-9697-85D1F047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38D34-D1A9-4F1C-AC99-1E61836A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8DF6F-BFE0-4DB9-A781-68D27B5F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41E67-F525-43CD-8195-D2D90E11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BDD67-A4CF-4764-BBFF-FBCFEC92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9E45E-BB58-422C-8770-FF6552FE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47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7E1F7-3F76-4F84-B00A-57D26402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6E8CD-F317-4464-B186-3AF1581C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78795-FF7C-44E2-AB18-2BE362EB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AC8EE4-8C0E-4C1F-BAE5-C83A43E6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07C18-44F7-47DB-BA88-9E9B7863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2BC62-5A3B-4898-B835-F95DDEEA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F4A1E0-9470-47C4-AE43-78548379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663E5-C1E0-4095-9994-86516961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C1C509-1954-453E-8C01-34553125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3033D-1684-46E2-ADED-2502975E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9A774-0019-42AF-A613-20120DCA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00BFB5-C644-48B0-BDF6-3980E06D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9E449-64C4-4347-B9F1-EC533ECF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FFF6C1-F143-489D-95E9-66587822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564B26-B172-4394-B5FF-341A6807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667375"/>
            <a:ext cx="26574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A4692-8A79-41A6-9BED-2E0DBD4E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37999-F595-41B3-8628-D220FEC2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56A4818C-06FD-49F6-806C-19CC348A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3D6C4A-DF9A-4582-AC1F-6AF6519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AF009B-1E24-43DE-B948-048B6F4A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A64D9C-7F28-4E0A-95CA-03DEA4E7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239787-C32C-416B-A716-6198E846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4BCD97-16D2-47F1-9223-2E1DF3F7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7855317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A5E3E0-9A00-4A6F-AA5B-977F3ACB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0CB53-F495-4EEF-AD5E-DE7B7580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2BB70-04F9-4437-BE0B-33A7B2F5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BA163-52C0-4607-AC9C-E98A4D21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B3142-4A9F-4B17-A2EA-38BBD2C9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E993A-F904-465A-945C-2EDD4560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A122D-4D62-4A6F-A763-193D78CB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01D60-26CD-46DB-9D9B-6349DF3C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4B4F1-2D03-4747-89D2-879EF87D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A1A43-CB39-4E11-B8E9-66F85810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000BA5-B15B-4EF1-B688-38F0FCB6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15236-4CBD-42E9-BAA2-BBC9D6B5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7A5BE-D74A-4E80-BECA-18E0C366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C8FD6-9790-4B6C-94F5-33F5E5F0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EA847-6509-4441-B0B5-66B59166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F53A06-3848-4C43-9FCC-2B9637D3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D8C51E-FE4B-45AA-85A5-FC609983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A708B-3D40-417D-9084-4CBD2AF6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9EE73-2855-427E-8AF2-3CAF07CA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18224-31A9-43F0-B6AF-9E2D03CE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E3596-6EC4-41F0-9297-920371BA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D81BC-665E-4199-91BE-CAB97B45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39A0B3-F140-413A-9E56-E90348F5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E19E91-2FF3-493B-A205-1D1E70BF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B12355-B726-43D7-88FA-F3896C45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6577D3-4009-4B11-A996-D59354AB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D3EB48-E260-4580-B264-2A3C1B0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45C526-8695-411A-A965-065E646C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BA0AFC-5DE4-4B0B-8324-29F85C6E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56C302DC-5578-406A-820E-716BB4FB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D774E8-48FB-460D-B150-9740BF85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A74B0E-5A8F-4079-8137-A2F737D9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BD7C61-025D-4E9E-9F4A-96727CEC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78908A-AAAE-495A-8619-C5D8388C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95BD71-00E4-4FF9-9F3C-59AFE544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605990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0B7E0C-26DA-4278-8437-80FBFA94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6ECB9-BD49-43E3-BEDD-950D9191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09D65-4881-4E17-9F4A-85D4EE79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2FF0E-5DC0-4DF8-AB7D-E8B97B43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7617A-FCBA-4ADE-8A92-3B63B969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94783-D01F-4B28-9519-FAA0B946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090E0-31B4-4474-9066-05326D11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9CE31-7F1A-40AA-A973-B3450374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9A5F5-78B4-4E9A-BBA8-0267E720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DAA9B-2723-4838-A365-B8881865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5BEAA-FDB8-4EE5-BF23-26554EC9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5DECB-73D4-4190-B9A2-1B114F2D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8F4EA-3A25-4C9B-8EB2-AE76ABE0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2E9E8-4861-457E-94C2-E1D15272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86CDE-D62A-461E-9E98-D6023E54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CA30A-7E1A-449F-9D42-1E1B3361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65066-616A-4406-9064-154C17D4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EF7F2-2795-4E90-A86E-C6C6B99B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90AF7-4EBB-4BA3-B05E-D84DB4DA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70FE0-1E38-40F5-A4A5-DFB93764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D7B26-15ED-4726-A162-983BCAAA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CF1EBF-02F7-4EC9-9BE0-713EF7A2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02B67-F4B9-43C2-BC78-21CB923A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4770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FE0FE-A4F9-4C3C-AAB4-7662A63F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800850"/>
            <a:ext cx="742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AE47B2-3700-4A88-879D-F030DCC0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7C229D-5523-4247-BE04-F9BEAFEC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C10C2D35-E332-4EFF-B4D9-C5382654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FA3B9E-5B2D-42CC-A44D-BDF5A747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71A5BF-135F-44FE-B831-DFF4489A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757135-40F3-4399-A371-9630AA4D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C1A257-9EF2-4B04-9471-F27FFD87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C64992-B639-4897-A1F2-4C3861A9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484178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D0F37C-814B-4649-B1E0-5013BDD5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72E61-9B2F-4941-BB0B-7BB24A87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E3804-93E1-4488-93A0-2D1DBBB6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554E0-4124-4B50-A37F-2670A9D1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90834-C938-43FB-AA1C-4B49FF5B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E730B-C6D7-4C56-ACE6-66A94551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08B0F-AC0D-432E-A7E5-6D2D94A5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F5FCB-9198-4A2D-95BF-1C8BFA6C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508800-1984-4A28-BC5D-3F6D3923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29FE7-0B5C-4480-9ECC-4B5EE303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84AD8-ADCA-4E83-85D1-B5E140FA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AA70F-36EC-4B4E-9CD3-631252E9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E77D3-3527-4F42-88B5-53B986A1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62AB6-245C-4FEC-B321-58EFEB8D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F004A-DFA5-4A8D-A604-1E19EB57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5D2B1-A401-43CD-BA40-15B67B7A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C5EF4-1FE5-41DE-9C6F-8F7E20B4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5CE3E-BCF8-490F-9EDF-5B90EB43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FD676-089D-43C1-9AB8-C8261AA0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2285D-723F-4267-91B7-9DD1DF56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60DBC3-F758-4003-9E8B-02AFB75D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F481AB-F09A-4DB5-98EB-546F13C1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C0FA6A-BD20-4EE4-932A-3761356B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530B16-25BE-4A13-BE07-65F541B6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5B9E9E-D667-4990-8E9C-1E47B02C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CB4DE6-1468-42FB-9AF5-3CECE0DB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68543E-725F-43BE-8177-DC728B5A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83B4C7-15F5-44AF-9B24-80325610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ABF8DC-D4C6-49A6-ABFE-C77C1A20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40D273-1A53-422B-B439-3855B294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A80339-94AD-434F-8781-D636538F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A55C75-6D7D-4A54-A9D8-3D8C0AC7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D4B4A6-735E-49F9-AF58-E396B036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67FE88-4371-42C8-AEA5-1C0EA447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3C766E-95B0-4BF3-8FE5-8EC27665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B3DBEB65-ACB3-444B-8163-1BF70233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1B31A0-DF48-41BA-892F-8037B024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AFCBF8-66CF-4A63-A077-1065A193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C466FA-65F0-4813-B7AF-631F8FCA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952B3F-AF27-45DC-9779-E500F8FB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802F14-EBAA-4DE1-8A2E-3362A4C7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781863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E483DB-4D5E-4A58-BE00-CBC21FCD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0E440-B777-454B-A7AF-7B089859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E85D2-BF13-41BE-BDE3-7F993A25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11212-72A8-4DF9-8642-7EF89CBB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0370E-0F1F-4338-9A69-6CB857B7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EAAE3-33EE-46D8-812B-361D4DF9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52DAD-F504-43DC-B78A-7769C697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A52E8-9A6A-4AB0-920B-F60F341B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2F300-2748-4A13-8D96-D9F41148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B5343-AD4D-4334-9BC0-81BD4A3F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72E56-D23E-4E5A-9216-3ADF109C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5FDD9-A5AD-4E88-82DA-618242CA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296AC-B513-41FD-B23B-D06490A6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BCD6E-8FE4-47D1-A93B-2A6256FB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F49A4-6E35-4844-8D89-935CD262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BD8E1-CF0C-4262-9404-C690EB70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17E83-8A46-48E8-84DB-0FD1D8C1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2CEAB-6324-45BA-A85A-55CE81B3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6E77D-45E2-421A-BD79-E6BD76BC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90C91-E11F-404A-8FFD-4703AE1C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7BEE4-E9A4-4DC0-A9EE-39BB51EA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4C545-4A63-4310-9683-56AEED7D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BF769A-2E17-46D7-842F-BC10E5B4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179338-B87C-4477-8E94-EBA53E0B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BCF40-3AD4-4EED-823A-C8C40735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220E61-4E0A-4633-BB1C-3491365E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A69631-5531-4AA7-9C7B-E1A6B8F7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B02E6D8C-DA53-4EB0-A961-B33FBDB3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B2195C-7316-4AE2-8309-25C1D036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609CE6-E270-4E86-8095-4F1CDABC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4C5451-1AE7-4A34-A616-F0EE4F7E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3B436A-2D02-4AD3-9072-1C4475EE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77436C-CF26-4555-AEDC-0C63D19A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449752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D8DBE9-93AA-4736-A2FD-F06DC4DD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9D679-CF1B-495F-88CB-9A4169DC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DF08A-7260-411D-94FF-473F8A3D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91B0E-9B07-4A24-9C43-8B6B2F78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ED58A-2C52-4E7F-9C84-ADD89DED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1FFCF-6100-4154-9ABB-8D393CDD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21ABF-4AA1-42A4-88A1-1A8BD14A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94C3F-698E-45B9-AC30-AB904DE6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2A621-BA01-4607-A513-81C49CD6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7A7B3-9DF3-4779-89AF-B74DC0D7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825E4-A91F-4C41-A6F0-0EFD3C2C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46E8C-8301-440A-8B13-9399F0FC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EB489-93DB-4214-9462-F16BC971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443D3-FDF3-47F0-A6AC-372803D7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095326-9A53-4FB2-831C-0802FE73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AEBFB-E7BC-47A7-9F40-EA927DB3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2CF00-9905-4C5F-BD33-5FD2F81A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BD8BB1-D070-468F-9046-C2AB601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9245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Founder-led advisory practice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2BE10-034A-4016-94A5-F96A20C2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324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4F145-DB6B-4696-8D08-EA59865E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43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6C01B-C115-4021-9516-E4D2413D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7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67EAA4-643A-407E-B7FA-2576DC57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8295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CA0E62-A1FD-4B0E-A761-EA0E3352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82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2E8D43-7333-4341-BAFF-E4F750FD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5152CF-8205-473F-926A-5F010BBA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6" name="pager-pill">
            <a:extLst xmlns:a="http://schemas.openxmlformats.org/drawingml/2006/main">
              <a:ext uri="{FF2B5EF4-FFF2-40B4-BE49-F238E27FC236}">
                <a16:creationId xmlns:a16="http://schemas.microsoft.com/office/drawing/2014/main" id="{9CD2F428-3534-496E-AD47-A33AB2C5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064BF0-719F-439F-946F-669D4FCA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47D3AF-E303-44CC-A7B5-532DA145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6E88E7-67D5-432D-BD61-C6E60782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269DF1-AC28-427A-AADA-9DA7C2B3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D7FC43-67DD-4FC9-B031-9BCC74C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475415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87A409-57AE-4139-AFDF-2A053B33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FA88B-C048-419B-BBE1-40CD3CB3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093CF-FAC7-48AA-8FD6-4F86ABA0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7B399-6388-41D9-AE19-364A5B23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A8AD7-FAE0-41E1-BB4A-A0570D53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5751D-D5F2-4821-B7CF-8E3E08F5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F1DFE-8A58-46EF-BF72-C486C4D0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DA757-AC96-4BD9-8BDD-99D49173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517E7-DDFA-41EB-AAD4-99E896D5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B17D7-7A12-4780-BB69-E663FA98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E238C-FA92-4902-B90E-83FBCF9C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603DB-3F20-4514-98F0-A18C43BA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EC07A-5A95-4DC6-A9F6-35D3FD0D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1AC87-E693-4FAF-8593-D3EC8467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DA4E7-8E86-4129-BB9C-D4F884D6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9D450-BA7C-4F60-B647-33C9E20D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78FA0-454E-45D7-AF4D-096DF773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D09B25-9F45-4D04-A458-0ECD9C66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E1173-4DA1-474E-A19D-1A6A5299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229100"/>
            <a:ext cx="3952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157E92-F157-45DD-BD68-7C503320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0387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926508-FBD7-43DE-8EFC-DD799F44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64845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AA89C7-A938-42A1-86AC-DCA1AB92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46625F-0104-4970-8CDA-DE8291A4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AFC14CDB-99B6-48FD-AFF3-A11ACABC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90748F-AEA9-489C-9D15-87136ED3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1D7FEA-A763-407A-9174-83470EE6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DDD670-5324-4BAD-98CF-12DB8D43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302195-5544-4182-88F4-D367BE36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C49AC9-A926-4D41-8AAB-77D2DE20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224373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40D333-EC95-48BC-86C2-B08F9DD1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B9612-D19C-4CD9-A3D4-EEA228EF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BC3F1-23FC-497B-B838-B9803943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075A7-7A87-4D4B-B946-8C9B686F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D5076-3666-448F-ADFF-C757F3DD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5F9D8-EDEA-4CC3-80DF-132CCC40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0C8D7-BE36-4361-9597-DF0D7B8A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1B130-A564-49A3-A150-5E5FCD00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A8E22-52A7-4B75-8FF7-56B22432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3AE85-C331-4802-AEDB-BAF46D63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8F2E6-6178-42A1-A8EF-CEBF0034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2A15A-CE5D-4C25-BED6-7EF8AC96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9465E1-6FDD-40DC-BDEC-D83141C2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E7340-8146-4E7D-966C-0FE2E8F8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EE1B7-5A98-4FEA-9734-972E6C11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E6EE9-491C-4F16-ACFF-6D394B2F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D2F448-A4B9-4F89-A9CF-8FE6D066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72FC5-E974-4A5C-B3D8-DD605961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B6279-7248-43F7-AD3B-9F42FFFC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CE299-1B04-4E7B-81C4-94529F0A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C2E31-D7A9-484D-9FC4-576FF869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A71B3-F189-4F9C-85C0-A6429204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74E913-2F59-441C-A14F-6D393C04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484E8E-0A28-4EF1-8BCE-2181FBE1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26E651-3EAF-448E-AE08-4D144936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66072D-EA14-4FB0-B94C-D661D14D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C1501E-C269-4E68-AAFF-C64A170D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C8E265-BCC1-482B-A1A6-C99F12DE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134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8A688C-ADEE-4666-A7F0-5867976B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DAB648-B0AC-46A1-8BFB-EEA4B39B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1" name="pager-pill">
            <a:extLst xmlns:a="http://schemas.openxmlformats.org/drawingml/2006/main">
              <a:ext uri="{FF2B5EF4-FFF2-40B4-BE49-F238E27FC236}">
                <a16:creationId xmlns:a16="http://schemas.microsoft.com/office/drawing/2014/main" id="{CBB5240E-A054-4416-A913-1B76C833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D89F50-B3D6-42A2-BAEB-3FE02CAA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9294B0-83BB-40F9-B84C-97A52F81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F95F7A-D470-4805-B801-166474E4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44F84A-144E-40B4-8D09-1A615F9F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7866C7-C464-45F6-B783-99EB1FE4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121552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872DE3-1676-41D5-8206-3E068145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BCD23-F8B2-4BA9-B766-36C286CF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338A3-F1E9-475D-9186-3FED7C80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9A171-1744-4935-80F5-55AC8662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B13C0-0052-4EB1-9BC7-4043D741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24367-E3B5-42E8-BC71-72407145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04CD4-9D5E-4EFB-AB00-0BE28226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D9EF5-E0AE-4922-93C8-CC1695D7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0E5F0-9130-4BA6-8218-D6FE6B4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CC8FD-232A-44A5-B878-912A27C2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8045B-87F5-4BAB-82D8-1ADD427F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F8D61-05AA-4642-A86D-A5C46D5E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2DD76-C2B3-4795-A641-9628171A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F25AB-A2DF-45DE-85F8-5B27D0DF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A4726-D40F-48F6-8517-00C7F729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4617C-BA0E-494D-B285-878C927B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56F2E-1609-480D-A6AA-3E447055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A0B32-7DA5-4A13-90C0-14527372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E0FA3A-EAB5-49E6-936A-F54BEB79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00356-2FF6-410F-B908-4C0BA3C7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E769F-4CA8-4DBE-B2A4-6110E8A6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3694D-0EA4-4F1A-B7F1-EB36980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9C143F-FAC1-4A59-9C56-1C7B0EF6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2305D0DA-9CBC-41E5-AC29-997C7067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773551-5D10-4E57-9208-D0B16125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0B0B1-C2AE-4483-8540-078F9F82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0428DA-C457-4EC8-AB5C-3BE1F62D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AC5AD6-D54E-4A60-9FDD-DD7CC229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35FC9E-799D-4675-B5DF-B1CAA1C9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707815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202D61-00AE-45EC-AF75-A0DEA070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35994-EDEB-4DCD-812C-A89B14B1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6C7AA-9CEA-4811-B541-F928E75F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108BE-9D5A-4166-B0B7-A8A0CEA8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19271-41BA-4C26-8C06-D2ACD463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BF0E4-F746-4B48-8869-ADD8A711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CC477-E163-46B9-85FA-B70FD6BA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73285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4842C7-F435-4DCE-8631-9924BCAD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F2E0D-8950-4950-ABE9-B7AF461E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CAC60-2BB8-417C-A713-2ADE4074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7DF17-F6DC-4C4D-86EB-B963DFA3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4A06A-5365-47E1-9FD5-6254BB5E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42D4A-58F2-4F14-A13C-7FC5F130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4A74F-2037-4460-BC74-F1D44C08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31045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E75D46-2B1D-49DD-848E-6C5B0803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D0F79-260F-41E1-9DDC-A73AE57F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4BB18-F258-421E-A745-01CE010F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6FCFD-8E07-4283-A9D1-01A2BCD3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25B4C-FF41-43A3-8C20-1E71CE91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E2BEC-7C2A-4FBD-94CF-512B7A00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5F032-1490-4B45-BD76-0CB64CCE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19322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387130-5232-4630-9184-B1047778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4DD92-0887-4349-BA01-9104B02C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F0600-72F4-47E7-BC33-510C6BC2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11BE0-3013-403D-9887-01F1BE79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B354F-57E3-4E88-9022-66F8127B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ACDF4-2775-47E6-B5AC-1F3D6B75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F9C51-D461-48B9-9D34-BDB1E79B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4823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2026-06-15T06:01:53.6180000Z</dcterms:created>
  <dcterms:modified xsi:type="dcterms:W3CDTF">2026-06-15T06:01:53.6180000Z</dcterms:modified>
</coreProperties>
</file>