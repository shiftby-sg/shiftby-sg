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74ed9223ca4b11" /><Relationship Type="http://schemas.openxmlformats.org/officeDocument/2006/relationships/extended-properties" Target="/docProps/app.xml" Id="R975fc9d4a5014d7f" /><Relationship Type="http://schemas.openxmlformats.org/officeDocument/2006/relationships/officeDocument" Target="/ppt/presentation.xml" Id="R53a475c9b2b445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54f1cbf733441a"/>
  </p:sldMasterIdLst>
  <p:notesMasterIdLst>
    <p:notesMasterId xmlns:r="http://schemas.openxmlformats.org/officeDocument/2006/relationships" r:id="R3d43bcf571d0402e"/>
  </p:notesMasterIdLst>
  <p:sldIdLst>
    <p:sldId xmlns:r="http://schemas.openxmlformats.org/officeDocument/2006/relationships" id="256" r:id="R1f1da8650eb84e87"/>
    <p:sldId xmlns:r="http://schemas.openxmlformats.org/officeDocument/2006/relationships" id="257" r:id="Rbf2bcbed9ced4750"/>
    <p:sldId xmlns:r="http://schemas.openxmlformats.org/officeDocument/2006/relationships" id="258" r:id="R41b6d9b1ff0e4cbf"/>
    <p:sldId xmlns:r="http://schemas.openxmlformats.org/officeDocument/2006/relationships" id="259" r:id="Ra20884794c024401"/>
    <p:sldId xmlns:r="http://schemas.openxmlformats.org/officeDocument/2006/relationships" id="260" r:id="R9f615cbedfbe4aac"/>
    <p:sldId xmlns:r="http://schemas.openxmlformats.org/officeDocument/2006/relationships" id="261" r:id="R7f1c0ab098c941a1"/>
    <p:sldId xmlns:r="http://schemas.openxmlformats.org/officeDocument/2006/relationships" id="262" r:id="Rbd3c4d08843c4acb"/>
    <p:sldId xmlns:r="http://schemas.openxmlformats.org/officeDocument/2006/relationships" id="263" r:id="Rc1d8f791a69e48bf"/>
    <p:sldId xmlns:r="http://schemas.openxmlformats.org/officeDocument/2006/relationships" id="264" r:id="Rf070405f0ed9464f"/>
    <p:sldId xmlns:r="http://schemas.openxmlformats.org/officeDocument/2006/relationships" id="265" r:id="Rf2c1eee55c764ee3"/>
    <p:sldId xmlns:r="http://schemas.openxmlformats.org/officeDocument/2006/relationships" id="266" r:id="Rcd7f4445ea6048d5"/>
    <p:sldId xmlns:r="http://schemas.openxmlformats.org/officeDocument/2006/relationships" id="267" r:id="R57802f7e97f44214"/>
    <p:sldId xmlns:r="http://schemas.openxmlformats.org/officeDocument/2006/relationships" id="268" r:id="R7cee9a0881cb4afd"/>
    <p:sldId xmlns:r="http://schemas.openxmlformats.org/officeDocument/2006/relationships" id="269" r:id="R3dca6bb4a0114e13"/>
    <p:sldId xmlns:r="http://schemas.openxmlformats.org/officeDocument/2006/relationships" id="270" r:id="Rd02e5e3677ce44cf"/>
    <p:sldId xmlns:r="http://schemas.openxmlformats.org/officeDocument/2006/relationships" id="271" r:id="R93bba31de2a64acd"/>
    <p:sldId xmlns:r="http://schemas.openxmlformats.org/officeDocument/2006/relationships" id="272" r:id="R84a3f91d122540e6"/>
    <p:sldId xmlns:r="http://schemas.openxmlformats.org/officeDocument/2006/relationships" id="273" r:id="R43a288dca68b49bd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5a1b966fec4674" /><Relationship Type="http://schemas.openxmlformats.org/officeDocument/2006/relationships/slideMaster" Target="/ppt/slideMasters/slideMaster1.xml" Id="R5854f1cbf733441a" /><Relationship Type="http://schemas.openxmlformats.org/officeDocument/2006/relationships/notesMaster" Target="/ppt/notesMasters/notesMaster1.xml" Id="R3d43bcf571d0402e" /><Relationship Type="http://schemas.openxmlformats.org/officeDocument/2006/relationships/presProps" Target="/ppt/presProps.xml" Id="R6da0f85430174b02" /><Relationship Type="http://schemas.openxmlformats.org/officeDocument/2006/relationships/tableStyles" Target="/ppt/tableStyles.xml" Id="R086b31ad72434082" /><Relationship Type="http://schemas.openxmlformats.org/officeDocument/2006/relationships/slide" Target="/ppt/slides/slide1.xml" Id="R1f1da8650eb84e87" /><Relationship Type="http://schemas.openxmlformats.org/officeDocument/2006/relationships/slide" Target="/ppt/slides/slide2.xml" Id="Rbf2bcbed9ced4750" /><Relationship Type="http://schemas.openxmlformats.org/officeDocument/2006/relationships/slide" Target="/ppt/slides/slide3.xml" Id="R41b6d9b1ff0e4cbf" /><Relationship Type="http://schemas.openxmlformats.org/officeDocument/2006/relationships/slide" Target="/ppt/slides/slide4.xml" Id="Ra20884794c024401" /><Relationship Type="http://schemas.openxmlformats.org/officeDocument/2006/relationships/slide" Target="/ppt/slides/slide5.xml" Id="R9f615cbedfbe4aac" /><Relationship Type="http://schemas.openxmlformats.org/officeDocument/2006/relationships/slide" Target="/ppt/slides/slide6.xml" Id="R7f1c0ab098c941a1" /><Relationship Type="http://schemas.openxmlformats.org/officeDocument/2006/relationships/slide" Target="/ppt/slides/slide7.xml" Id="Rbd3c4d08843c4acb" /><Relationship Type="http://schemas.openxmlformats.org/officeDocument/2006/relationships/slide" Target="/ppt/slides/slide8.xml" Id="Rc1d8f791a69e48bf" /><Relationship Type="http://schemas.openxmlformats.org/officeDocument/2006/relationships/slide" Target="/ppt/slides/slide9.xml" Id="Rf070405f0ed9464f" /><Relationship Type="http://schemas.openxmlformats.org/officeDocument/2006/relationships/slide" Target="/ppt/slides/slide10.xml" Id="Rf2c1eee55c764ee3" /><Relationship Type="http://schemas.openxmlformats.org/officeDocument/2006/relationships/slide" Target="/ppt/slides/slide11.xml" Id="Rcd7f4445ea6048d5" /><Relationship Type="http://schemas.openxmlformats.org/officeDocument/2006/relationships/slide" Target="/ppt/slides/slide12.xml" Id="R57802f7e97f44214" /><Relationship Type="http://schemas.openxmlformats.org/officeDocument/2006/relationships/slide" Target="/ppt/slides/slide13.xml" Id="R7cee9a0881cb4afd" /><Relationship Type="http://schemas.openxmlformats.org/officeDocument/2006/relationships/slide" Target="/ppt/slides/slide14.xml" Id="R3dca6bb4a0114e13" /><Relationship Type="http://schemas.openxmlformats.org/officeDocument/2006/relationships/slide" Target="/ppt/slides/slide15.xml" Id="Rd02e5e3677ce44cf" /><Relationship Type="http://schemas.openxmlformats.org/officeDocument/2006/relationships/slide" Target="/ppt/slides/slide16.xml" Id="R93bba31de2a64acd" /><Relationship Type="http://schemas.openxmlformats.org/officeDocument/2006/relationships/slide" Target="/ppt/slides/slide17.xml" Id="R84a3f91d122540e6" /><Relationship Type="http://schemas.openxmlformats.org/officeDocument/2006/relationships/slide" Target="/ppt/slides/slide18.xml" Id="R43a288dca68b49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dbfd9dd2c44d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054cadd08842de" /><Relationship Type="http://schemas.openxmlformats.org/officeDocument/2006/relationships/notesMaster" Target="/ppt/notesMasters/notesMaster1.xml" Id="R7df5150f127b40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211dc696f34a47" /><Relationship Type="http://schemas.openxmlformats.org/officeDocument/2006/relationships/notesMaster" Target="/ppt/notesMasters/notesMaster1.xml" Id="R40966ab62e584e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e987f0f6b64ed3" /><Relationship Type="http://schemas.openxmlformats.org/officeDocument/2006/relationships/notesMaster" Target="/ppt/notesMasters/notesMaster1.xml" Id="Rf31d9a36c09144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339275f1f94269" /><Relationship Type="http://schemas.openxmlformats.org/officeDocument/2006/relationships/notesMaster" Target="/ppt/notesMasters/notesMaster1.xml" Id="R4e32a52b2c7346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e35b6bbe8b46b1" /><Relationship Type="http://schemas.openxmlformats.org/officeDocument/2006/relationships/notesMaster" Target="/ppt/notesMasters/notesMaster1.xml" Id="R9eef856594ce44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bba511ac0e47f8" /><Relationship Type="http://schemas.openxmlformats.org/officeDocument/2006/relationships/notesMaster" Target="/ppt/notesMasters/notesMaster1.xml" Id="Rc4b0598b9ebc47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902230f4604b07" /><Relationship Type="http://schemas.openxmlformats.org/officeDocument/2006/relationships/notesMaster" Target="/ppt/notesMasters/notesMaster1.xml" Id="Rc0ac7809f7e94b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b41c0ed12843d8" /><Relationship Type="http://schemas.openxmlformats.org/officeDocument/2006/relationships/notesMaster" Target="/ppt/notesMasters/notesMaster1.xml" Id="R765e8b24f83d45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bde04e3cf64d54" /><Relationship Type="http://schemas.openxmlformats.org/officeDocument/2006/relationships/notesMaster" Target="/ppt/notesMasters/notesMaster1.xml" Id="R94429b23c4c344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104b2667c44456" /><Relationship Type="http://schemas.openxmlformats.org/officeDocument/2006/relationships/notesMaster" Target="/ppt/notesMasters/notesMaster1.xml" Id="Rea79a72dc58b49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92122b95644454" /><Relationship Type="http://schemas.openxmlformats.org/officeDocument/2006/relationships/notesMaster" Target="/ppt/notesMasters/notesMaster1.xml" Id="Ra7420f1eddbf40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0e67a1777d4a0f" /><Relationship Type="http://schemas.openxmlformats.org/officeDocument/2006/relationships/notesMaster" Target="/ppt/notesMasters/notesMaster1.xml" Id="R8c3a292f221848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12cf81418348e5" /><Relationship Type="http://schemas.openxmlformats.org/officeDocument/2006/relationships/notesMaster" Target="/ppt/notesMasters/notesMaster1.xml" Id="R0724c97c893943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4be23bc03246c3" /><Relationship Type="http://schemas.openxmlformats.org/officeDocument/2006/relationships/notesMaster" Target="/ppt/notesMasters/notesMaster1.xml" Id="Rfec0f45d440246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34bc13dbf44b17" /><Relationship Type="http://schemas.openxmlformats.org/officeDocument/2006/relationships/notesMaster" Target="/ppt/notesMasters/notesMaster1.xml" Id="Rab51a9f09204474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c4857deb9f24147" /><Relationship Type="http://schemas.openxmlformats.org/officeDocument/2006/relationships/notesMaster" Target="/ppt/notesMasters/notesMaster1.xml" Id="Rcb7f610625e247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5dd556a2964896" /><Relationship Type="http://schemas.openxmlformats.org/officeDocument/2006/relationships/notesMaster" Target="/ppt/notesMasters/notesMaster1.xml" Id="R0ea38293ed3143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d2a9007aa2e415f" /><Relationship Type="http://schemas.openxmlformats.org/officeDocument/2006/relationships/notesMaster" Target="/ppt/notesMasters/notesMaster1.xml" Id="Rc65136df5c284a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9591546d1845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641f79c39f458d" /><Relationship Type="http://schemas.openxmlformats.org/officeDocument/2006/relationships/slideLayout" Target="/ppt/slideLayouts/slideLayout1.xml" Id="Rbc23b54b2e3944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23b54b2e3944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a9c0f619645a3" /><Relationship Type="http://schemas.openxmlformats.org/officeDocument/2006/relationships/notesSlide" Target="/ppt/notesSlides/notesSlide1.xml" Id="Re9a67fd9b1c146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f0e391c7748d6" /><Relationship Type="http://schemas.openxmlformats.org/officeDocument/2006/relationships/notesSlide" Target="/ppt/notesSlides/notesSlide2.xml" Id="R1b716b1c9d734d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198eec98242eb" /><Relationship Type="http://schemas.openxmlformats.org/officeDocument/2006/relationships/notesSlide" Target="/ppt/notesSlides/notesSlide3.xml" Id="R0dd04579779049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870d8fdb749c6" /><Relationship Type="http://schemas.openxmlformats.org/officeDocument/2006/relationships/notesSlide" Target="/ppt/notesSlides/notesSlide4.xml" Id="R8ba8628606e048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7780353e045ab" /><Relationship Type="http://schemas.openxmlformats.org/officeDocument/2006/relationships/notesSlide" Target="/ppt/notesSlides/notesSlide5.xml" Id="R676172b8f9cb40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6062761ac4e35" /><Relationship Type="http://schemas.openxmlformats.org/officeDocument/2006/relationships/notesSlide" Target="/ppt/notesSlides/notesSlide6.xml" Id="Rf4013032fac946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b45d030c143f6" /><Relationship Type="http://schemas.openxmlformats.org/officeDocument/2006/relationships/notesSlide" Target="/ppt/notesSlides/notesSlide7.xml" Id="Rcc0282f6600c44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3e6ceae634cb1" /><Relationship Type="http://schemas.openxmlformats.org/officeDocument/2006/relationships/notesSlide" Target="/ppt/notesSlides/notesSlide8.xml" Id="Rb424c3b5241c4d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e6fa076194fd1" /><Relationship Type="http://schemas.openxmlformats.org/officeDocument/2006/relationships/notesSlide" Target="/ppt/notesSlides/notesSlide9.xml" Id="R1ec47f480a9c46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26c068073478d" /><Relationship Type="http://schemas.openxmlformats.org/officeDocument/2006/relationships/notesSlide" Target="/ppt/notesSlides/notesSlide10.xml" Id="Rad6dbcbe327e4b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487f3828f4101" /><Relationship Type="http://schemas.openxmlformats.org/officeDocument/2006/relationships/notesSlide" Target="/ppt/notesSlides/notesSlide11.xml" Id="R0cd030ee64594a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c5e9d2b694be6" /><Relationship Type="http://schemas.openxmlformats.org/officeDocument/2006/relationships/notesSlide" Target="/ppt/notesSlides/notesSlide12.xml" Id="Rc41b39a5ce5a4c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b5917e7d943db" /><Relationship Type="http://schemas.openxmlformats.org/officeDocument/2006/relationships/notesSlide" Target="/ppt/notesSlides/notesSlide13.xml" Id="R828c2af2ee7740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8c34db0714cbf" /><Relationship Type="http://schemas.openxmlformats.org/officeDocument/2006/relationships/notesSlide" Target="/ppt/notesSlides/notesSlide14.xml" Id="Rcdeef7146524408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381e4df264041" /><Relationship Type="http://schemas.openxmlformats.org/officeDocument/2006/relationships/notesSlide" Target="/ppt/notesSlides/notesSlide15.xml" Id="R024d857b9ec84f3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e04307cb24e51" /><Relationship Type="http://schemas.openxmlformats.org/officeDocument/2006/relationships/notesSlide" Target="/ppt/notesSlides/notesSlide16.xml" Id="Ree513f839006457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0335800974a49" /><Relationship Type="http://schemas.openxmlformats.org/officeDocument/2006/relationships/notesSlide" Target="/ppt/notesSlides/notesSlide17.xml" Id="R0e89e2d9045241f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05c6bb9594dc6" /><Relationship Type="http://schemas.openxmlformats.org/officeDocument/2006/relationships/notesSlide" Target="/ppt/notesSlides/notesSlide18.xml" Id="R403b9cc8951246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C1D8D6-F015-46C0-92D6-033E358D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3677B-9994-46DF-9EDE-74C6E047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76924-6216-43EC-B5A8-A78FB674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B4B64-8FFA-45EC-AEA7-68BA65E9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3E118-C821-4988-A697-6C9A85E5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E6E3B-623B-4F15-A052-8D23FD65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6F0B9-7907-4F20-8905-ED19C5D7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7E550-7509-47A5-8586-04D1F809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76A44-CB05-4A40-8AD9-9BACC650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99884-5776-4F04-90C5-B6CC2E7F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5939D-618D-4EBF-9FF3-66459487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03AB2-7A29-4F1B-9A0A-0D3EC95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F75E2-9DFA-4475-8619-6C33C3DB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F6E5C-EFD4-4ADB-982C-7D1F5D16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DEB65CF5-181C-44AF-8EB1-E853C80E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2776B-9760-4D4C-B631-CB98B9D4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680768-9DB9-42D5-9ABC-918A7482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8DD77-5D99-42C4-8486-0456A0DC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A683C-9513-41C6-88AC-1238BD32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644F71-6A1F-42D0-9717-7C70C68D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95063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95C53E-E2C9-4010-9D58-08D5079C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80218-982F-43B7-874E-9614CA5F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BECBF-6CEB-4BCF-9EB5-C21653AA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AB84F-E089-423A-9C7F-3D6FE72D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5035D-9435-456E-91D0-578450F3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BA6A0-AF53-4930-B825-92ACB303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3903A-0FF3-4B7B-AFB0-4B089086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BBF99-3623-475A-9B2C-8B075120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636BA-8212-4FF9-A4F2-0ECEE61C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4762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artifacts.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6DB8DC-3A48-43B6-920E-1097C2BA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30555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Organizations struggle to</a:t>
            </a:r>
          </a:p>
          <a:p xmlns:a="http://schemas.openxmlformats.org/drawingml/2006/main">
            <a:pPr algn="l">
              <a:defRPr sz="24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understanding.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B7EB5-A654-4D3C-A437-0135CD3F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83C00-877A-4C8D-8985-9FC6972F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FDC17-114A-41D6-9FA3-A77A327B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0F092-0240-486A-A0A7-025E83AF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A68F4-647B-41A0-A34A-280FF429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D8ACE-9231-4F81-9715-2DB2892F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062BF-3D05-4EF7-8ECB-6FF34A84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5CC56-93D3-4E86-89D8-50FA9F16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BFBA2C-7337-4B58-B0F9-7205B3E5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7219B-6D5C-404F-A596-8AFECD7A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DC0852-0437-4600-A177-B1F4A25E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78B62-58A7-40E0-A1A5-F26C2497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D23EB8D8-AD75-400F-A3C8-F11C922B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D82161-34BD-4401-81E7-A701F3C2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5E31D-FCE7-43CF-A181-105717F7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897116-8530-4A15-9EF4-498D0112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EBAE79-7FB6-43BE-A604-045172DF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97D722-1AE9-4590-B54A-136BC212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856321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12F85D-E597-48AB-B9AA-BE3FDE75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51F83-7F56-4C10-B4A6-3869754E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5622E-CFF1-4346-B51C-A36E4DF9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D45F4-E770-44E5-A951-1C90A131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60B7D-0291-4FBE-A89B-C8D90274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AE8B9-C84D-444E-9372-CB3C04AC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33ECF-6D5B-4CAC-BF9E-445B65CE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DC009-E420-44FD-8CB0-3A9DF752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5EE43-331C-4EF4-936B-A19A3D43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FFFB4-9186-4B2B-BDD1-24115CF8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90515-805E-4693-A92A-2E9919DB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9D6F2-74DA-4393-966C-3474386A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6DA9C-AB7D-44B7-AE7E-0555A7FD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45D67-FF51-427F-BE3C-2A08DF44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A5BE3-6056-49CE-9523-98431719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ED32B-6D57-47E2-B198-2E4F7483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F7FC8-EFEA-4185-B390-7E50069A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C4DBD8-D044-476E-A422-A7EB5FAC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860511-D82E-4507-9B07-A5DA9FB2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63E1E-8EBF-4F6D-97D4-2BFB8014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7674A3-4BF6-4C85-99CD-5DEA3200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3BF96B-F6D2-493C-8318-BCCD16E8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1EAD8-1894-4895-BE6C-4D684E74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D168BB-70C2-47A5-91E8-F5C13F03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E13E15-1A7F-4BC2-8C03-D88B192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66DC07-D88D-4F87-AE31-37F0917D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0A486F-5E1B-42E3-A533-44AFE15B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F933BF-7E42-41EE-9219-55B2DA5E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A32967-8F19-4BD9-BA65-BABC78EA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8AC70B-D831-4211-A856-1A0BA651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24576E-83B3-4AB3-B84C-65873DC8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86A8B1-25AB-4DD4-A681-D4180E67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95C5A4-08AF-4964-B53A-82C9CB0A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A82A95-B41F-4F49-97E4-06F2A3FE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97DF92CB-2328-46B5-AE50-CF43EC51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0B327E-F9D4-47F4-B970-A82C3FC8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9A9EEC-6A11-4FCA-B232-066B8CCB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4D0736-62B8-494A-8155-4FC69CB0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69AAD6-1390-47BF-9832-634BC809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273615-E1C7-461D-B0EE-810C7772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562320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C3504B-E9F4-4E4D-A65E-D5725B9B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22B51-A32C-4C6D-B905-C7078E33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081BF-D36E-41A7-8B28-B750BA54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C4085-8C82-4536-9F96-705DDDDE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E0A83-89D9-4D20-9B0C-0A3E9A1B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C09F3-93C4-4E0D-B758-872D6761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2F43C-5772-4CB6-B6C8-E1BCF0E3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4408B-54EE-44F2-A0B9-1AA657C2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1F5AE-F566-4F5E-8463-8473F997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 Similar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challenges around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DDC50-9939-4B6F-9E66-97EEA6CB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B6918-154D-466E-A0AA-BCE9232B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4B6360-C6B8-4644-9008-0A6CC67F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0E13C-8A82-4CEA-B2C8-985D6395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81110-5BA7-402C-A2C0-BB99AC7E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EFCE6-28B2-402C-9517-B4E0FEC9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68D54-B371-4C49-8E20-B4989CEF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830A5-0961-4F7C-A7D4-7DEBD386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63521-9A3C-4E52-A3CD-419EE116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465AB-312A-40DF-806D-9BF748B6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4F39DC-195B-4A0B-B8CF-84247020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6CF9B1-A186-410B-B51E-B63EC16F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9AC0C3-5997-47BF-B087-92B7E378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9B765F-2423-49CA-8E1A-EB858A08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57CE12-7BE0-4B03-94D9-5C3E4307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F08833-D3EE-476D-B600-CA4E2E01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challenges around change, knowledge,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ADD5BC-D322-4741-AAE4-1B10C358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C43712-92C0-415A-88E7-87364482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partners recognize familiar industry contexts.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CE615575-1CAD-494F-A4BD-5FE0F36C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B58D08-AA3B-43FD-B65A-2C5167B0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0A7434-738C-4809-BD2C-D0D8AAF3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BA58A7-AFC6-4CBC-B185-22DBAD36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DDDC46-7EB6-416A-A1E6-BC3AC0E9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45DAA0-90D7-453A-8042-11960965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122664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F7FAE0-5A17-4EB0-AF03-D5F8B991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DCE35-CE6F-4C26-9113-9ED29D32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98137-DE60-43F0-943C-3D5769D0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BBD8D-3510-40D8-8C79-4EF4B183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23039-4ECC-4071-8CDB-76CC09E2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F80A5-F0F7-48C6-9C8F-4DAB50B9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ADA0C-1D49-42B7-91FF-8C8C1EEA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B50E7-647D-4085-890E-4375AE7B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F7BCE-4C71-483B-B062-218C7781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judgment, change,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accountability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7D7AB-81FB-4D06-90F5-C7544569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B3BCB-1B05-41EA-A76D-E5E4F92B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E0BBC-9E68-47C4-94DF-88E8C261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E0ADF-9EEF-4C49-B0CE-40B49B81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89338-E9D9-4EB3-AA46-A8605A6A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C10F5-9945-4814-AD0E-4AF21091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2C4CE-7CAF-4F5D-B5C0-A8470836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4C197-D51E-4942-B082-98AC7AF2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A2CA5-E1A9-431F-95F6-7C9BEB62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33F8EF-AF7C-4F84-9DE2-CB1AC14A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25519-D3BD-415F-96E1-B212F0EE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C6C02C-8E53-4D9A-BE5B-DE65DFAB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2288F6-403D-462F-9A8A-7A6730FB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F910A-8795-4056-8F65-91B04E03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B80FCE-3E63-4470-9301-3BE533DE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AFF24F-301F-4BFC-A0F2-3F7BB1F4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7A69C1-3919-4B81-806E-EC7297B1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F612F2-E51F-4F23-8ABB-C72F1857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524DBF-EB83-4C7E-89B7-4BF6F39B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936136-C881-4E8F-B1FE-262F3103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5A10AB-50AB-4400-A1E4-4D505513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70C79F-8BCC-45E9-BB6E-E2748188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0531FA-480F-49A0-B977-72809C45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F24878-E3B5-4AF5-8F1B-397416FB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A69F39-5F97-46F3-8784-8D38185B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2CFB53-D6D9-4C6E-97B6-4C2C268A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058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Not every function owns AI. Many functions inherit the</a:t>
            </a:r>
          </a:p>
          <a:p xmlns:a="http://schemas.openxmlformats.org/drawingml/2006/main">
            <a:pPr algn="l">
              <a:defRPr sz="36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consequences of AI-enabled change.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19E0AC-D4BD-40DB-9C34-DFD8B5B1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D898A4-E144-4459-B690-C6721B9E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Not every function owns AI. Many functions inherit the consequences of AI-enabled change.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29D5A140-19A9-4530-A0EB-69BFEE48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C78CBF-7242-433C-BC5E-025DBF7B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D41A91-AAA6-420E-B18F-A0D03133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FC8E70-A4CE-46FF-8253-9D651C5C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16E441-08CE-47AB-B46B-AE1BC31F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59B79D-0C79-4F65-9FBD-BE81B6F6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1252983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678877-E4E1-433E-830F-0DE35DB1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D1FD5-7FC5-4581-9249-B41FDAD8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BA88A-1654-4DDF-80FB-3C944935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D6964-A264-420C-8172-9F6BC212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16DC0-3E28-4827-B325-761C0987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B7FED-C652-4483-811E-DBAD2C7E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73BCC-8AD8-461E-8E88-BD4CDEF5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C0923-68B0-4EBE-938E-32356371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BBA15-8DAA-45F4-8D70-779F3866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47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When you hear this,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there may be a ShiftBy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conversation.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176E7-8EB7-4AFE-A9A6-ED0F13A4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0F7CD-E729-4C77-8DC9-6DF50FD3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10FEB-8CDF-4E36-ABB5-61C0FC73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but do not know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C38DC-351E-4824-A3B7-4478E23D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345CE-9538-4DCE-A72F-10867FAE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08466-C94F-4823-822B-1160DD61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many AI ideas but cannot prioritize.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4D6D6-19BE-42F7-BE6E-41FA4151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403F94-1E43-4A3A-8ABB-1228EAC6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56EFE5-351E-43E2-A257-C5CD4741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governance, audit readiness, and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C8781-F6AA-480E-A103-FC269A0C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E6FC24-3830-4582-9799-46CA1B13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ED7672-07EA-40C8-B98B-6BD4DDD8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operational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CEC89-1453-41D5-B6BC-4764BBEC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13F29D-74B0-45B0-867E-85DC7352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02EB20-12A8-4C6E-94ED-014F871E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concerned about losing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64736A-BCF1-4172-BB78-236D2944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8F42C2-ECFD-4E76-A06E-89831835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is the partner's recognition slide: listen for uncertainty, prioritization, trust, operations, and knowledge loss.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B3F749B5-B5BE-4EDB-AA50-854A1753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BF9936-7B91-46FA-BE5D-094E4EEE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7821B1-025A-4B56-BD11-915E98C0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E45C40-58C5-43F0-83BB-1BE282BE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05B123-7CB2-4418-B564-0B459562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C7F9EE-F6E8-435D-8B2E-0A74B1D5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553319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DA9F0E-2901-4629-A303-484DBA89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709BF-A6AA-4510-BC82-CB8E8C25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9CC29-5AE3-41C1-B125-5C274A33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93F57-BC92-4E1E-9535-1F309DF4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CBA7F-E2EC-43E2-B56A-91A637EC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BAAC8-0217-41F4-A4F2-1B9A6B76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4BA12-7A73-49DC-8B02-99C363A4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C8611-76B1-4F7C-8B67-AB1AE46B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1A712-7FEB-4694-B50F-514DAF35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F720E-4285-472C-9D95-666DAB6D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349A3-0B77-4C12-A4CE-6AF9613E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08961-EA72-49E7-86CB-9F01FFE7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13DCA-98DD-4FDF-9948-D93C4CB2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169A5-942F-454C-91E6-D2F5EA8B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10448-071B-42EB-B208-8FD20573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6E592-9FFE-4DE1-AE6F-8E79216F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A507C-F3BE-46CC-8451-84DAE2E0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3C85A-E167-438B-B0F4-868D6A30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820C5-F24F-4FFC-A3E9-E024523A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85521C-18E7-4D42-9611-E58768D6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FA830A-C6B5-4C07-92BC-5CE8A872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9EF507-8F69-46C9-A41C-103A9528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B39823-280A-462C-806A-AA7FDB5A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CCB13A-ABDD-4726-906C-5359C0D5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0FB208-C853-4AF8-9312-E43D48CE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F10AF4-A31F-49AF-B9F7-4D4F52F9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48BE85-FCDF-4C0A-898E-CC84C3C0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04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harder question is whether their data, knowledge,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governance, and operating model are ready.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B6157D-6601-4BD3-B1E2-B717AD27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4013BE-3DE4-4F87-8A77-61316976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situations to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9B187545-A23D-491E-9A36-5D9AD1E5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078AFB-D07B-47A9-914B-06D19A59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FBA48D-EB36-4EAA-BA75-3015B251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EF909D-C937-4182-9320-85538FF5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AF8D0C-31D5-44F0-9D3F-6120E669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044C1B-2D61-4CF4-920F-7E5A5B67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8356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E8BD8A-116E-4807-B65F-18203384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62CC4-F5C5-4D9A-B026-72100C78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75A6D-F92C-48C3-B3C7-BC8450DD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B5D72-A3BF-4F0E-943C-7326CDC8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F5117-7B63-48B1-9547-A448D753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E2511-DC28-4DB4-9BE4-AB7A075C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BEEF6-C477-4144-8B15-D3AE6DAA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14611-AFEF-4BB8-AA79-FFF06012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DA31A-D677-400A-A9D3-D6F302C8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F6FA1-5CB0-4CAB-93E3-65287344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BA606-CF47-4646-B63B-DDBA441B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C5DA6-FC74-47A9-88E1-371BB88F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95C04-8BC2-4131-9BBB-06DEFE14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7031C-C0F7-455B-BAAE-18CDC1E4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40E2F-773B-4A96-960A-0895C9D0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1EF397-6A8E-4D0B-AEDF-AEE0A9C6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2E4390-9955-470F-9FC9-5A75F366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678B8-557F-4ED5-86EE-4279A97B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1178C-DD32-4698-BF0E-9CD70A7E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6DE029-06FD-4D51-9559-E5803507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F2FE5B-3966-4C32-AE57-0DD0A648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9D473F-75BF-40E1-87E0-44CCA25E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0DCE45-55B6-4842-A886-6D5F43FB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3393FA-D3A1-4EED-850A-E38B7E2E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15150"/>
            <a:ext cx="7429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3375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A8FB54-2AD9-402B-9FCF-31B44F90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969643-6F54-4F3F-88B3-3BD70C0C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49F0A97B-13E2-4FA6-88A4-93DFF7BC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7C035B-9639-4FD5-A01A-F058DE86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EDB635-C6C5-43FA-8D00-AA8386D5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4980E4-AEF4-4B86-9D33-C53833BA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A25082-314F-4C4B-8783-01BA883A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6C017E-D533-41D8-8F53-43BAFCB9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156555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416C52-45C4-40E0-9F7F-9183A405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CA998-BF78-4CD8-86B4-7A6E6991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0BA82-8161-470D-AE75-D57DFC53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CBA24-59DA-4942-8FC3-4FF0E537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37FBC-9929-4A16-B4D1-BFD2AD53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090D4-3EE0-4FE2-BF0E-362A2946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00F01-5A21-4354-A06F-7A9089D0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C9312-DFC3-43DC-A15B-D2A08EBD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175D4-ADE8-4BD6-9865-1C283D6D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BD0F4-2C92-4BBB-86E5-CDCBEF58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635F5-CA20-4871-A01D-8E417B0E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REDUCING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4B444-E672-410D-B30B-ABA15F25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7B33A-D8E9-4505-8C18-04D32E58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7ABA05-B080-412D-80B4-F812EA3A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5F4D5-A7F7-4F42-B63B-9486E197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7B8B8-FEC0-485D-BEF3-494AFA6F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8F2CF-95CA-4278-901A-693B0FBE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3D91C1-2614-429A-9112-4138ED68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CAF501-1F73-4B0E-997E-BCB783AD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E2DCF9-2C90-4A4D-99F8-F864985C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6CF204-4A69-4B05-B1F1-F76B80E6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C7F430-3A60-43D0-A900-6DA16332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11D2DC-DA72-42EA-B6E7-DAE03D62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E68AEE-5C06-4505-BF3D-369B18CB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72F7AE-612F-43BB-B4E6-6CDA2F2E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A7E231-D333-4570-A8CC-EF0C241F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705FCB-C0FB-4293-8741-E81D5ACE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5CFA7E-9780-43A5-9EED-77B22CD7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10FA53-6773-41C6-8165-BBBD170E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E57A0D-7CDB-40CF-AE30-F1977C2C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C0E918-EE80-4CDC-B07B-F8CAC44D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89D6DA-A065-4AC8-9B81-8AD09247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F77A84-68B8-45C1-81E1-160CEB37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3D677A-5B63-4715-BD17-29C3C456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5672CD-01C8-4243-8FCB-4F89F5DA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conversation.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DAEFD0CB-126B-4D86-A9B3-57B3F20E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527AE2-5C9B-48A6-8B9C-4842E602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994518-9D7F-4EFA-ADE8-C98FDF1B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F92660-31BB-4C68-85D1-7ECA7466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95A781-7C8D-4D75-B3EB-C387275A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161B30-BDB6-4A6E-99DD-D663791C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353545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D86D80-C804-49B9-A876-5838A8B4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D6655-B7D7-4330-A4AC-4A373F9D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5D675-9010-41B4-B5FB-71318E7B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3386E-534A-4D8A-A2D5-9EF8713C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55876-9E5A-4154-9EE7-FC6AB5DC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394B7-445C-4CF9-BE76-A391C9E5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7F687-190A-4555-9DA2-7EEF68A1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692B6-A820-4151-91E3-52DCDD11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149E5-4F77-46E5-A1C5-A55E84AB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EB7EE-CFF1-4B41-85D4-9101A1FD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0D363-F3D4-44EF-B37D-8A5C0F4B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WITHOUT LOSING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OR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57429-BCC8-4C8D-BF00-EAFA1B0F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2AA91-513F-46FF-8D56-55AD76EA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86703-C95D-4E2B-AD1B-49AF3A45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DAA61-171D-4F73-9DFD-070D1169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D136C7-BCA9-4FFE-AED7-5910FCB9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F53EEC-CDAB-4CB0-8AA7-2663212A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BB107-7F4C-44BC-B9C8-4D7AB4B3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F168A7-500B-4FFC-B3D1-564DA598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BF05AA-8FE3-494F-9C32-7D4FBB13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07B7B-94B5-4686-A820-CA8FE2F7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27654-A4E1-460E-A40F-E8CC6667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0B7419-DFFD-4B78-88E8-C2FEFC1A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artifact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7C6FD0-C8A4-4428-ABF0-B90BBAC5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11FFC8-474C-4C02-BE5F-73C7C3EA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228B4D-13FF-48BC-8DCB-30596318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411C7C-570F-461F-B0F0-EEEE7A1A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operational conversation.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74A578B5-DA14-49D6-9477-5D2B1741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07DC0A-FE70-4B01-976C-32460F83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69B8A7-89B0-4F43-BEBD-897F091B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F65AFB-CC52-4C5E-8B17-876F3FBC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0DCC8E-B050-48A8-A6D4-8AC16667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11B5BB-8D8D-4CD0-BAA8-6164F33F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357997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23E435-15CA-494F-9CD5-2F9CC129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32244-C230-4C9D-A08C-A7C90E21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432E2-471B-41E6-9E1C-9C6B1C55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6FCCF-89CA-4E46-98CA-98F01D64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08625-ACCD-484A-9436-B06D9DE2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FE070-4883-447A-9BAE-E72FDB4D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24593-8CEC-4EA6-ADFA-9C1DC674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E6CD1-0874-4F18-A335-13D1D644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AC7AF-6F10-497D-9BE9-5FA45564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25727-29C9-4A8D-A138-743AC433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554FA-1304-4F62-92E5-A6277BDA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face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technology shortage.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E60BF-5959-4591-86A4-57F28D6F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F393C-B9B5-450F-81F3-05197237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CDD835-F39D-4D81-B3FC-33FD68D4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2ECD0-A981-44B1-80B6-E68E3E89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7118B-7B47-4009-847D-E8DDD1D5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72125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1CB1FD-25A4-40A2-88F0-F5021E0B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863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23139A-4950-4E59-BCE3-809C98CD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24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62041F-036F-4DAE-ABD4-52F9AEFD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743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B263B-B060-421B-9681-E82CA827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27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0F1711-D34D-4E33-B337-E8F492BA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8295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AFCB72-9B74-429C-9BC4-C06AF590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8382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64074A-1FCA-4E46-B298-74E8A7C0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5635A8-CEC6-41B3-ADF3-E424540E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32E2927E-3E9F-403E-BC5B-EE4BCFEE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285D17-D01F-46B8-81F4-11C2B74C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FAAD84-EA53-429F-94DA-3A6F308B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8E3D39-EF5A-464B-A110-AFFED5E8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CA0A8E-A14D-4616-BB56-24266FBF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1368E3-991A-4963-8938-E0099F8B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766277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3FF46C-8F3A-459E-BEE2-64FEA2C1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6825D-12EF-4D32-9BDD-DF30E604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BE6EF-4B29-4EF9-A6DD-DBB68C5F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BFFE3-D3A6-4A06-A506-A8CFFE42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1F6D2-A9AC-480C-BFDD-B7471634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15A77-E862-4784-993A-14999DD7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47632-377A-4117-AC27-4AFE72E2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0F6DC-7545-4AC6-94DE-8477AFF5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30045-541A-4A3D-AA60-B440374B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3343C-78AA-4410-BB3B-D3406EB4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9EF9D-3911-4BDB-BFD5-731E705A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B1E29-DCAA-4A6D-BAD0-DDD9E8B1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5214A-7B52-4EAC-B0A0-1166A6FC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94428E-47C6-4C75-B508-E8232E5E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E83B2-1480-4906-91B7-3945691D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909F8-2256-4C8E-954F-A6704E57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35EBC3-26B9-4160-9E70-EA125EE1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DA53A0-743D-46B5-8AAC-3AF3CED6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77970E-E24E-49CC-A584-7123F2D7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0AE71-401C-413A-B3DB-A074DE11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3A15F8-E1B3-4681-98B8-2C8F1DB7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430D2C-5398-4D4B-B8F7-7E960D1E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DBD3CD-518E-4855-BA3F-AF2E4D8F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A0342AF9-3362-4BE2-99DD-71964EDC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262AD0-BB57-409C-8666-A07C6853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35B8CC-3525-4DE2-AD65-70CF0B68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EDB463-5B15-403D-8BA5-44425E35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990FBC-2EAB-4C7B-92B1-012F29FB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E53FD2-34BF-4B13-B64A-3DE55894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765626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4A72C7-8C8B-4A66-B1B7-04AAA3A5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98F70-079D-4077-9762-4F67DA82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F83C3-DAAD-485E-BA95-F3D6B3D7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17AF0-6D9B-4080-BD09-8BD0E697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BC06B-1142-43F3-AF3E-7DE6BB83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F4896-3E17-4306-BDEF-346481D9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F0A4E-905D-445B-9A84-5AA20F1E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227D6-A980-4F39-9394-A61048CD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541B2-D946-43AD-BEDF-F05147B4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FDB25-C4DE-4448-9DDF-25D4A8D7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D31EB-E9CA-49D7-8678-E494BE7D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5B443C-AF7D-4421-BDEC-70171EB4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69034-DFF8-4107-99AB-F58E1A57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230F7-72D3-466D-98F0-E10FEBC1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7A20DB-0E28-49EA-BCB2-15DBC1A7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adopting AI.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53883D-E5C0-42D9-AF0C-A4E4368D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E19D4-E860-490E-82F8-115F25F7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DBDDD6-32EE-4C84-BE27-4BB92F99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undergoing significant change.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6D3929-4DBA-4930-BFFD-9439B0AB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CC2DD9-E4B8-4578-8C35-B06D1AAD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7DE4E7-E2A2-4B8D-A870-EB63781A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losing critical knowledge.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BF7DA8-BC69-46B4-996D-00F7D2A0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9E931A-EA27-456A-80A8-65E19AC9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D282D9-BF45-472E-B5A3-ACB57C7C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needs stronger governance and accountability.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469E6D-1164-4D5A-97F7-0C117203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AA52F7-136B-4032-81AC-6DE0D67F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A4FD79-71E0-4964-BB7A-539ABB54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wants confidence that can be explained, reviewed, and defended.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4A9D74-6412-4990-8A98-0C3D5620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134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399EDE-B76C-447D-B5F6-7EC99C28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EA270D-45EC-469F-83AE-2F74493F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1" name="pager-pill">
            <a:extLst xmlns:a="http://schemas.openxmlformats.org/drawingml/2006/main">
              <a:ext uri="{FF2B5EF4-FFF2-40B4-BE49-F238E27FC236}">
                <a16:creationId xmlns:a16="http://schemas.microsoft.com/office/drawing/2014/main" id="{5DFBADDA-A10A-4B03-9496-33D5255D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490645-3187-4356-88EC-47F28E4A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0D31D5-FAB7-4912-B405-7BBF7599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F919F6-D8C5-4437-BEAA-915495C0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CA4882-73B6-4729-8D4D-CED34B15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17AFD5-C566-416D-8D54-AD38A918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450635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1FEF1E-7F08-4783-9ADB-255B086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F7253-851B-4663-A8ED-85EAAC64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B0D6C-0CFC-4D3F-B2BC-2DFCC46E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D31C1-8721-4B8A-9329-4D7764F8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F5955-6887-4074-9F4F-6BC2B5C8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A4BB5-E6DC-4A87-BB55-6DC88B89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805E3-3D6A-437D-ACA5-7D9C53A6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52FFA-3A6F-4C79-8A43-B94B4696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BD7AB-3342-4787-92BC-9C37F7A2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63D36-12AD-425D-97D3-1F268E81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1EF05-47DB-4AC9-8544-ED7DA2D7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48786-C9C3-4F1F-B9FE-2E4F4CB8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7EBEE-E6E7-42F2-A65F-79321851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20D4E-19A8-48CC-BABB-227F5BE2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23988-D809-4CAD-9089-EA5DADA0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A576A-EFAE-4A94-914D-C6637E44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5DB613-BE50-4D4B-9FA2-6C5407DC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882914-EE96-4116-A5EF-EBA6592E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3D282B-1F6D-41CC-A636-39C59327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224684-30E3-4F7F-B237-F2F3C118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DB7A7A-A25F-4E14-988D-BB27C1D3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494C85-9291-41DE-B1D2-343B2CDA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57A42E-4DB3-4542-946B-29F2208B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B0E72B65-27FC-44FF-8C00-FD95587B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8520D4-EB2A-4AE4-9E5B-DC4FA96D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C3AE6D-E4F2-4BA8-8D06-D8E1EA48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0EDC46-36F3-47A5-874B-8FD3362D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183B2A-2059-497A-BE6F-5BE9F9A4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D673C4-3BCA-4B38-B35F-A7C8C63F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064256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92D461-9BE7-4FDA-995A-5F43E6B5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432E6-6507-4E47-B9C2-18BA4DD9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0E46A-3ED4-4779-B574-5D46AF07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FF551-44E1-4BE3-BE9D-CAAC2299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09CB2-2621-4AF4-AF96-793354E4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55116-E0DB-4069-AF07-7B7B7089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62587-D199-4292-B627-195EC2DA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48065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C21861-F826-4820-801A-211EFDF2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20A8D-9F30-439D-9255-ADC328A3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EF125-7FEE-4DED-8095-FED2122C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9AABC-EF0F-467F-B490-DACE7668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9A0D8-016C-4E3D-BAEA-8426936C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C1948-9C63-4B8D-B57F-77B9508B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66635-7B35-4553-A02A-6853CABD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09462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854BB8-7DAB-4D7F-BC21-043AF1B4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35662-03B8-4C07-95AA-50817166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3EEFF-4903-4FAD-BCBA-9ACEBD21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B78AE-A117-4477-B4F7-E5AE6CD0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1A1B4-4ED9-42DC-ADE4-BD44842C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CA29B-497B-4B0C-B4F1-CEE4BB34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F614E-7C83-4F1C-808B-AA478323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139018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3649DF-058B-48D0-8816-CB03D606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2B7F0-6E0D-47ED-A54F-04DA7AC8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58634-7198-4905-B532-6F6E890D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33404-7321-4337-B54B-C09DACE8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F0678-BA2D-42AF-B4C0-40C87ED7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94B3E-C76A-44FE-BDD1-6DD24D71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0BB35-35B3-41FA-BD56-E878A7E2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6012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2026-06-15T05:17:56.5460000Z</dcterms:created>
  <dcterms:modified xsi:type="dcterms:W3CDTF">2026-06-15T05:17:56.5470000Z</dcterms:modified>
</coreProperties>
</file>