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6c9e3a0c7b48cc" /><Relationship Type="http://schemas.openxmlformats.org/officeDocument/2006/relationships/extended-properties" Target="/docProps/app.xml" Id="Rb1dbfc5b8f82424c" /><Relationship Type="http://schemas.openxmlformats.org/officeDocument/2006/relationships/officeDocument" Target="/ppt/presentation.xml" Id="R98339c7fa5bd49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53de4619674146"/>
  </p:sldMasterIdLst>
  <p:notesMasterIdLst>
    <p:notesMasterId xmlns:r="http://schemas.openxmlformats.org/officeDocument/2006/relationships" r:id="R796345e4fc214d9e"/>
  </p:notesMasterIdLst>
  <p:sldIdLst>
    <p:sldId xmlns:r="http://schemas.openxmlformats.org/officeDocument/2006/relationships" id="256" r:id="R927c6352838243ed"/>
    <p:sldId xmlns:r="http://schemas.openxmlformats.org/officeDocument/2006/relationships" id="257" r:id="R96750c61f841456a"/>
    <p:sldId xmlns:r="http://schemas.openxmlformats.org/officeDocument/2006/relationships" id="258" r:id="Rd5ac20e22fa34036"/>
    <p:sldId xmlns:r="http://schemas.openxmlformats.org/officeDocument/2006/relationships" id="259" r:id="R84cd5eae26634f7d"/>
    <p:sldId xmlns:r="http://schemas.openxmlformats.org/officeDocument/2006/relationships" id="260" r:id="Rf89963ab89df40b2"/>
    <p:sldId xmlns:r="http://schemas.openxmlformats.org/officeDocument/2006/relationships" id="261" r:id="Rb55ae7d95d4f4138"/>
    <p:sldId xmlns:r="http://schemas.openxmlformats.org/officeDocument/2006/relationships" id="262" r:id="Rde4eda47d5e342ca"/>
    <p:sldId xmlns:r="http://schemas.openxmlformats.org/officeDocument/2006/relationships" id="263" r:id="R66aabdf130e84b89"/>
    <p:sldId xmlns:r="http://schemas.openxmlformats.org/officeDocument/2006/relationships" id="264" r:id="Ref29bb786cc046cf"/>
    <p:sldId xmlns:r="http://schemas.openxmlformats.org/officeDocument/2006/relationships" id="265" r:id="Reeee5e172a814f18"/>
    <p:sldId xmlns:r="http://schemas.openxmlformats.org/officeDocument/2006/relationships" id="266" r:id="Red0db87403b14d52"/>
    <p:sldId xmlns:r="http://schemas.openxmlformats.org/officeDocument/2006/relationships" id="267" r:id="R26b66ffc775a42a1"/>
    <p:sldId xmlns:r="http://schemas.openxmlformats.org/officeDocument/2006/relationships" id="268" r:id="R6420d6c521f849bf"/>
    <p:sldId xmlns:r="http://schemas.openxmlformats.org/officeDocument/2006/relationships" id="269" r:id="R3b0676ad23d54a74"/>
    <p:sldId xmlns:r="http://schemas.openxmlformats.org/officeDocument/2006/relationships" id="270" r:id="R9b2af5fd44aa4359"/>
    <p:sldId xmlns:r="http://schemas.openxmlformats.org/officeDocument/2006/relationships" id="271" r:id="R2a09308f259b4921"/>
    <p:sldId xmlns:r="http://schemas.openxmlformats.org/officeDocument/2006/relationships" id="272" r:id="R853f249058a8479a"/>
    <p:sldId xmlns:r="http://schemas.openxmlformats.org/officeDocument/2006/relationships" id="273" r:id="Rea03526fac0d4b6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677da1b5744d22" /><Relationship Type="http://schemas.openxmlformats.org/officeDocument/2006/relationships/slideMaster" Target="/ppt/slideMasters/slideMaster1.xml" Id="R2c53de4619674146" /><Relationship Type="http://schemas.openxmlformats.org/officeDocument/2006/relationships/notesMaster" Target="/ppt/notesMasters/notesMaster1.xml" Id="R796345e4fc214d9e" /><Relationship Type="http://schemas.openxmlformats.org/officeDocument/2006/relationships/presProps" Target="/ppt/presProps.xml" Id="R4a19a308b6e3450f" /><Relationship Type="http://schemas.openxmlformats.org/officeDocument/2006/relationships/tableStyles" Target="/ppt/tableStyles.xml" Id="R33a1978e99914c86" /><Relationship Type="http://schemas.openxmlformats.org/officeDocument/2006/relationships/slide" Target="/ppt/slides/slide1.xml" Id="R927c6352838243ed" /><Relationship Type="http://schemas.openxmlformats.org/officeDocument/2006/relationships/slide" Target="/ppt/slides/slide2.xml" Id="R96750c61f841456a" /><Relationship Type="http://schemas.openxmlformats.org/officeDocument/2006/relationships/slide" Target="/ppt/slides/slide3.xml" Id="Rd5ac20e22fa34036" /><Relationship Type="http://schemas.openxmlformats.org/officeDocument/2006/relationships/slide" Target="/ppt/slides/slide4.xml" Id="R84cd5eae26634f7d" /><Relationship Type="http://schemas.openxmlformats.org/officeDocument/2006/relationships/slide" Target="/ppt/slides/slide5.xml" Id="Rf89963ab89df40b2" /><Relationship Type="http://schemas.openxmlformats.org/officeDocument/2006/relationships/slide" Target="/ppt/slides/slide6.xml" Id="Rb55ae7d95d4f4138" /><Relationship Type="http://schemas.openxmlformats.org/officeDocument/2006/relationships/slide" Target="/ppt/slides/slide7.xml" Id="Rde4eda47d5e342ca" /><Relationship Type="http://schemas.openxmlformats.org/officeDocument/2006/relationships/slide" Target="/ppt/slides/slide8.xml" Id="R66aabdf130e84b89" /><Relationship Type="http://schemas.openxmlformats.org/officeDocument/2006/relationships/slide" Target="/ppt/slides/slide9.xml" Id="Ref29bb786cc046cf" /><Relationship Type="http://schemas.openxmlformats.org/officeDocument/2006/relationships/slide" Target="/ppt/slides/slide10.xml" Id="Reeee5e172a814f18" /><Relationship Type="http://schemas.openxmlformats.org/officeDocument/2006/relationships/slide" Target="/ppt/slides/slide11.xml" Id="Red0db87403b14d52" /><Relationship Type="http://schemas.openxmlformats.org/officeDocument/2006/relationships/slide" Target="/ppt/slides/slide12.xml" Id="R26b66ffc775a42a1" /><Relationship Type="http://schemas.openxmlformats.org/officeDocument/2006/relationships/slide" Target="/ppt/slides/slide13.xml" Id="R6420d6c521f849bf" /><Relationship Type="http://schemas.openxmlformats.org/officeDocument/2006/relationships/slide" Target="/ppt/slides/slide14.xml" Id="R3b0676ad23d54a74" /><Relationship Type="http://schemas.openxmlformats.org/officeDocument/2006/relationships/slide" Target="/ppt/slides/slide15.xml" Id="R9b2af5fd44aa4359" /><Relationship Type="http://schemas.openxmlformats.org/officeDocument/2006/relationships/slide" Target="/ppt/slides/slide16.xml" Id="R2a09308f259b4921" /><Relationship Type="http://schemas.openxmlformats.org/officeDocument/2006/relationships/slide" Target="/ppt/slides/slide17.xml" Id="R853f249058a8479a" /><Relationship Type="http://schemas.openxmlformats.org/officeDocument/2006/relationships/slide" Target="/ppt/slides/slide18.xml" Id="Rea03526fac0d4b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32a36ed01f4c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46bf95db574b5a" /><Relationship Type="http://schemas.openxmlformats.org/officeDocument/2006/relationships/notesMaster" Target="/ppt/notesMasters/notesMaster1.xml" Id="R5aca3323ccd144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26f492105b423a" /><Relationship Type="http://schemas.openxmlformats.org/officeDocument/2006/relationships/notesMaster" Target="/ppt/notesMasters/notesMaster1.xml" Id="R3eade3947b304c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8c7e137cf4a06" /><Relationship Type="http://schemas.openxmlformats.org/officeDocument/2006/relationships/notesMaster" Target="/ppt/notesMasters/notesMaster1.xml" Id="Rce911e03a44e4f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82528f219a4e68" /><Relationship Type="http://schemas.openxmlformats.org/officeDocument/2006/relationships/notesMaster" Target="/ppt/notesMasters/notesMaster1.xml" Id="Rbc06a234800048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b9b2628499485a" /><Relationship Type="http://schemas.openxmlformats.org/officeDocument/2006/relationships/notesMaster" Target="/ppt/notesMasters/notesMaster1.xml" Id="R579c2353ad9944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143295d1f24c69" /><Relationship Type="http://schemas.openxmlformats.org/officeDocument/2006/relationships/notesMaster" Target="/ppt/notesMasters/notesMaster1.xml" Id="R7ee36f0f35d74f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0a2abb6b4443c1" /><Relationship Type="http://schemas.openxmlformats.org/officeDocument/2006/relationships/notesMaster" Target="/ppt/notesMasters/notesMaster1.xml" Id="R3904fc8b92744e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94a61bbb9a4602" /><Relationship Type="http://schemas.openxmlformats.org/officeDocument/2006/relationships/notesMaster" Target="/ppt/notesMasters/notesMaster1.xml" Id="Rb9175cd6fbf94f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e1b738c71e4f70" /><Relationship Type="http://schemas.openxmlformats.org/officeDocument/2006/relationships/notesMaster" Target="/ppt/notesMasters/notesMaster1.xml" Id="Raee505c1c72347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6432d6e413464a" /><Relationship Type="http://schemas.openxmlformats.org/officeDocument/2006/relationships/notesMaster" Target="/ppt/notesMasters/notesMaster1.xml" Id="R0c004a456b084c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0533b383d04f0a" /><Relationship Type="http://schemas.openxmlformats.org/officeDocument/2006/relationships/notesMaster" Target="/ppt/notesMasters/notesMaster1.xml" Id="R11c697d41cc645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671157840a4294" /><Relationship Type="http://schemas.openxmlformats.org/officeDocument/2006/relationships/notesMaster" Target="/ppt/notesMasters/notesMaster1.xml" Id="Rb9242e50b2304c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35690792e04598" /><Relationship Type="http://schemas.openxmlformats.org/officeDocument/2006/relationships/notesMaster" Target="/ppt/notesMasters/notesMaster1.xml" Id="R7775b55a543d44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bbf678ebef4f20" /><Relationship Type="http://schemas.openxmlformats.org/officeDocument/2006/relationships/notesMaster" Target="/ppt/notesMasters/notesMaster1.xml" Id="Rc2185b3e0f024e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1101b1f1c94fca" /><Relationship Type="http://schemas.openxmlformats.org/officeDocument/2006/relationships/notesMaster" Target="/ppt/notesMasters/notesMaster1.xml" Id="R9a50c74fe54749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c403c523d44845" /><Relationship Type="http://schemas.openxmlformats.org/officeDocument/2006/relationships/notesMaster" Target="/ppt/notesMasters/notesMaster1.xml" Id="R17f2a01ed8ab4d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49bc149c564ef3" /><Relationship Type="http://schemas.openxmlformats.org/officeDocument/2006/relationships/notesMaster" Target="/ppt/notesMasters/notesMaster1.xml" Id="Ra4d5e0c8aefb40c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bf3387c05d476d" /><Relationship Type="http://schemas.openxmlformats.org/officeDocument/2006/relationships/notesMaster" Target="/ppt/notesMasters/notesMaster1.xml" Id="R7c6c1d88f92d4a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df031d16d44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62cb5305074112" /><Relationship Type="http://schemas.openxmlformats.org/officeDocument/2006/relationships/slideLayout" Target="/ppt/slideLayouts/slideLayout1.xml" Id="R58b80bd4eb2b4f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b80bd4eb2b4f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9aa843d94417b" /><Relationship Type="http://schemas.openxmlformats.org/officeDocument/2006/relationships/notesSlide" Target="/ppt/notesSlides/notesSlide1.xml" Id="R3325ad56a87f4d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78ab5b4fe4ce7" /><Relationship Type="http://schemas.openxmlformats.org/officeDocument/2006/relationships/notesSlide" Target="/ppt/notesSlides/notesSlide2.xml" Id="Rfb589d7e8bbd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873bdac234696" /><Relationship Type="http://schemas.openxmlformats.org/officeDocument/2006/relationships/notesSlide" Target="/ppt/notesSlides/notesSlide3.xml" Id="Rb02e2d4245c84a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97661a8034493" /><Relationship Type="http://schemas.openxmlformats.org/officeDocument/2006/relationships/notesSlide" Target="/ppt/notesSlides/notesSlide4.xml" Id="R78617f75c3cc43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86aa34ec44570" /><Relationship Type="http://schemas.openxmlformats.org/officeDocument/2006/relationships/notesSlide" Target="/ppt/notesSlides/notesSlide5.xml" Id="R3779b277ea4047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412a11b54445c" /><Relationship Type="http://schemas.openxmlformats.org/officeDocument/2006/relationships/notesSlide" Target="/ppt/notesSlides/notesSlide6.xml" Id="R70cba9a8c78545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071d1b0dd4acc" /><Relationship Type="http://schemas.openxmlformats.org/officeDocument/2006/relationships/notesSlide" Target="/ppt/notesSlides/notesSlide7.xml" Id="R467a6365a5c046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65233dc5e448c" /><Relationship Type="http://schemas.openxmlformats.org/officeDocument/2006/relationships/notesSlide" Target="/ppt/notesSlides/notesSlide8.xml" Id="R30cf0dfb3eb042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252c391bc4a7c" /><Relationship Type="http://schemas.openxmlformats.org/officeDocument/2006/relationships/notesSlide" Target="/ppt/notesSlides/notesSlide9.xml" Id="R68a20d8f28564d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10c96528c4677" /><Relationship Type="http://schemas.openxmlformats.org/officeDocument/2006/relationships/notesSlide" Target="/ppt/notesSlides/notesSlide10.xml" Id="R911997b0b7344e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78bc2c2094af8" /><Relationship Type="http://schemas.openxmlformats.org/officeDocument/2006/relationships/notesSlide" Target="/ppt/notesSlides/notesSlide11.xml" Id="R6fdb370352dc4f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a5aad1e0d4117" /><Relationship Type="http://schemas.openxmlformats.org/officeDocument/2006/relationships/notesSlide" Target="/ppt/notesSlides/notesSlide12.xml" Id="R6bfb41b7664d4f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47d46a10b4969" /><Relationship Type="http://schemas.openxmlformats.org/officeDocument/2006/relationships/notesSlide" Target="/ppt/notesSlides/notesSlide13.xml" Id="R5e6a8b6065f44d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e5caef3e04192" /><Relationship Type="http://schemas.openxmlformats.org/officeDocument/2006/relationships/notesSlide" Target="/ppt/notesSlides/notesSlide14.xml" Id="Rb574af422cd949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8eefe772d4d98" /><Relationship Type="http://schemas.openxmlformats.org/officeDocument/2006/relationships/notesSlide" Target="/ppt/notesSlides/notesSlide15.xml" Id="R6443c5e2d8c24f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43d4723cb41e8" /><Relationship Type="http://schemas.openxmlformats.org/officeDocument/2006/relationships/notesSlide" Target="/ppt/notesSlides/notesSlide16.xml" Id="R2b21424b1e43439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5ce13d49d49ff" /><Relationship Type="http://schemas.openxmlformats.org/officeDocument/2006/relationships/notesSlide" Target="/ppt/notesSlides/notesSlide17.xml" Id="R9af8ea068feb4e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7ba04957d436d" /><Relationship Type="http://schemas.openxmlformats.org/officeDocument/2006/relationships/notesSlide" Target="/ppt/notesSlides/notesSlide18.xml" Id="R7932b7bcd0a24e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FB590-6FF0-47D4-B96B-048A51BD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0C902-62A2-4DAE-919D-89CC8B32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C4961-9FB6-4C9F-B7D0-159D2A06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6DDAC-4543-4C29-958F-2180BE90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4B791-3BBB-4F10-A4E2-AB579938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18FF6-EDBE-4290-B281-FF001F23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D9E16-F47E-455A-9D0F-3FEB9FB4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96D45-3F38-4A23-8873-12032C1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697A7F-A463-4132-814B-57748D85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8A877-E1CB-49B7-93C6-2691B31E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944AE-3814-4ED7-B893-B9B3A495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CCF980-C052-45E2-AA44-B9846790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00780-9DA3-4626-8C94-574DDB40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2AC82-5614-4C22-B124-EB8EE7EE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56112401-509A-413E-8732-9AA1407F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9039F-770D-4F48-BADD-091F7CE9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5E6D5-41BA-49DC-925A-DF81E2F4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B17E0-29ED-4EC1-A486-9A7833F4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678BB-DCE7-4908-B21F-F4159126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C21AF-7CBC-416D-ABE8-EFCF8B3F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14305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22BCCE-D675-446F-BBEB-4116410A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D2FDC-BA05-4306-94F0-FE251778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BB043-3428-446C-A325-C686253D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E19CB-20BF-487A-AEC0-A44942D4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B3939-2694-4F8E-80EA-E76C6136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65ED5-94CB-4730-A767-2C43863A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A8E2D-6BAC-499E-961C-FC59C388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DE7C0-2309-41D3-88D6-4B4B2E8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190A2-22A9-421E-A7B6-F97B08E7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762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artifacts.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8F1DC-8BA4-4BC6-A99C-74726624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05550"/>
            <a:ext cx="400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Organizations struggle to</a:t>
            </a:r>
          </a:p>
          <a:p xmlns:a="http://schemas.openxmlformats.org/drawingml/2006/main">
            <a:pPr algn="l">
              <a:defRPr sz="24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1ED0E-43FD-4007-A98B-E4777AA0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4346F-B58F-4C6C-BCD8-EA7C1AF7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318372-AD83-431A-A1A8-7152A379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05CDF-4AF7-4445-AE2B-5EEAFBA6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1D7DA-7309-47DD-AEEB-84C93D92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C5EDF-0277-4EC5-AAAA-D9276902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2FDCDC-F1D1-4591-9868-1021E901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3B364-0816-4398-96E8-DC4D323F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432D5-CDF8-428D-84A8-8BD7B9B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F4572-D58F-4BD1-A57D-346E8822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8CC99-A24D-4C1B-906D-C78AC451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1D7083-07B9-43F6-B1E7-19BD1354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F7D24ACB-7ECF-4EA9-A90E-832EE41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AC8707-76EF-42C4-AE27-0FF09E62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D4FAC5-62CF-4808-A6A7-750F968B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9FC576-93C4-4854-8C46-ADAB9CBE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67816-4086-40F8-8BA0-14912CBB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5D65C-4909-4BD7-A57E-83263B04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56005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D07B3-B9E5-4CAE-94C1-471C0F92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EEFFE-508F-4245-A427-19EEB379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17A8D-C44E-4823-9E8E-551E8B1F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6DFB0-FC90-4111-8E8F-2375863E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F4925-F044-41FA-94E4-3E4E7484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9851A-52AD-4238-A29E-0E2AD551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927CC-77BB-43FA-B2EB-37F7498F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1247B-EE19-4557-B326-6626EADE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CE37A-4FF9-47F2-B1BE-EC645433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66E15-10B9-45C6-955A-6E4E1398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D2214-AB61-4699-B3A2-73615501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5A7C9-F497-4FDF-A739-B0F8E937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69B4E-8828-4390-895F-3DBCB22D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774AD-D1BD-4FA4-9C67-B2C53E58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49CD6-8FEC-4949-81A3-C5136912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DF546-3D6F-4D1E-B2E2-8F20D94A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D1213-A756-4B90-AE3D-49A0AB63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D8942-39DD-4E5E-9110-9D1BE755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1069A-A971-4FF9-9C09-EBF42384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387230-5E2B-433C-B244-E673CFBE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86D368-6DEA-4B42-9391-1C9C9BB7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79690-520F-4C10-9F7F-1911A999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2ECCA-0847-4FE4-B2CA-DABC46E7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4F6D80-6A65-4996-A380-2B9EEA6B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FA5C1-3A8D-46F8-8587-FE42A0E0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36D76E-3AFA-4866-B8FC-260433E3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91ED0-5504-4FD7-BBDB-595F8AC8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4026C-51F1-45B0-967C-D2FFBD70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81E8F-C06E-4E40-9B78-F590DD15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83F736-0369-4D8E-AB1C-291C9600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58A79A-67F7-4AC2-8A11-BDF41518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4A838E-E10E-4C3B-BB3B-BF602667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59EA63-1AC1-4312-9632-5E1DA2AD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FF1A3A-7B4D-4E11-8D16-2D7424CE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E672A1D4-9BF7-4118-8D33-96012E20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616375-B37F-4ABF-B7FB-1F5C88E7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57781A-E659-48D4-BC10-EB6BD0F5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6D5EF2-549C-44A7-BEAC-518EDB30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9BF196-14AF-46A8-BE65-E108A49A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CEFFF4-DB4A-441D-AEE0-45255271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54548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945EE-3801-4D10-A1B6-036F4667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1A4D4-A191-4A5B-9177-8503C925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77FD7-C62B-41CC-BBC1-27445B5B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57221-48B4-41CD-8AED-65939EB5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94894-F3FD-468D-9ADD-809C2A75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E7E14-F96E-42B2-AC31-EE93F421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32351-FBEA-49C1-9705-57EBD73C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116E8-B9B6-46B3-B1D6-46161066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8CB93-98FE-484F-8A3D-66BF02BE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0C5EF-37C5-44B3-8E6A-7D267A08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935D1-5E50-41AB-AF6D-D129E6E2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D88839-6CF3-499E-BBA0-702039D6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D6309-05BA-4FB3-B475-A01021A6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3E484-2733-4FF9-BACC-318F15DB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06ED3-67E9-420F-9726-69D2B9A4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76B47-3954-47D6-AB60-6DF270E9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B8AB0-09CA-4352-875D-61D8207F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33F8D-AA1C-4B31-AE1F-C7A97798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89423-7E0B-4770-ADC5-081DD36D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6F0BE-729E-468D-AC45-EE7A3B81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5A21E-7DDC-4DE6-9C38-82DC84F0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C5CE6-B091-4B7E-8003-B1CB5D4B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1F6FF-60E3-428C-B5DB-CCFA198F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AA2496-368C-4480-BD26-8A707DF8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BF916-B131-4225-BFDE-37860247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95670-8368-408C-BAD3-BB6D39F1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F1E3D-0EEC-4A9B-8896-A006018E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FDF159AA-F20D-41F4-AE9F-368D181F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5CFD8B-4615-4538-8D04-9985A563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390DC-EB9E-4FB8-8781-4507ED82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E687F9-5362-40CB-9B48-AD8559B3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55B8FE-C295-46D5-93C4-E98417EF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D7184D-6577-43DF-8F51-906E7E8F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34422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1A889-C631-4FF9-869C-2B439ACD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9D100-4555-4A39-81D2-9842D7BC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E45B6-8825-4A07-9CB5-940CC98C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E5C72-7236-470E-9DED-C35896B8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CAFDB-812F-437F-BA7A-CF3DD08B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BA53A-9E46-4DFF-AA2D-6B061DC6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83892-601D-476E-B432-BCEC8C73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23BB0-FBBD-41E4-8ADC-88E0B669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286AE-C484-4373-BD6B-83787277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judgment, change,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accountability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A00AF-EC64-4B65-A31F-66C535D6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49761-CE3E-499C-8FAD-045F2B6B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5BBFEE-37AF-4EE3-95B9-70E57EB0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3F4AA-38B9-4CA3-B39A-2291BE1A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246DB-F0EA-462D-9010-F31B778B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5FED8-7000-4801-952C-4A6FBC10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8ECCC4-17D3-4A7B-B5E7-9FC0E1DC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5FDF9C-3E12-45E5-A0E2-2DE1FFD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5DA0B-F3CA-466E-A6CC-EA9B038C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D153A1-F7C5-471D-B4BF-0BA304BE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83B1F-42FD-496A-9C0B-46FA9F5C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AF01C-1324-43D0-9EC6-600F6515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EC431-36F9-46AA-AB5C-282A2BD3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B11DA3-F3FA-4717-A030-D6D9733A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8F2CC-C244-492F-A98E-AC3B2039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663BE-02D5-4E8B-A023-438FFF04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8B6D50-EB55-47F7-8585-2F091393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16A0C7-23F1-49F6-B882-AA513AD2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EA91BD-618D-49C8-8D2C-9105D81F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D86FA6-321B-4751-ABDC-83ED114D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9716A-B115-4D21-9181-24B5D25B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AE83D-CDB0-4175-B0BC-CFD68B15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EDE062-6025-48A3-B28C-A73666E9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98AA5-519E-4AE7-9F57-820A6B8A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CFBB77-4B67-401E-990A-A8A0527D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C9ED74-CA2F-4629-943D-A2679AA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496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Not every function owns AI. Many functions inherit the</a:t>
            </a:r>
          </a:p>
          <a:p xmlns:a="http://schemas.openxmlformats.org/drawingml/2006/main">
            <a:pPr algn="l">
              <a:defRPr sz="22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consequences of AI-enabled change.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F14E38-4085-4ACF-BD63-36DC0634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41557F-7BDC-4D5B-A465-B5120487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Not every function owns AI. Many functions inherit the consequences of AI-enabled change.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65252572-48C2-442C-8095-BEE4042C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58BA23-4A0E-435E-A2EF-49A54CA0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5E33EB-7E6E-459D-89FB-2327DB30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145094-FD3E-425D-B3D3-20A1D268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0BD959-7B9A-4008-B8D3-F958D1FE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31E9AA-E583-4A65-9F8D-39ABA306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14756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B124F-C038-4107-9108-F9E68ED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4D369-FAFB-4B9E-A280-7BD49297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F9F95-5F65-410F-B00D-68597F9E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EB449-849A-4F00-AF57-D46933B6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E714B-A4B8-4C0A-A8FE-5CF364F2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95658-782F-48E1-8C5D-BC4A206E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3FD60-4A66-4D45-A52A-C3F07FAC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A59E3-7838-4E2D-8DED-13C86B63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CE1FD-220A-4793-AA01-D310649E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1AC60-5857-47B7-BD9B-4BDBB389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24E1F-5B2A-4D3E-A9F1-9D3C0C13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061C0-EB48-4F05-A7BF-AE70D8CA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E0B78-DFE8-4A4F-9F76-5A63907E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5ADA4-89F5-4FCE-B65D-80D00650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49BD0-51CF-463E-B5FD-97CCD87A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E79FF-C911-4561-9A91-DC2CEE34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64ABC-092C-48F9-8913-4B84B0C3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0ABCC-7D39-4720-899E-802B1881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668EF-5671-4583-881C-440E9D5A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14065-6BCC-4783-A76A-4B38CF67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75A57-5F80-43C0-944E-AE51628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5BFA5-436E-40EF-BD54-18D8BD21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BAC67-0C0E-4DC5-A62D-3DB3D2F8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D93F5-1A61-4FD8-991A-F4D91F65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C8578-DC50-4BDF-B72F-E49EF9A7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E5EED2-8325-45D7-AD3B-636DD2BE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C70E6391-196F-4BE0-A72C-E02DFA37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631851-1388-4356-9F5A-14A9BC4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E91204-2823-4B2C-888C-121D081A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C0F10-9478-44E7-87E5-59DA431A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7B2975-1C03-4FE9-938A-3015CA45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01A5A-3EF0-4719-80BF-48B044F6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718816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4AF00F-6D2E-4EF8-B023-16C53E94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A2290-ABD6-49E0-AA92-7DE1E458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D9788-A49D-4B64-9CF8-AD439E58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0BF34-9F24-4496-B6BC-7225B34C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D5DE4-B47A-4CEC-9A30-E0520605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A132F-7208-4C11-9B63-7EB08FB4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CB55F-E504-4E74-B864-6BCF5FDC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02A42-01BE-4908-940F-1B64C61D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6B202-5FD0-4C2A-94E1-13B41AFD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B0AAE-D4A0-427A-AE16-D957FDAD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ACA58-8758-4C9E-A696-22BB9A6A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311A0-66A5-443A-8AF4-93FB220C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2B66D-1FA5-4912-AC9E-F1697473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B4E03-8005-4BA2-9B5A-53D7A471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9418C-0010-40AE-9822-F4274B24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DFE83-3D4B-46C5-96B0-806B7B5B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19924C-F057-4B3E-8132-0CD3DB5C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51889-1B79-4E24-92E0-D31E16A1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E4FE6-D9D4-4EC8-9883-0AE9A4BA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D8C48-96EB-4E86-8EB3-8E1F1B3F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3741E-25B1-4035-93AE-E64355CC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687BC-4153-459B-B504-07BF3DFD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567B7-4C15-484F-848E-B19AD1F3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1E5800-E824-43D7-9A46-61B88CF7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A79CF-36C3-450F-A619-0DB5F48E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185FBD-6913-457F-9632-FC2E4221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C0BC00-7C10-4426-88C3-B5D3AD78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5532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FF8A25-A6FB-45BD-8066-8543D3CD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DB8C03-A302-4445-8869-56D94482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C8BC1829-3ABD-4484-83F7-B68A76A8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E1161E-ACAF-478A-B500-631AA4EC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6792B0-02AD-4947-8041-C0B7B37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F21ACE-3EAD-455F-8D14-E0C8EC8A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57C9A6-13F5-473E-8E17-D96EF44C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AEFEFC-8950-46F9-9A60-CDC3C402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07013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641DC9-F91C-4197-B280-ECA4FF23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F91DE-8FB8-4753-BC41-86D39AC3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FC2D0-6007-4044-A5FA-ED5B51BB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270CA-652E-4780-B1C4-1E531A1B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1137D-3784-49B2-B747-AA2AB494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26919-94B8-43EF-AD78-6B030789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31A95-FDB5-4FE2-B3DB-D6EB5863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25B26-8A2F-459E-9F33-9550794C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5716D-0EE1-4424-AF69-E3363C9F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34928-2857-447E-A498-EEA3F56F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60EFF5-52DE-474D-A689-9C398DDC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16B34-FFD1-48D4-A56D-CE9A7226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85A01-CFF8-4EE5-9685-5CDF54E0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BF546-53CD-4B28-AE57-A6C3CE15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B8A22-1FBB-41C1-B404-552E4DDC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855EF-40B0-40A3-9DFF-5CEAC30D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1E96E-C33D-45CD-A001-8BBF021A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B59FA-AE17-4C94-9E42-EA73F224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F5A5F-C330-4F40-B3EE-066717A8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CD16A-B426-4584-8C3F-89D12003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01AE9-5F25-4060-B90B-22DB7002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06F65-EBB6-4B31-A15B-24C738D3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04D44-B8C8-4EE0-B5F9-075CFFA5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50887-73B1-434B-8CC8-71F0B9E1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3890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4BFA07-86C2-4120-BF35-EDD2DE66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24CEDB-7EC6-4904-AA97-02D0576B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6582BB4B-B280-4C7A-B15B-EB973297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330C7-089E-4CDE-8AC8-FE8FE55F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F10BB-1344-430C-8BCA-7B46DE60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75AC0C-D3D4-4CE2-BDE5-D8646A05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B82B2F-7D28-4DCD-BE12-39141B1F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FA562C-FDEB-4D67-B2A7-C9889760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234900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4111D3-8941-46EB-A4B1-7784644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7E5AA-D2C1-48D1-8636-89FFE5AD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830A8-A60F-4CB0-930E-688D8B11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8E364-A5EE-4A54-BEBE-7240407F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407CC-08F6-4974-9C37-F70B9F3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49CF8-F746-42FF-B62B-8D188E63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050F8-2FD7-4166-A383-4C7CDA6E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EF014-DA64-4C8D-9F19-3EF7BF9D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AF11D-BB55-42C6-A430-5027A293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A711E-6434-49AE-A9A6-EE8CEB82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A8908-8ADA-4806-830A-5C06EFDD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C7C0B-B580-4B80-B297-B1F42B89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AB065-0033-4665-9E80-4DB365E0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82178-1480-420A-BFA7-2CB2788A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66932-0900-4A04-979B-A6B058A7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9EE46-5BD6-460D-A05F-6869B921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504E3-4A3B-4122-B9FA-7EF97A7F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80423-34D6-4F36-A933-42E706A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37257B-60CE-4828-AE90-0F70B18B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AF0A6C-1E73-4015-94CD-88542565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61476-036A-4BFB-8AD9-4BAF50DE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2077C-9363-4B11-8C53-3967D2FA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75390-9C0F-46BE-BA97-BC4FAB77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74085D-6217-4A69-88FC-A405DC87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69139B-2747-48AB-86C6-1935FAE8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436E60-BD01-4091-A82A-CF09A9D8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1357AF-3ED5-4A19-9FB7-66A47446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15559C-6AF8-4877-9D1C-D9846409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27FA16-22AC-4A1D-96E7-516F085F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3F145B-1B17-4AD5-B45F-C0DD3EBB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506CAE-0844-4D96-9F76-A66A1A74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AB95FD-F6E7-4544-AF23-6AED0513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4C46F9-A256-4FF6-BE78-885EED1A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EBDE21-6F82-4B2F-932C-DF139178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23BA26-9D0B-4831-A4D5-AF5010DE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A055C8CD-33E9-4813-84B6-0B1B3ACA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8ECF54-2D71-47D8-B56C-95AC4C38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43BE66-03F5-4B0B-BB27-60ECC165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32DFD7-8091-41DA-B298-EE658B0E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0558FD-9F91-48AC-925E-8FCA96D7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D0AB1C-CF9A-4C04-B9A4-B504AA91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61651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96A61-BEC7-4847-A2BA-30E311C5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FAF1F-2FD3-46FF-B312-7C5884E7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399E6-3684-4695-ADA4-5DF9967C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4527B-15DE-4F29-9021-80858B96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3997A-7DAB-45B0-B122-171D885C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A41BD-E6B5-42CC-BDC3-C25DA4D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8FEF5-6377-41AE-80F1-66B9969B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371A2-17D6-4152-A775-FE469E6B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8B4B2-D310-4C0D-8A0C-6F9D9DE3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A7522-E668-4EB1-A1EB-6D1994D4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6FBAC-CCB4-4F3E-B33F-6C87BEBD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A255A-4133-4752-BAF1-AC097CCF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324AF-3C3D-493C-846B-248BA561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678F4-CFB6-47C4-8505-A679A2AF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44B33-6EF6-408B-9A89-2196270D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DB5AA-A7BA-493F-8A21-3541A41B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7C604-6B67-492E-9E59-ADCDB320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4EF73-E000-47B5-97FE-FE3D63A6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C4355-3F05-487C-97DD-4CDAA4F0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1F92FC-34BD-4065-A32B-B394FE25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8FCF5-5688-4F1F-B3A3-DCF40984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CA8AC-B0C0-4B12-916A-2C9C9111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E8E00C-6DEC-4FC2-9570-3FD7ACAB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04430-AF65-42B4-812D-A0FC6DD3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95B4C-2E29-407B-8825-B2D855E8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1F419-FF7F-4C7E-8070-C1676038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994E5-274E-45F7-8474-4E20153A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01E57200-F4C5-47ED-9E25-2C7C275D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DD548E-2B84-4765-A2BD-9F069109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54D054-CFC1-4B48-97F5-EB63920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FABC81-A812-42AA-986E-AC25A02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08A6C6-19AA-4829-A3AE-B397247C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0C0B83-7D3A-47D8-8E21-5CEE6E78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86800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839B4E-1A8D-4C95-9A13-1E424E3E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B8685-50BA-407D-9A9D-8D0D6C80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22570-DAE5-418A-8CF7-1B245E5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ABC90-B1C6-4E7F-AAC5-117D5455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45F9F-4D84-492A-AC88-A2872B5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396ED-5EE6-4EFD-B799-74B44F12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1E162-D4E3-462D-9D38-60A113E4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D3B4D-ACB7-4F26-8A1B-7D871C9F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ABB9D-BA5C-4C82-862D-8548EEDD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F505E-C448-4357-9F81-EE29DDD5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6F697-853E-4A7D-9AA1-5FC94CB5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face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technology shortage.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F40E1-73BF-40D0-B77C-45021775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2D5E7-58A1-4D1E-B9BC-78D569FD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30AF3-F951-4121-963F-1A28D688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1A1F46-BEC7-4E97-BFB9-0953561C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8FFB8-0B4D-42AC-A25A-12EA8D41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190AB-DD1C-48C0-9264-0272D5F1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716FD-A97F-4293-837F-215C3A84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05A14-1EE6-47DC-B72D-927348C3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DFEBE-FFD7-40A4-A8FB-D92AFE3F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726324-3D3F-42C9-A000-B03C6F50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BB2F8-7A74-4987-9908-3B99AD21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DB12E-25AD-4524-8AD4-73AEF977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3BCDE-2D80-45B0-8EB2-458A6544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ED4BE057-F61B-4819-92A1-202DB4B6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F5FD8-2D26-4D89-AA0C-9727CC2A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85F6A4-B991-4960-9B04-DEC1277A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9774B-275E-40AA-A674-BF7D8248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A145A-17E4-4475-AF9E-F214EEC9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EBD0E-F65A-4349-9753-35F54BF4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768930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5793A9-2A90-440D-AF32-C188329F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560E42-EFD8-4E1B-B84A-AC980D81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B0750-AE21-4355-A672-792040A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7C4D8-AF81-481F-932D-1F5F1FE2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1D4A7-6486-4F64-9847-1F5C9BB7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1056C-C653-4708-95A6-B16EA322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72DA5-9DA8-4DC2-BB2C-EF4BE827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9E3A0-26B3-4571-BFF7-D739C27F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98FA0-1766-455A-AFA6-FC4E01F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A5800-A531-4025-AFB2-F4BC5967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A5C03-D0C4-4825-B70D-D8C7F338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18001-7E82-4FC3-8934-DCDBE06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377372-5FE0-464A-94E7-27B455FD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5D3C1-FB14-4F40-A426-5716874F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C59CA-9972-48F9-9CAA-543EC988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7E156-70C2-4D16-9852-4EBD8146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4DFE-89C6-4683-8A59-FD3ED8EF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4A417-4FE8-4D8B-B89B-D149DE64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FC139-5864-446B-985A-A4B8B828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CDDEE-32D9-44B4-95CA-DA275156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CB9B2-5FF0-4DBB-916B-064FF1D5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326FB-965C-4E05-ADD7-BFDADEC1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CBFC6-F5D0-4A94-8CAE-D125A59F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C4E52EFF-6377-47A8-AA4A-34033E8D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37CCE-2B1A-44CF-81CB-E30CB27C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9F201-3A3C-47DF-A569-C0014530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A8F7A7-7398-40E7-B4ED-86EC0606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20B17B-9825-46EA-ADE9-016297BF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7C7258-971F-472F-A3E4-56ED5FE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339378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DCB159-976B-4600-A58A-B104F7E6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5003A-01D1-45BC-89A3-DBC66E9C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1ADC0-C810-4A79-B230-6761536A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25F78-A6F7-490A-B9DC-8F8D2080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CBFFF-30EF-44C2-AD82-F3533C9E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F1F9A-BB29-41CB-86E5-DE8ED417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2749A-A6D4-4EB4-BAE0-C373E2B0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72766-ADF7-47D0-9AE1-25B3F8D1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FEDDE-1899-4237-919D-D9EC6D18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F10C8-EB2C-404B-B600-C57EEA0D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B31CC-9EFC-422C-91B3-E4F087DF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88524-19D7-4EB0-A08D-D10B1619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E8E17-0826-47F5-91A1-DF4A241F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558A4-676B-4AF8-B737-B937ED0C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28129-8E6D-459D-A186-C8D55F36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adopting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2E735-DD09-43EB-BC6B-FE155C35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DA0D4-B902-4C8B-B549-1613F3C6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1D669-7D02-4C16-B33E-BDD4A3EF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undergoing significant change.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0A354-66FE-4F0A-BBFF-A5BC37B0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8BB6B-05C4-4CD4-8F31-51952597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F5711-D689-4A74-9E8B-DCBA0A36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is losing critical knowledge.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AF4E6-90A0-4EF1-8955-1116D133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21A89-E528-4B7C-B801-AC77A4C7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E41E7-5D3E-4426-88E2-FDDF97A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needs stronger governance and accountability.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E2A24-52AA-4EC2-9B8A-F5C6F3E6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1E4A8-C8CB-4105-ABA9-1ABC60C0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29782B-57DE-4345-84D5-46C70A9C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 organization wants confidence that can be explained, reviewed, and defended.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6CA4E6-B7D3-41EC-BF45-D1065D52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0BCD29-C6A3-4253-BB81-33490976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C49B96-2239-41B3-B2F6-DBAE8862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272495E4-4FE7-4E7D-A56B-D1A1DDA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3E1D1F-EDB1-405B-8385-398B935C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27DBC1-064C-4CD2-9F3D-8BD44434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D6A653-84E0-40DA-9A84-F905224D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B76E23-64D1-43B1-9EE7-79837055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659E6A-B161-490C-B846-8488C06A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45637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1C461B-ED40-4BFA-A220-A2F12BDF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ABF34-627D-4683-ABEF-A9B7A68B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D184D-BF8F-496C-8114-25149053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A7244-0877-472C-8F29-BD2C3C91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82401-5B8B-453B-B320-8021A66E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B8FC8-3BBC-45F0-9BE3-DE2410EA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EEF53-BC79-49E4-A7E2-03BBBEB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4E7C2-01CA-49CC-8BA2-F5A743DF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6BFA9-82F6-4876-A2AD-D48AA31B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24287-B31A-4E73-801E-FDB036F8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84821-6BFD-47B6-AD48-F13431E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E781B-FC55-420F-9A00-F0315173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1D110-890E-47B7-ACEE-FD2EFA83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473F2-8638-4D47-927B-60677B9B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3A790-3066-4D85-BBA4-D79B942C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9A2BC-49C5-4F8B-87CC-9247B27D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3A5C7-401F-469C-BEC6-C21F3F92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FF315-E246-4D1C-B2D4-B0FE16EB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C81020-6BCC-4561-9DCC-32E5A50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D8BE85-F6D8-45D2-9CC7-6FF6A7B8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E728A-7360-4695-8EA7-18F1BA29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111F3-6675-4B4E-89C7-66CCBD1A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7C75C-500C-4CBA-96E2-9F4C0CFD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28F60A87-5B94-4EC6-9806-D51D3E66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9F1D1F-CFCF-4E28-8556-9ED0CD49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CBC07-B7EB-48C7-8E0E-BBD31B5B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8EEA8-152A-4054-8CF0-1F48E497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3C8F7E-BB4C-4540-A8F4-23EB11AC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C026EB-DA4C-4EDF-A978-AFAE9B4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761541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680FB7-9D40-4D89-9975-E7A15F4E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04419-F74A-4F7F-ACF5-590EBF4A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69D72-1109-4306-9D8E-2B10DE52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BAFB3-17CA-44FD-9109-0A2A1202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49F69-10CE-4BC3-B91A-9D28548B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A6956-6C61-4AF4-9AFD-A4164611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3B929-BD36-4FDA-87FB-1253A750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87375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C3C756-90A0-45A5-9778-CB0CEDED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AB5E2-0FE7-4D67-903C-522F99B1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F1554-E2D9-4177-A939-5B36EBB2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EBD7F-BC85-4C43-8E56-F169A6ED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02971-F710-473F-9AC3-291006E7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15EE9-3882-446F-90F9-189B720F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25FA0-8502-4068-A3D1-3D8B151C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7837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662EB-3874-4120-A4D7-899B6C4C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695F4-7999-4C6F-BA6A-2AF7B773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04665-D845-4FF4-91B7-57E54081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5BE8D-91DF-4C6F-9DC6-05DC9416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4821C5-B1E3-40F0-A258-288F9738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3ED46-9A63-418D-939F-4DC26B71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61087-7A2E-4782-A73B-6373F413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618188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51C060-569C-4654-8354-085B741A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C8703-A653-4027-A8D6-47AEB16E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D3E9E-FF58-4A50-A90D-4E6429B7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ADADF-94AB-4A60-A66C-C800B39B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E5ED4-AD48-4C1F-BA48-73FEFEA6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B9128-B19C-43A5-9A85-05F86689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A3FC7-19AC-41AF-B889-27F59578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1008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2026-06-15T05:33:18.5550000Z</dcterms:created>
  <dcterms:modified xsi:type="dcterms:W3CDTF">2026-06-15T05:33:18.5550000Z</dcterms:modified>
</coreProperties>
</file>