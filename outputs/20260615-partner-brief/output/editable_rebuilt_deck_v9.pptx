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32dbd6235348be" /><Relationship Type="http://schemas.openxmlformats.org/officeDocument/2006/relationships/extended-properties" Target="/docProps/app.xml" Id="R07c2938010bf4331" /><Relationship Type="http://schemas.openxmlformats.org/officeDocument/2006/relationships/officeDocument" Target="/ppt/presentation.xml" Id="Rb9d100cc279c46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cae64f25214e6f"/>
  </p:sldMasterIdLst>
  <p:notesMasterIdLst>
    <p:notesMasterId xmlns:r="http://schemas.openxmlformats.org/officeDocument/2006/relationships" r:id="Rfd11bedd5d85462b"/>
  </p:notesMasterIdLst>
  <p:sldIdLst>
    <p:sldId xmlns:r="http://schemas.openxmlformats.org/officeDocument/2006/relationships" id="256" r:id="R8bfdba984c734665"/>
    <p:sldId xmlns:r="http://schemas.openxmlformats.org/officeDocument/2006/relationships" id="257" r:id="Rb2fce4cea0ce4992"/>
    <p:sldId xmlns:r="http://schemas.openxmlformats.org/officeDocument/2006/relationships" id="258" r:id="R3b36c94ac4314a67"/>
    <p:sldId xmlns:r="http://schemas.openxmlformats.org/officeDocument/2006/relationships" id="259" r:id="Rcfd30cde8caf4274"/>
    <p:sldId xmlns:r="http://schemas.openxmlformats.org/officeDocument/2006/relationships" id="260" r:id="Rfb1fa75b896c4be6"/>
    <p:sldId xmlns:r="http://schemas.openxmlformats.org/officeDocument/2006/relationships" id="261" r:id="R8ba5781148524af3"/>
    <p:sldId xmlns:r="http://schemas.openxmlformats.org/officeDocument/2006/relationships" id="262" r:id="Rf310ebd41a94478d"/>
    <p:sldId xmlns:r="http://schemas.openxmlformats.org/officeDocument/2006/relationships" id="263" r:id="Rd07c01cc335e40ff"/>
    <p:sldId xmlns:r="http://schemas.openxmlformats.org/officeDocument/2006/relationships" id="264" r:id="Ra9b4eec550004b9b"/>
    <p:sldId xmlns:r="http://schemas.openxmlformats.org/officeDocument/2006/relationships" id="265" r:id="Rdf663bb03aca4480"/>
    <p:sldId xmlns:r="http://schemas.openxmlformats.org/officeDocument/2006/relationships" id="266" r:id="R103eabf02af14918"/>
    <p:sldId xmlns:r="http://schemas.openxmlformats.org/officeDocument/2006/relationships" id="267" r:id="Rc949008c9f91464d"/>
    <p:sldId xmlns:r="http://schemas.openxmlformats.org/officeDocument/2006/relationships" id="268" r:id="Rbb452283c0e944e6"/>
    <p:sldId xmlns:r="http://schemas.openxmlformats.org/officeDocument/2006/relationships" id="269" r:id="R612fb1cc1f9a4a4f"/>
    <p:sldId xmlns:r="http://schemas.openxmlformats.org/officeDocument/2006/relationships" id="270" r:id="Rcb30a051c4504789"/>
    <p:sldId xmlns:r="http://schemas.openxmlformats.org/officeDocument/2006/relationships" id="271" r:id="Rce4db639242d4a9c"/>
    <p:sldId xmlns:r="http://schemas.openxmlformats.org/officeDocument/2006/relationships" id="272" r:id="R24eed7dae58942b3"/>
    <p:sldId xmlns:r="http://schemas.openxmlformats.org/officeDocument/2006/relationships" id="273" r:id="R0b3d8e6f1e80450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7f294958bd43c9" /><Relationship Type="http://schemas.openxmlformats.org/officeDocument/2006/relationships/slideMaster" Target="/ppt/slideMasters/slideMaster1.xml" Id="Re4cae64f25214e6f" /><Relationship Type="http://schemas.openxmlformats.org/officeDocument/2006/relationships/notesMaster" Target="/ppt/notesMasters/notesMaster1.xml" Id="Rfd11bedd5d85462b" /><Relationship Type="http://schemas.openxmlformats.org/officeDocument/2006/relationships/presProps" Target="/ppt/presProps.xml" Id="Raf1bff63d491411f" /><Relationship Type="http://schemas.openxmlformats.org/officeDocument/2006/relationships/tableStyles" Target="/ppt/tableStyles.xml" Id="R320adcbf4ac54a9e" /><Relationship Type="http://schemas.openxmlformats.org/officeDocument/2006/relationships/slide" Target="/ppt/slides/slide1.xml" Id="R8bfdba984c734665" /><Relationship Type="http://schemas.openxmlformats.org/officeDocument/2006/relationships/slide" Target="/ppt/slides/slide2.xml" Id="Rb2fce4cea0ce4992" /><Relationship Type="http://schemas.openxmlformats.org/officeDocument/2006/relationships/slide" Target="/ppt/slides/slide3.xml" Id="R3b36c94ac4314a67" /><Relationship Type="http://schemas.openxmlformats.org/officeDocument/2006/relationships/slide" Target="/ppt/slides/slide4.xml" Id="Rcfd30cde8caf4274" /><Relationship Type="http://schemas.openxmlformats.org/officeDocument/2006/relationships/slide" Target="/ppt/slides/slide5.xml" Id="Rfb1fa75b896c4be6" /><Relationship Type="http://schemas.openxmlformats.org/officeDocument/2006/relationships/slide" Target="/ppt/slides/slide6.xml" Id="R8ba5781148524af3" /><Relationship Type="http://schemas.openxmlformats.org/officeDocument/2006/relationships/slide" Target="/ppt/slides/slide7.xml" Id="Rf310ebd41a94478d" /><Relationship Type="http://schemas.openxmlformats.org/officeDocument/2006/relationships/slide" Target="/ppt/slides/slide8.xml" Id="Rd07c01cc335e40ff" /><Relationship Type="http://schemas.openxmlformats.org/officeDocument/2006/relationships/slide" Target="/ppt/slides/slide9.xml" Id="Ra9b4eec550004b9b" /><Relationship Type="http://schemas.openxmlformats.org/officeDocument/2006/relationships/slide" Target="/ppt/slides/slide10.xml" Id="Rdf663bb03aca4480" /><Relationship Type="http://schemas.openxmlformats.org/officeDocument/2006/relationships/slide" Target="/ppt/slides/slide11.xml" Id="R103eabf02af14918" /><Relationship Type="http://schemas.openxmlformats.org/officeDocument/2006/relationships/slide" Target="/ppt/slides/slide12.xml" Id="Rc949008c9f91464d" /><Relationship Type="http://schemas.openxmlformats.org/officeDocument/2006/relationships/slide" Target="/ppt/slides/slide13.xml" Id="Rbb452283c0e944e6" /><Relationship Type="http://schemas.openxmlformats.org/officeDocument/2006/relationships/slide" Target="/ppt/slides/slide14.xml" Id="R612fb1cc1f9a4a4f" /><Relationship Type="http://schemas.openxmlformats.org/officeDocument/2006/relationships/slide" Target="/ppt/slides/slide15.xml" Id="Rcb30a051c4504789" /><Relationship Type="http://schemas.openxmlformats.org/officeDocument/2006/relationships/slide" Target="/ppt/slides/slide16.xml" Id="Rce4db639242d4a9c" /><Relationship Type="http://schemas.openxmlformats.org/officeDocument/2006/relationships/slide" Target="/ppt/slides/slide17.xml" Id="R24eed7dae58942b3" /><Relationship Type="http://schemas.openxmlformats.org/officeDocument/2006/relationships/slide" Target="/ppt/slides/slide18.xml" Id="R0b3d8e6f1e8045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1469edd4294d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5ba4f76d9e49a7" /><Relationship Type="http://schemas.openxmlformats.org/officeDocument/2006/relationships/notesMaster" Target="/ppt/notesMasters/notesMaster1.xml" Id="Rada770871a1c4f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370bf831d444c0" /><Relationship Type="http://schemas.openxmlformats.org/officeDocument/2006/relationships/notesMaster" Target="/ppt/notesMasters/notesMaster1.xml" Id="Raacc1beb823e4b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6ca2d4e178451a" /><Relationship Type="http://schemas.openxmlformats.org/officeDocument/2006/relationships/notesMaster" Target="/ppt/notesMasters/notesMaster1.xml" Id="R372031d3897743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9e18e2faf043cf" /><Relationship Type="http://schemas.openxmlformats.org/officeDocument/2006/relationships/notesMaster" Target="/ppt/notesMasters/notesMaster1.xml" Id="R0b893fc5ae104a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d3cf8e42ee40dc" /><Relationship Type="http://schemas.openxmlformats.org/officeDocument/2006/relationships/notesMaster" Target="/ppt/notesMasters/notesMaster1.xml" Id="R9c3008d13c0b41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aa436c24b24c67" /><Relationship Type="http://schemas.openxmlformats.org/officeDocument/2006/relationships/notesMaster" Target="/ppt/notesMasters/notesMaster1.xml" Id="R014f8e107a9440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19db380c734ba0" /><Relationship Type="http://schemas.openxmlformats.org/officeDocument/2006/relationships/notesMaster" Target="/ppt/notesMasters/notesMaster1.xml" Id="Rcc7f89ad42334c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4213a17f634c3c" /><Relationship Type="http://schemas.openxmlformats.org/officeDocument/2006/relationships/notesMaster" Target="/ppt/notesMasters/notesMaster1.xml" Id="Rd2031d968d1e4d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a05eedcda44ca9" /><Relationship Type="http://schemas.openxmlformats.org/officeDocument/2006/relationships/notesMaster" Target="/ppt/notesMasters/notesMaster1.xml" Id="R77ecc87037c648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8546799ea74158" /><Relationship Type="http://schemas.openxmlformats.org/officeDocument/2006/relationships/notesMaster" Target="/ppt/notesMasters/notesMaster1.xml" Id="R53f5c967bbc441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6e778853cc43df" /><Relationship Type="http://schemas.openxmlformats.org/officeDocument/2006/relationships/notesMaster" Target="/ppt/notesMasters/notesMaster1.xml" Id="R65086b1c4a764f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c8e76efd234cb7" /><Relationship Type="http://schemas.openxmlformats.org/officeDocument/2006/relationships/notesMaster" Target="/ppt/notesMasters/notesMaster1.xml" Id="R3b52c126334741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097931b0c44c71" /><Relationship Type="http://schemas.openxmlformats.org/officeDocument/2006/relationships/notesMaster" Target="/ppt/notesMasters/notesMaster1.xml" Id="R51873f63575b4c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cdd0eec33b4f7e" /><Relationship Type="http://schemas.openxmlformats.org/officeDocument/2006/relationships/notesMaster" Target="/ppt/notesMasters/notesMaster1.xml" Id="Rfeb163d4d5744b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fd823a6ae44bd7" /><Relationship Type="http://schemas.openxmlformats.org/officeDocument/2006/relationships/notesMaster" Target="/ppt/notesMasters/notesMaster1.xml" Id="R9c8d1614165848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56b907fba0495e" /><Relationship Type="http://schemas.openxmlformats.org/officeDocument/2006/relationships/notesMaster" Target="/ppt/notesMasters/notesMaster1.xml" Id="R05cadc9606e04e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5f18ee6aaf482c" /><Relationship Type="http://schemas.openxmlformats.org/officeDocument/2006/relationships/notesMaster" Target="/ppt/notesMasters/notesMaster1.xml" Id="Ra13f41be0d1b43b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412b4a70de45d2" /><Relationship Type="http://schemas.openxmlformats.org/officeDocument/2006/relationships/notesMaster" Target="/ppt/notesMasters/notesMaster1.xml" Id="Rc1bda143894242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cf2d1110d42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d04bafdb164db1" /><Relationship Type="http://schemas.openxmlformats.org/officeDocument/2006/relationships/slideLayout" Target="/ppt/slideLayouts/slideLayout1.xml" Id="R565376f0534746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5376f0534746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7131d5d074493" /><Relationship Type="http://schemas.openxmlformats.org/officeDocument/2006/relationships/notesSlide" Target="/ppt/notesSlides/notesSlide1.xml" Id="R4593d38cf0ce46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82d720bb844df" /><Relationship Type="http://schemas.openxmlformats.org/officeDocument/2006/relationships/notesSlide" Target="/ppt/notesSlides/notesSlide2.xml" Id="Rd7dd3b2450334d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4d771e9454be9" /><Relationship Type="http://schemas.openxmlformats.org/officeDocument/2006/relationships/notesSlide" Target="/ppt/notesSlides/notesSlide3.xml" Id="R645a3b094e2c40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c135246a24da5" /><Relationship Type="http://schemas.openxmlformats.org/officeDocument/2006/relationships/notesSlide" Target="/ppt/notesSlides/notesSlide4.xml" Id="R21142024d0e843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e2b06052e4f45" /><Relationship Type="http://schemas.openxmlformats.org/officeDocument/2006/relationships/notesSlide" Target="/ppt/notesSlides/notesSlide5.xml" Id="Rdb45535be59b4f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1615a8f194866" /><Relationship Type="http://schemas.openxmlformats.org/officeDocument/2006/relationships/notesSlide" Target="/ppt/notesSlides/notesSlide6.xml" Id="R7dbf869f220b46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b8843f0fa4f32" /><Relationship Type="http://schemas.openxmlformats.org/officeDocument/2006/relationships/notesSlide" Target="/ppt/notesSlides/notesSlide7.xml" Id="R391f9fa920c549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688b9b4ea41ec" /><Relationship Type="http://schemas.openxmlformats.org/officeDocument/2006/relationships/notesSlide" Target="/ppt/notesSlides/notesSlide8.xml" Id="R5406f8240d5347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e9314da664e68" /><Relationship Type="http://schemas.openxmlformats.org/officeDocument/2006/relationships/notesSlide" Target="/ppt/notesSlides/notesSlide9.xml" Id="R1162c6e430b146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8118eff784e06" /><Relationship Type="http://schemas.openxmlformats.org/officeDocument/2006/relationships/notesSlide" Target="/ppt/notesSlides/notesSlide10.xml" Id="R838bb959a67648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537e1b581473e" /><Relationship Type="http://schemas.openxmlformats.org/officeDocument/2006/relationships/notesSlide" Target="/ppt/notesSlides/notesSlide11.xml" Id="R5549b3bba4934d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1141373464d6e" /><Relationship Type="http://schemas.openxmlformats.org/officeDocument/2006/relationships/notesSlide" Target="/ppt/notesSlides/notesSlide12.xml" Id="R28a4e4555dd04a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af2b60c7f4415" /><Relationship Type="http://schemas.openxmlformats.org/officeDocument/2006/relationships/notesSlide" Target="/ppt/notesSlides/notesSlide13.xml" Id="R1ddeacfe326a4a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0c380d006443d" /><Relationship Type="http://schemas.openxmlformats.org/officeDocument/2006/relationships/notesSlide" Target="/ppt/notesSlides/notesSlide14.xml" Id="R9d9c58ff51d942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00d2ef23d4e56" /><Relationship Type="http://schemas.openxmlformats.org/officeDocument/2006/relationships/notesSlide" Target="/ppt/notesSlides/notesSlide15.xml" Id="R00fa420931c249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b0ac076f44e7f" /><Relationship Type="http://schemas.openxmlformats.org/officeDocument/2006/relationships/notesSlide" Target="/ppt/notesSlides/notesSlide16.xml" Id="Rc2509ff544df49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f33df124740b8" /><Relationship Type="http://schemas.openxmlformats.org/officeDocument/2006/relationships/notesSlide" Target="/ppt/notesSlides/notesSlide17.xml" Id="Rf9f7252ebaed46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bf8e4f1574077" /><Relationship Type="http://schemas.openxmlformats.org/officeDocument/2006/relationships/notesSlide" Target="/ppt/notesSlides/notesSlide18.xml" Id="Rbf9537a6fa3a42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319BB3-2B0F-4D61-8A49-DFFA66F2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621FC-36ED-469E-BFF6-42BE6D6A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AB3A0-215F-4941-B818-0ED2A82B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726BD-4CC3-47C7-AD84-842A7CE6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42709-35E8-4015-9EEC-C4D5DBC0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8EE10-15B9-4B52-AC2C-F9B88327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0B7CF-2A0E-4E9F-8B94-0AA087A4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2DE90-4348-4D62-A849-AF29CAB6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5525D-C67C-4934-80C2-40C2FA4F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4DAA4-FF60-4B93-9D4F-B47EF836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5B312-2D25-4600-A5FE-4CB3ED63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A055F-ED65-4294-A9A1-DCF7AF7D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4895B-7678-44A5-9851-F1A3FD26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57A5F-A511-4DE8-A08D-D4484DD3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266A57C3-FD13-4236-BBF9-FBCB4FBE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54413-6697-4D3C-8437-72371A42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E4240-C4CB-46E2-AD65-572E3296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61ED4-0A46-4204-91D9-0867DF5F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64981D-CF34-464E-A3FD-7087660C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1BAA09-5B99-4672-B1AB-3D1E6F8B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99075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FCC1BD-02B4-4434-84E6-105BCE70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BBF7F-D951-4E7F-A9E6-09FDDBED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30C4F-5BC2-4A6E-B290-9017AF7A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01DF2-4D2D-4D83-A43C-FDAF3DB3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01FA9-6204-44F7-88F2-1041E4D3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18A94-2A56-4CA5-B8DD-CA6F5DF2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25A4E-974F-4127-8F3E-51AC102F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31A2A-7E11-483D-9B11-41F8CE58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A375D-E14E-43C4-A43E-45617C77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F9E03-84F7-4CE1-B36C-4044AE63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055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Organizations struggle to</a:t>
            </a:r>
          </a:p>
          <a:p xmlns:a="http://schemas.openxmlformats.org/drawingml/2006/main"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D288E-EFC7-421D-B6F6-00154800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9829F-1935-47F6-BBB5-36B550E1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6292C-EEF7-4BAE-A3AD-A002B39A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1A3C5-C087-403F-B851-FFF179DC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07F38-1B55-4548-8625-E803A04C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E23E4-6554-4FB1-B155-93D60DF5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E19C3-B9DF-459A-8C02-2F1EB1C3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F12DA-7BC5-45AE-BC9E-220E85DB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E085B-B240-4854-9E16-D681124D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4FE14-07BD-49B6-846A-50EFB391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D4FA8-F9BA-4336-AAE9-B857A480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8F50C-EBD1-4B58-AD90-9EC12FA3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3CD28860-7A4C-489E-B0F1-92B563A8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B2523-B4EB-4327-B0F7-18FDCBA6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2AD738-2DD0-4446-8617-EA97CF1C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AECB6-7D52-4957-9C7A-F183B2C3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564C53-F015-4A44-AE2D-F7BFC1FF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4FEEC6-4ECF-45A6-BAB0-E6D6B376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2851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F0ECC9-D238-4FD2-A319-FF919C44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F4FA2-EB03-4FD0-A91F-598D7E8D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D7361-A99E-405E-948E-8B0C9740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2E143-F5DB-4E35-8F09-40892A2F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229E0-9E73-4E7D-BF05-1C0C2270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955CF-72A1-45EF-9C6A-3FC82013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3D1D8-99A9-4F96-9719-BCCC622C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75E4D-D175-47CB-A719-540EC00C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4DBB0-407E-49BA-92F3-62DDF5AC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10DB6-80BD-46A0-B1D0-ED294564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1F6B5-A57B-4720-B092-52058402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51B4F-92C8-4E78-8331-AA0B7165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B7A5E-E1A8-4D7E-ADA8-4A816C18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ED527-50C1-4BE5-AE49-C5242BB0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85E8A-734D-4C22-82AA-119666EC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773C7-B951-432B-8DC2-5BDE763B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4838A-0BE0-41E8-B212-0E54925B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A82B5-8213-4549-ACB4-E2CA44F6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202C5-4731-42D0-AEA9-A1B52450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108359-295D-4E52-A1AF-354B2BD7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53E34-B77A-4424-B15B-035EB011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DBBF94-FA5B-4639-88F7-359DA7DC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24CB4-219C-488F-BDB2-2142A271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2378E4-AA66-4631-A764-7008B971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DB77F9-1500-4A6E-8810-09C56DA3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452C82-53C2-4CCD-BB81-B2F3D209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094C3A-4BA4-4912-A43E-7097C4B8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611844-EF91-4696-A6BE-F77268F4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5DED78-FC38-4BEF-A02C-2AAC1E0D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374BD6-C575-4887-8507-F8EC257A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5EA82B-A112-4A7F-AB58-DF2EF682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A17C17-CE2E-44AF-9430-B6D12485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2EA24C-32C1-4628-B673-9C8EE693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CDFC32-B9D7-48B4-8708-D586B686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0199E632-6392-4A82-8AB3-5E41F48C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0344F6-2D45-4623-9654-12B8C4E1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7CE251-CA73-4F0B-95DE-54095806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3BA3AC-80E1-4418-8034-BEE85279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253386-9BC9-4AA6-8A02-9A8AAD44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CB62A8-69F1-4610-91A5-D7E9AB1C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814079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8848D6-C762-41DB-AA11-A769C9CF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F3C14-0BEF-491F-BFDF-A3997CB4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EC240-548B-4CAB-804C-1884DC45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BE7C0-17E9-4A25-9ED0-DAE980A9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CC9E0-CA4D-4642-8F7F-359211D4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3B831-F52B-430F-AB50-543E112C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EFFC0-9119-4182-B856-7F75569A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57783-FEDB-4EDB-AB5A-1930042A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F0164-E4FA-4E96-B718-C763120D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FDEC2-7FC2-4531-9A65-01F45399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53161-B38F-4CF5-ABA5-B492618A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9FF8C-D0DE-43BA-BB99-D5F88305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DF7DE-30D8-4720-9B15-A601CDAD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4E1E0-FBB8-4E6F-AAD3-06413AD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B749E-DCE0-43B0-B03E-F87008C9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13479-E635-4E3D-BF9E-94B05F64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D07CC-B82C-4EC2-AF11-A326F5A3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3B607C-A04B-43C2-A8D1-F54AA4FE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3430A-896A-43D2-8582-151677F6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1F7AD-8E16-40BD-AF44-7A9CBC57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A1C89E-1C96-42A2-A32F-F8A5B4CD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95559-19AE-4D53-8958-87A547F6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D18249-8432-4F95-834E-511162E5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754CC3-91C5-4740-B975-C4D42274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9C99DA-D7A9-450D-A45A-12C7A74F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99244E-709A-4767-ADB7-A8D6F7E2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CE5FBF-AC21-4821-B9B2-E1BA6E5B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C3AA571D-0A42-4547-BDA3-406788CD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856C70-C444-4D38-A343-945CA67F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13A4C3-059E-45D0-BC90-9FC5204F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992A70-2BD0-4DFE-A792-746C374E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24218B-3483-4E84-822D-1C48DA94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5C9EF5-0D38-4B1C-BA30-DD5A5CB7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47021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CF2337-1156-4277-9F5C-DF7CB150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AA4CB-863A-4918-8629-46A96B2E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8914D-7BB7-4134-9345-A37126D6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1C32A-4997-46C2-AAE6-29A80306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14431-34B0-4D0B-A97A-874C6B63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9E7F6-B97F-4A74-A1BB-2EF1DD09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3640E-1F87-4B4F-97F8-689D767D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E9FB6-13B4-4B6D-BBC5-0ED2C223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2490D-CB8D-42E0-9171-6D3FA8FE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judgment, change,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accountability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466FF-CA1D-412D-B50C-704711E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1747C-B3CD-4B15-8650-7B1F64D7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6389C-A6E6-4B78-9801-184C8B1F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3C148-E487-465D-8D12-0CDF9CAD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879D3-CE00-4F87-8FAC-DFB6513E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C14E3-4820-473B-88A9-BB376C5D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50FFB-BF33-4AF0-8CDA-E351619F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4D0C1-7563-4C6A-9AE1-B42926DB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8EB83-C3E4-4DAA-8B1A-B265962B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C888B-35BE-456F-9797-55908192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6BBE9-9813-4C3D-87E8-1E035959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5E6AD-F058-44F9-A300-89E195E3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0828A-668D-4A3C-B375-B2C72167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B89F0-5ABD-44F4-8C1C-2E58AC13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7D0A96-B9D9-4063-B33B-8FA091CD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414AA1-D059-4954-98E9-7D4C164F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FB3E8-89DD-4BF7-A266-3E6D0EC8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15793F-5FFA-495D-85CC-ECAFC090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715DEE-18D4-4EA8-BA78-FA9972B4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2DB571-DB8D-4ABB-9700-3FF91C78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09749-7FD2-4C0A-8EDE-5D91BDDF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860C7F-2E27-424A-8A1F-CADA1194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CE6ABE-1C82-4EA3-B8D8-C3505A01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F0D662-4689-42CA-BDCA-77DF2CEF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710E76-A676-4894-A708-FBAA1CC3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E7675A-6CEA-414D-9F8E-31924092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058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Not every function owns AI. Many functions inherit the</a:t>
            </a:r>
          </a:p>
          <a:p xmlns:a="http://schemas.openxmlformats.org/drawingml/2006/main">
            <a:pPr algn="l">
              <a:defRPr sz="36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consequences of AI-enabled change.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A5BAB6-FCAF-4FE3-B73F-8B519C45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DEAC4E-4448-4F4E-8D41-4C6B5404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Not every function owns AI. Many functions inherit the consequences of AI-enabled change.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26099E6E-0283-4DB3-8DD3-CE9B6BC0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89579E-C837-44E6-98AC-56070AA8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E4EE08-8316-429D-9496-EDC87E46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4CE1A6-F16B-429E-ADF9-E25C0160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761C16-C93B-4F96-9615-4FF1C0FA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B95250-4EF6-4298-BFA2-EDEC73F2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09176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B914B4-76A6-47DE-AC6B-C66EA62B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07508-4709-412C-88D7-8B18E0DB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3B07F-C07D-469E-BA38-91A40633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4EB71-9338-4F98-BF55-69645A5D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822BD-330D-45D2-B081-920B18C4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162CB-5B33-4428-BEBF-BB0E317B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F4243-3B7A-496F-8384-8AC1686B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E23E4-2424-4BB2-B1CE-5FCF3A68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930A1-3EDF-4F7D-8BDD-CC58DF21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47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C1421-8FF0-43DF-98E3-58097C73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F06D7-069C-47DE-AF8C-3026D70A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83D69-8C89-4C5A-9ED1-8E2C8BE8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EF0EA-EA85-4C3D-AF41-E46D19AB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C03FF-F645-4B52-A6D5-80ACD4BD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A074C-7E4E-49A4-BCCE-C3E779E3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D67A3-61F3-4571-8AED-8C1211B3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CB7F7-2D41-4918-907E-50943204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2AA4FB-8875-4F78-AEE0-B60168D7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D031FD-D39F-4B1D-9682-48949D72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5DFEB7-FC62-414A-ACDA-EF038235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818737-0C04-4423-8BFB-5546FE77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41AA5-92D0-4BF1-B497-E7DE6884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40F052-F5D2-4EE5-B5D8-35A53BE5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E9288C-C900-4EB0-9106-23486A81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594CD8-0071-4802-8715-38A94BF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38B740-0614-496A-BF04-AE5FDC32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1266A87C-684E-4A20-8CC7-F256E6C8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4BEC2D-815B-451B-AE6C-F5A8537E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E6984C-9615-4128-90B1-150CFDD4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DCFCBF-D0EB-42F8-BC23-D528A7AD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F585F1-68D7-49B5-AE9C-59979823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182E79-722E-45D2-9019-542F3AF1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474142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1FBFB3-9473-4C81-AAE7-4BFFE1E6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0C9BE-C1C6-44CE-9248-55BAA5EE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21935-9A89-43B3-8578-EBA6C42A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729A9-A0A7-42CD-9152-1C32CF9F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648E2-8E1E-42B6-9ECD-7D48709E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5D531-00C1-4495-8C28-5632996F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8CFB2-622C-4E88-B8D7-2976BFD4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84057-10D6-48D3-A797-A9B45D60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99208-0C6E-4497-AF0A-078A0389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4C094-02BB-4A22-A982-6E25E7E7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AA2BA-5D4A-4902-9EA0-019BF54C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4502B-18DA-4763-9D44-DB6BC07D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A3174-08A1-493A-846C-48C62414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8BAB2-652F-4B87-B941-0F89A505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F0FB8-776D-46E8-B76D-64813852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1702B-E5EA-452D-A02A-FDD54665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54F21-CE49-4CEB-9ABB-D911427D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D4A53-DA46-4A62-AA83-6D4F809C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7EE8C-B690-42EF-A713-0F0766BF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32EE9D-C880-4FEB-B857-726492E6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559C2-C657-40B6-9863-357D04A4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F99068-3976-4263-B838-2D3A0DF9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F17D0F-F560-46A8-AF28-C84109A2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A2AD64-89AD-4AC0-8145-BBDB26F7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E81BAB-92FC-4E46-A2C5-36E3C9D1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24DDE3-F7D9-44DF-B886-1E506DD5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3B7A23-5CA8-4A26-B0C7-2AF589B6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04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11380D-1090-43C2-9D6E-208386CF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801E4A-23D6-4C05-909C-EF3C218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E2B7DF4E-A904-460C-BA54-04623F2B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2D02B2-31CE-47FC-8312-13969E7B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3CC7A1-7775-4B23-8FF0-9820C0B5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3ABFD9-4B85-463E-8093-7F74BAE9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E55A4E-AB18-49AE-B960-799F3FEE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1CB0D1-7161-40CF-BE2B-DE5FC13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907458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8688D9-83DD-4A3E-A873-BBD593C9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05DAD-45F6-46D6-903C-10269194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84937-D7B6-4E21-BE49-92221EF9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C1FFE-1C83-44F0-96A7-CE869938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2E4DB-71B6-4378-8AEB-0E36B7CA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74C91-1B1A-4365-9BBB-905A73B6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136E1-9F20-4FE1-87D0-BC390699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C20B6-C01D-457B-BD32-E42968C5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0D688-D672-49DD-9591-4A4CC7DF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0E5D7-CF13-41B3-A7BB-08727B9E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C4C09-AA01-4D8C-8417-53E0B901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D982E-7923-484A-B8DC-5C827691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F859C-A08E-44D0-9EA4-13C09EC8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025D0-77DB-4341-BB43-BDFE1125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21BE5-83F7-457D-BD17-E716E797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03536-ADCA-4176-9E2A-E24912A8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B9C01-7D02-4F7D-A5CA-5F0607DD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EC1CC-6AAE-499B-BD79-CC6EBEEE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9AF4C-834E-49BE-96AF-9E420F2C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C7693-C434-431B-A0DE-B26E1282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B97B5-8826-4BD4-B6F2-9CEC2740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1022A4-0224-4B2F-B2CC-3CD307EA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97421-7FBA-4F69-BDD1-4836D877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F57F45-4CB6-4CF6-AE50-0BD38076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15150"/>
            <a:ext cx="7429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6E411F-F963-4F68-9AD8-388EC427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106C19-1E15-49C1-B13A-9D401325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00D6B204-48D0-4497-BD0D-6F15FD81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BB2688-9CC4-4069-9A44-90116239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C0AF0C-ABC4-4552-AE0A-A60DCCC5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3970F5-1E2A-40FE-8D29-8EE0995B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0B277F-837A-443F-9F2D-5114C830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2E4E16-2A83-4460-8817-EC29E6C2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452414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798672-71A8-4F99-A5E7-299D1576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9BD72-E304-40A3-B903-EA946D54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9B865-E79C-4610-BE7E-C2C401A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EDCB5-2C15-451A-B97E-2D4CDA84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E86DF-72D9-4F28-A708-23A97B6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91FAA-7080-4FDF-8E24-0C50610A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87A41-E4E2-4485-8EA1-1ED26EBC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C1EF0-FD3A-4C60-8907-6F948DEA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B5459-CECF-4AA3-8FFC-464F03CD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CCBFD-3F4A-48EF-AE88-A3202A0D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AA028-589C-477C-A52D-9D1838DC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7483E-EB16-4FA5-ADEA-E6CDF776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B0C31-F7B7-419D-A880-D4FC25B5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CBD09-93CE-4505-B91D-E5AF8A5D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D8498-DF4A-4846-A6D7-B91B7BC6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1A5F6-644C-4976-A8C7-0B6BAD04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70CBA-DC45-454A-8F33-57CC3D8B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90D8C-AA59-49E3-9C13-46848635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A833A-A78E-483F-9800-75323CF6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556C9-2CA3-40D3-BEEE-FBAC7B41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CD31D-A4B4-42CF-A348-0A0E368C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09AE8-E737-4176-8E85-A922ABA6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AAB8A5-E434-43A1-A392-4DD9D53C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B87AA-6712-4A53-9B5F-DCF6962E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5F65CA-1FAD-4A83-A333-AAFBE209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047C56-B7E1-4E3A-8ED9-91278F4C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651DA2-BE46-4213-9EFE-7E27F08E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EB6ACD-341E-46B6-9BC7-C98EC261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3CD813-C9AF-4B57-8E55-1827C7FB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6AAD57-B414-4BA0-A0C1-0BAE7DA8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33E62C-04B4-4204-B02E-6218EDC2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388034-75DD-49AE-8A63-485C8080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590E4D-8929-45C6-B283-B0695FFE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601ECD-9420-40B8-8824-59B66812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FE239A-33CE-46C7-BCA0-AD69F3FA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A30E5E16-D51E-40AA-8805-CBFF965E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80A414-A77C-4532-8860-8713F581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6D159A-C6DF-44AB-9E85-EBFE912C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DAC4EE-0720-42CA-A822-5C319F9C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B5D89E-F98F-46B5-83F1-54DC5189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8EA997-E477-4233-A866-3818A992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673693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ED73A7-8D5F-4725-B504-09CA5CE4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7E4F8-0178-4197-9F26-D7F31D53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4915C-E7CD-46F4-95C6-91341C5A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C23DC-E4CC-4E41-955D-77FB8665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E7938-A2F1-4E58-9D31-A6C49521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B191E-00DB-4939-8C6F-6EE8F41C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12D18-B59D-4C57-AC84-CA84B48B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E5064-391C-4743-93F6-97094691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42465-9373-4F50-828E-1AD8F5B8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23D20-1016-4CC7-9C95-FD388D56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3ACD6-0835-46BA-BC8E-7E56E66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1BDE0-F10A-44CA-9C31-2012B086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B7136-06C2-4E45-BC3D-4F68FD64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52A04-C194-4A68-832D-E00C729E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2E851-A2B9-4A25-AA72-6ACE1420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CA23F-C370-40D4-98CB-1746450B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C75B2-C83D-4A08-AB54-A6E239A3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48329-3657-4E7E-BA0B-3F5FD685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A344F-E0B4-40C5-856E-20CF2480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9B94A-44CC-4DB0-89B5-DC526F1B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6485C-FFB4-4E41-A433-A8E3DD0B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B9F74-6377-46C7-87F4-8C4EAB9A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25E04D-2423-419B-89D5-9290B777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14775-DB3C-4CD5-AB17-F8966520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82D736-B1E4-4AE3-A62F-B5A68B8C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F322C9-111E-497C-9928-43297294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C509EC-223E-4B35-9FA1-80C219D7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1FB16E6A-C4E5-449E-9AFD-036DD32A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B676E7-10A6-4A13-B8E8-121529EF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04E611-31A8-4A6E-BCF6-F1F179B3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BF8EB-C61B-43A8-B08D-A18D5BBE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113D1F-3B6E-431C-B5B3-F79F8DE7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13AEA2-78FD-470D-BF8F-F8EF3230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795357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F9CF18-17A9-4F74-86A5-03DAFD8D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15B5F-41E5-45EF-9A9E-8B7CA4A1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8CD2B-2676-41B4-9B51-433E6E90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BC82F-91AE-4DED-A68F-F700BAB8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3DFEB-2CCE-40AE-8E9F-7A182DCA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B21FD-1F6C-4FAA-AA02-4703567E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48BD3-C8A6-44A4-948C-83B41D8A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B437B-A0E6-4412-9462-45281713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387D2-D46A-40E4-82F7-B1204C09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0AF1C-1C98-412D-881C-63D5BB9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78D49-CF5A-4E72-BEF5-17E9D8FD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face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technology shortage.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A1825-1AF9-4575-874C-0121B38D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D1090-9186-45F7-9130-C0EB7877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BE6AC-2ED2-4C9E-8632-254FEBE0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3CEFD-CCB8-4BF6-A9C9-16698F31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575B9-C5C4-4D33-A562-6FF81E7C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1B3AB-F82B-4BC9-BE54-2ECC4939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1467D-35AE-4F72-B62B-367B2A42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24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68C05-D4AC-4A3E-AA49-BA21084E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43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E007F3-CA81-4517-BDA8-8D8FE4EA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7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175D8-760B-47D0-9054-88CA352E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8295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82EFD-5B1C-429D-819E-BCB88D6E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82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97D0B2-5780-4F65-BD3F-EA9FF54E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6F99E5-DBA7-4045-8BCA-3BC7C367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53E11444-0E78-4AF6-871D-654A2CF0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B5831A-D088-49D5-B2C5-E330987D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E7F21C-C661-474E-8734-CA75947A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1A5E5F-F8AC-4E52-9E47-000327FF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68588C-9878-44A8-8D11-538A884B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23EFD0-8466-42A8-9441-0E5485A8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29021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356C78-B1B7-415A-A996-2DB82A11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433EE-9B7C-48A0-9795-A013A3C5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50EE1-3771-4FA2-B1D1-F11F6B79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F300A-5F76-4944-AD3D-FDBC6706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45354-26ED-47D9-B32E-28614910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7E61D-C864-47AA-B2A1-EB20759C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C6081-27DD-4B41-90D6-95E15009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17135-BC85-4842-838D-F7844AB3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8EB22-7303-4A36-98AF-50E5DE7E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A4DF7-AD19-4B87-8D91-BE7575F1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E1F91-8935-4D94-A15F-57AE0312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334C5-A47F-4209-95DB-C99221D3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82758-EFC1-43F4-8138-D358ABA1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5C9EC-CC05-4C4B-B987-BD2F10A1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7CE9D-03BB-4ADF-A9A1-92B8F278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9E41D-9C9B-4899-9286-3757F2F0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0C9C1-4764-4C85-BD71-D351D531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B6C887-5721-4B55-B06A-51874DE7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32B050-0556-413E-A79E-6B902B08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0B7B2-D097-4C5A-BA9F-749F75E4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B943F-09DC-4F97-8378-C336F8FE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8A615-BA1F-42E0-9490-19FCF3A9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D9BA8-9595-4FA8-9D31-655CAE3F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5BE9FE48-78F0-4922-8DCE-B06A0AA6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3C8295-80A2-4360-8569-883601C9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9D6DEF-D2EB-47EC-B1E2-5A484BE9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3BA472-F833-4319-A1EB-D88F185E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9F3D17-B743-43ED-9132-69965F83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A59660-6AC3-49EF-9860-4F7ABCF3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11437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07C8CC-A5CB-4621-A025-BE13AC5E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5B82A-C8ED-4FF3-BF1D-682C2398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83503-94E4-4C12-AEF5-9A3B46B0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F39BC-FD0C-4F6B-8AF2-DD565FDC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DFA90-ECD1-416D-8BC8-FDD2177A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24988-C2BB-44DF-A421-ED42A4DE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09401-370E-4414-BF16-767D925C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7DAC0-A3A7-4E51-ABBD-D388C722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9AC31-2C87-4888-B3D4-6F801CC9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BEFB6-7BDC-4256-8238-38A197FC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A80FE-54F5-49E4-B9CC-2C26F11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A22A7-1DED-4D0E-83B8-7A5754F9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B538D-DA09-46AF-8C4B-0FE77C79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7F499-B537-46A2-BC11-1A9D6C64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F9395-D0EE-448D-81EC-5CABC021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adopting AI.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2D3BB-1F9C-41AA-A470-F2837C4B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1114E-5603-4E63-AFCA-00439770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7F647-4F80-4A51-B0C4-D33EB1AF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undergoing significant change.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050574-015F-4E75-AE71-513AA8B4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CAA84-55B9-4136-9749-E282083D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78ECB-7FB5-4524-BE29-D9389955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losing critical knowledge.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A5B46-F4B4-4549-BD84-FA825EDB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A7335-1992-49A9-8A0B-5C2FB1DE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529304-89D8-47CA-AD04-111CD94F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needs stronger governance and accountability.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636BCB-9A17-4C9B-B218-71F7A1C3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82CB93-43C2-4C63-93F5-A03475A5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2437CB-6B09-45B8-AF71-A79A075C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wants confidence that can be explained, reviewed, and defended.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CE2370-AD63-4968-94A5-DFD42E4D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134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2DBD0E-24AB-4A76-8F7D-84B0F88E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C41017-2E85-4622-98AB-BAAA72CE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1" name="pager-pill">
            <a:extLst xmlns:a="http://schemas.openxmlformats.org/drawingml/2006/main">
              <a:ext uri="{FF2B5EF4-FFF2-40B4-BE49-F238E27FC236}">
                <a16:creationId xmlns:a16="http://schemas.microsoft.com/office/drawing/2014/main" id="{4D8917D1-4062-4D50-9910-9CFA53F0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34C3D7-1154-42FC-BE71-B7BE1E0C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E58319-C796-4244-82B1-E05A78B4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78A3C3-E9FA-4B3A-A183-CD2ADC2A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D66F3A-1DD6-4721-9324-8D55F90D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5FB0F9-DE7C-4F7F-980D-783BA13C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671405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628FA7-B7A2-4A55-B40D-265ECCAF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2DED9-3E79-4C4E-B35D-9FC08CAA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87425-10B5-470A-9242-2C46E907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211A4-83F6-4804-8EB6-E2FA14B0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1BF8C-DB21-4BE7-8141-093F3D79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E4D1C-DC6D-4BFE-A8DE-C6E774D2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5BBFA-B594-474B-B7B2-8821F5EF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01B35-9667-4D86-806A-B71F5C53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B9C97-D636-4CCC-8240-E701A624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2AF89-44C3-4584-B6DF-CF887AD7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E8280-D10D-4A07-BF10-DD045A89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926F6-34D2-45C2-97EB-B1A3AE6D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3BBE6-9104-40FD-B4CB-2236B19B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D0A3B-57A2-405A-BFCC-819DB809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AC1C1-68BC-4078-BD8A-58EF1902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3707F-19F6-4E24-9FB0-AED2A34F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D1F7D-A499-4D6E-BC5F-BF8455F0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04C825-9D44-41D4-9C4E-EEB24058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AC5AB-7866-4602-AA37-9E7EB4A3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C76FC-FD6E-413D-8497-9635273F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53F617-DCEF-4818-A89E-A8BF1B7D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5E4B2-17DD-4FC8-AB29-89CCFD10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D6FB4-714D-4F9F-BE1A-6665E6BF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CC70A339-AEF9-4163-AABA-83C419C3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D2208E-2BCF-4287-94D0-1D060BEC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019CD-937D-4233-A07B-556A452F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41B1EA-D960-4BD8-B934-42C6BE25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7EAC26-72C9-4D4A-B92D-231D90AD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6DEC78-1B01-4391-B139-F519A3B4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475925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164A5A-99BA-4CB7-BF08-61C6908F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F43C0-9E68-4208-B93E-810FB0E9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5AC05-E5C0-416A-9BCA-D9AFA0B2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EEBE8-3BFF-4CC6-B3EB-F404B26D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4D292-D771-4C1A-9304-520362F6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9BF88-80B0-4246-9BEB-AD80B047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83373-FCBA-4439-ACAA-32C53099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92583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53E9F5-EE70-479F-A200-10AB5D2F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A9FEF-D2A3-426D-B994-1D1ABC80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14C9A-3AF2-4733-A595-E8645153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218CE-D7C8-4805-A467-324B428A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4893F-2D17-4E59-811D-AA7C00BD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806EF-E48F-4B79-8C9A-381A4307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8A8AA-A48A-4E3E-BA4B-AC2E054E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434624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3C9BC0-C397-4C6D-AF53-74ADBB11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B6B81-3CD3-4D4C-8D0C-7A81C84B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1AE9A-3D23-4CC0-902D-5E511602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6B766-582C-4C66-8F12-F7228C32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8B1B5-5575-429B-B0B2-6FEEA715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6949C-8D1F-4883-861D-E5AA7573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212DB-73C6-423F-9C4D-EC1DC0C5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19976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3A0C8B-C2F5-43C7-8240-C6603CE4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91B06-5635-410F-A35B-B50F59B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12C93-ADAC-4A23-B2FD-41D9CDC2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5C029-03ED-4544-92B0-943A6F8A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4BC31-5625-4829-B229-04FF4C8E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8C077-C76B-4EF3-9A8A-FF53634C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64B39-AD0E-4785-8BC3-3565286F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5548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2026-06-15T05:07:37.7230000Z</dcterms:created>
  <dcterms:modified xsi:type="dcterms:W3CDTF">2026-06-15T05:07:37.7230000Z</dcterms:modified>
</coreProperties>
</file>