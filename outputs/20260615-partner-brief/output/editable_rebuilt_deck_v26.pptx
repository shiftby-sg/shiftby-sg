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45d5acae247c2" /><Relationship Type="http://schemas.openxmlformats.org/officeDocument/2006/relationships/extended-properties" Target="/docProps/app.xml" Id="Ra00c5fceab4c49fc" /><Relationship Type="http://schemas.openxmlformats.org/officeDocument/2006/relationships/officeDocument" Target="/ppt/presentation.xml" Id="R2da0ce87b922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fb4c2187484b91"/>
  </p:sldMasterIdLst>
  <p:notesMasterIdLst>
    <p:notesMasterId xmlns:r="http://schemas.openxmlformats.org/officeDocument/2006/relationships" r:id="R476c0ff5c93b4f82"/>
  </p:notesMasterIdLst>
  <p:sldIdLst>
    <p:sldId xmlns:r="http://schemas.openxmlformats.org/officeDocument/2006/relationships" id="256" r:id="Rede6249fcca34f56"/>
    <p:sldId xmlns:r="http://schemas.openxmlformats.org/officeDocument/2006/relationships" id="257" r:id="Rabc43b0e692b4e0d"/>
    <p:sldId xmlns:r="http://schemas.openxmlformats.org/officeDocument/2006/relationships" id="258" r:id="R056ebee4d5664a4c"/>
    <p:sldId xmlns:r="http://schemas.openxmlformats.org/officeDocument/2006/relationships" id="259" r:id="R4245a0b55c9f4466"/>
    <p:sldId xmlns:r="http://schemas.openxmlformats.org/officeDocument/2006/relationships" id="260" r:id="R6f5bf71c8d45434b"/>
    <p:sldId xmlns:r="http://schemas.openxmlformats.org/officeDocument/2006/relationships" id="261" r:id="Rc46b33768f5b4689"/>
    <p:sldId xmlns:r="http://schemas.openxmlformats.org/officeDocument/2006/relationships" id="262" r:id="Rad331624359e4c31"/>
    <p:sldId xmlns:r="http://schemas.openxmlformats.org/officeDocument/2006/relationships" id="263" r:id="R8862a2fe62944058"/>
    <p:sldId xmlns:r="http://schemas.openxmlformats.org/officeDocument/2006/relationships" id="264" r:id="R45d45320e6dd4d63"/>
    <p:sldId xmlns:r="http://schemas.openxmlformats.org/officeDocument/2006/relationships" id="265" r:id="R34fc83a7cb8f4ddf"/>
    <p:sldId xmlns:r="http://schemas.openxmlformats.org/officeDocument/2006/relationships" id="266" r:id="R70f673d4e54f4860"/>
    <p:sldId xmlns:r="http://schemas.openxmlformats.org/officeDocument/2006/relationships" id="267" r:id="R00180e0c6d0b4cf6"/>
    <p:sldId xmlns:r="http://schemas.openxmlformats.org/officeDocument/2006/relationships" id="268" r:id="Rd78ab424d8494591"/>
    <p:sldId xmlns:r="http://schemas.openxmlformats.org/officeDocument/2006/relationships" id="269" r:id="Ra2e50e851c5d48f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0bd1cbf794b4a" /><Relationship Type="http://schemas.openxmlformats.org/officeDocument/2006/relationships/slideMaster" Target="/ppt/slideMasters/slideMaster1.xml" Id="Rf6fb4c2187484b91" /><Relationship Type="http://schemas.openxmlformats.org/officeDocument/2006/relationships/notesMaster" Target="/ppt/notesMasters/notesMaster1.xml" Id="R476c0ff5c93b4f82" /><Relationship Type="http://schemas.openxmlformats.org/officeDocument/2006/relationships/presProps" Target="/ppt/presProps.xml" Id="R4afe78eafb6e4465" /><Relationship Type="http://schemas.openxmlformats.org/officeDocument/2006/relationships/tableStyles" Target="/ppt/tableStyles.xml" Id="Rca522e7de26e4742" /><Relationship Type="http://schemas.openxmlformats.org/officeDocument/2006/relationships/slide" Target="/ppt/slides/slide1.xml" Id="Rede6249fcca34f56" /><Relationship Type="http://schemas.openxmlformats.org/officeDocument/2006/relationships/slide" Target="/ppt/slides/slide2.xml" Id="Rabc43b0e692b4e0d" /><Relationship Type="http://schemas.openxmlformats.org/officeDocument/2006/relationships/slide" Target="/ppt/slides/slide3.xml" Id="R056ebee4d5664a4c" /><Relationship Type="http://schemas.openxmlformats.org/officeDocument/2006/relationships/slide" Target="/ppt/slides/slide4.xml" Id="R4245a0b55c9f4466" /><Relationship Type="http://schemas.openxmlformats.org/officeDocument/2006/relationships/slide" Target="/ppt/slides/slide5.xml" Id="R6f5bf71c8d45434b" /><Relationship Type="http://schemas.openxmlformats.org/officeDocument/2006/relationships/slide" Target="/ppt/slides/slide6.xml" Id="Rc46b33768f5b4689" /><Relationship Type="http://schemas.openxmlformats.org/officeDocument/2006/relationships/slide" Target="/ppt/slides/slide7.xml" Id="Rad331624359e4c31" /><Relationship Type="http://schemas.openxmlformats.org/officeDocument/2006/relationships/slide" Target="/ppt/slides/slide8.xml" Id="R8862a2fe62944058" /><Relationship Type="http://schemas.openxmlformats.org/officeDocument/2006/relationships/slide" Target="/ppt/slides/slide9.xml" Id="R45d45320e6dd4d63" /><Relationship Type="http://schemas.openxmlformats.org/officeDocument/2006/relationships/slide" Target="/ppt/slides/slide10.xml" Id="R34fc83a7cb8f4ddf" /><Relationship Type="http://schemas.openxmlformats.org/officeDocument/2006/relationships/slide" Target="/ppt/slides/slide11.xml" Id="R70f673d4e54f4860" /><Relationship Type="http://schemas.openxmlformats.org/officeDocument/2006/relationships/slide" Target="/ppt/slides/slide12.xml" Id="R00180e0c6d0b4cf6" /><Relationship Type="http://schemas.openxmlformats.org/officeDocument/2006/relationships/slide" Target="/ppt/slides/slide13.xml" Id="Rd78ab424d8494591" /><Relationship Type="http://schemas.openxmlformats.org/officeDocument/2006/relationships/slide" Target="/ppt/slides/slide14.xml" Id="Ra2e50e851c5d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8e92b0cea041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e746b782b4f9b" /><Relationship Type="http://schemas.openxmlformats.org/officeDocument/2006/relationships/notesMaster" Target="/ppt/notesMasters/notesMaster1.xml" Id="Rc9f5ff02b028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dd266ce5784209" /><Relationship Type="http://schemas.openxmlformats.org/officeDocument/2006/relationships/notesMaster" Target="/ppt/notesMasters/notesMaster1.xml" Id="R69a63ec7677d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16058effc464e" /><Relationship Type="http://schemas.openxmlformats.org/officeDocument/2006/relationships/notesMaster" Target="/ppt/notesMasters/notesMaster1.xml" Id="R2c7b31346dbc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73e43887d4a80" /><Relationship Type="http://schemas.openxmlformats.org/officeDocument/2006/relationships/notesMaster" Target="/ppt/notesMasters/notesMaster1.xml" Id="Rca64e648dcc7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3208e801364ceb" /><Relationship Type="http://schemas.openxmlformats.org/officeDocument/2006/relationships/notesMaster" Target="/ppt/notesMasters/notesMaster1.xml" Id="Rc1f9f5ace3154d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3d7c5d9fa64b87" /><Relationship Type="http://schemas.openxmlformats.org/officeDocument/2006/relationships/notesMaster" Target="/ppt/notesMasters/notesMaster1.xml" Id="R39365f34f689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8a11e3444041c9" /><Relationship Type="http://schemas.openxmlformats.org/officeDocument/2006/relationships/notesMaster" Target="/ppt/notesMasters/notesMaster1.xml" Id="Rab16f496f18b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61b8e7839148b9" /><Relationship Type="http://schemas.openxmlformats.org/officeDocument/2006/relationships/notesMaster" Target="/ppt/notesMasters/notesMaster1.xml" Id="R0b67b5498b25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1127c61e924092" /><Relationship Type="http://schemas.openxmlformats.org/officeDocument/2006/relationships/notesMaster" Target="/ppt/notesMasters/notesMaster1.xml" Id="R0d337be571e548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4d8f618ff425a" /><Relationship Type="http://schemas.openxmlformats.org/officeDocument/2006/relationships/notesMaster" Target="/ppt/notesMasters/notesMaster1.xml" Id="R837c4171b3ee41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3e3879aca347a2" /><Relationship Type="http://schemas.openxmlformats.org/officeDocument/2006/relationships/notesMaster" Target="/ppt/notesMasters/notesMaster1.xml" Id="Re23beedfa68947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43f409559440be" /><Relationship Type="http://schemas.openxmlformats.org/officeDocument/2006/relationships/notesMaster" Target="/ppt/notesMasters/notesMaster1.xml" Id="R937b5137654e4f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407a3bb3434ae6" /><Relationship Type="http://schemas.openxmlformats.org/officeDocument/2006/relationships/notesMaster" Target="/ppt/notesMasters/notesMaster1.xml" Id="R115ae94d5a8342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6db74de2004d18" /><Relationship Type="http://schemas.openxmlformats.org/officeDocument/2006/relationships/notesMaster" Target="/ppt/notesMasters/notesMaster1.xml" Id="R1590d58888d5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9183dd8c142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aa90bf8524245" /><Relationship Type="http://schemas.openxmlformats.org/officeDocument/2006/relationships/slideLayout" Target="/ppt/slideLayouts/slideLayout1.xml" Id="R6fc80a464d09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80a464d09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3f137bd964a65" /><Relationship Type="http://schemas.openxmlformats.org/officeDocument/2006/relationships/notesSlide" Target="/ppt/notesSlides/notesSlide1.xml" Id="Red57be024d37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5bdf4ed8146aa" /><Relationship Type="http://schemas.openxmlformats.org/officeDocument/2006/relationships/notesSlide" Target="/ppt/notesSlides/notesSlide2.xml" Id="R89860bf3022b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d0b081cb45c0" /><Relationship Type="http://schemas.openxmlformats.org/officeDocument/2006/relationships/notesSlide" Target="/ppt/notesSlides/notesSlide3.xml" Id="R57f92b6fd81446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7bcbc4f794dc8" /><Relationship Type="http://schemas.openxmlformats.org/officeDocument/2006/relationships/notesSlide" Target="/ppt/notesSlides/notesSlide4.xml" Id="Rd19983dc25b94f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6f23414964aa9" /><Relationship Type="http://schemas.openxmlformats.org/officeDocument/2006/relationships/notesSlide" Target="/ppt/notesSlides/notesSlide5.xml" Id="R1df4a8db8617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61a0013ec42f0" /><Relationship Type="http://schemas.openxmlformats.org/officeDocument/2006/relationships/notesSlide" Target="/ppt/notesSlides/notesSlide6.xml" Id="Rf97d5d0c7e7247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1ebda37464253" /><Relationship Type="http://schemas.openxmlformats.org/officeDocument/2006/relationships/notesSlide" Target="/ppt/notesSlides/notesSlide7.xml" Id="Rcbecb8c938df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e57474537461e" /><Relationship Type="http://schemas.openxmlformats.org/officeDocument/2006/relationships/notesSlide" Target="/ppt/notesSlides/notesSlide8.xml" Id="R4485947b83a74a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86a1d0d7048b0" /><Relationship Type="http://schemas.openxmlformats.org/officeDocument/2006/relationships/notesSlide" Target="/ppt/notesSlides/notesSlide9.xml" Id="R377efa4fbdcc45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47fd1ea174af2" /><Relationship Type="http://schemas.openxmlformats.org/officeDocument/2006/relationships/notesSlide" Target="/ppt/notesSlides/notesSlide10.xml" Id="R3043c243180847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5317fad1e4534" /><Relationship Type="http://schemas.openxmlformats.org/officeDocument/2006/relationships/notesSlide" Target="/ppt/notesSlides/notesSlide11.xml" Id="R9dd21b78eead44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cbb5219a54ee1" /><Relationship Type="http://schemas.openxmlformats.org/officeDocument/2006/relationships/notesSlide" Target="/ppt/notesSlides/notesSlide12.xml" Id="R29ee06e9a69743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3ba7082e48b4" /><Relationship Type="http://schemas.openxmlformats.org/officeDocument/2006/relationships/notesSlide" Target="/ppt/notesSlides/notesSlide13.xml" Id="R87662f4bc61c45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19a61fd241b8" /><Relationship Type="http://schemas.openxmlformats.org/officeDocument/2006/relationships/notesSlide" Target="/ppt/notesSlides/notesSlide14.xml" Id="R49cfc18b31514e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10915-6086-4B5F-99F8-1D38E1E3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69ED9-55C8-4C7E-8CF6-C3EE6BD4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EE459-CE61-44E4-80C6-02F967AE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9A4B-769C-466A-9D6B-EB1F73A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688AF-2B24-4B85-B105-7543C1F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F59B-29C0-49BA-B279-E91BC54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41EBB-D305-48A5-AF84-DB3DD4C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E0290-ABA0-4A50-88EA-48CAEDB8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40B0C-38D0-455E-8110-D1B02DC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F3542-BC41-48B1-9EC0-38D768DF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77D29-C988-44D6-B335-3B01AD9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4F2F0-E45C-49B3-BB7A-D71C6BA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0BD73-0214-4C91-A437-FA397AC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D5656-68AA-4ECF-A4FE-8EAE6EC0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BB073631-FFDE-4E1B-A8EC-3EFCBD43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53B3B-6759-46E3-9571-7C646D2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C4F95-27EA-45F0-9AF8-FF86012C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09779-AB2B-4850-92F8-ADDEED4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D1AF6-4070-451B-9DE2-A6DA39A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81CE6-7D19-4E35-959B-9A3D814E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85250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D1C82-14B7-4079-920B-7B15FD7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1761-6FB8-4489-902B-F72063B4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0A1EA-5B15-4422-9DAA-6188F50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B2F35-D66F-43DD-9BDC-EAD7AD7C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C0F96-601E-4CAF-930C-B1F27A4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1D44E-6709-4830-96D0-82AE1C04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8FC23-6C11-43F5-BD72-7D5F8424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78F7-C0D3-42A8-8512-7CB65C2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4E518-B262-4E3B-94B3-B30E60A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FED09-4D25-44BC-B93B-7E65089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DBF47-016E-449C-8F3B-14ACDFFE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52AC3-7D46-4276-8266-EAD4E8F9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92A74-7CBB-41EA-BDCC-2E257363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7B15E-01C2-4F74-8CFF-A9BF307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1AE43-6A1D-4330-867A-BA4C206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F58D6-83F4-451A-80DC-2615DA2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2536D-9E74-46A8-A929-F25F59A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B0BE7-6A8D-498B-91B1-AD1E5D7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0C92E-90E0-4264-8181-D9BEB66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2E917-B86E-4EF3-B20F-F1304AF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47371-02D0-4972-A2EA-A61AA57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4CB7C-0742-4759-85AB-DD33C433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8B054F08-F983-48AC-BF5A-B667189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33177-2E0D-4811-B1F0-276F4FA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72EAF-8ECC-4282-A792-95F94DB0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9F061-18E2-4D77-8C8A-4649156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91184-65CE-4A2C-B3B2-6F42C9A2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2F077-9EBB-45B5-A3E4-966086D2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5903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4AC9F-8942-45C0-AE34-CA11D84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D4CD-71C9-4189-8BB1-D4A754A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EAF99-8C9C-4977-BAE5-0CA619D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580BF-57B7-4CBA-AFA2-38F17F5C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CC3B7-69E3-4BC6-ADA1-8D0F3664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CF520-8498-409A-A3EE-D96F90C4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E6438-B553-4154-889A-472E535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30FA1-A53D-4256-8904-6D348DF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E6326-B924-4212-8EE3-AB7139C6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8604-A6E5-4F00-8788-D45F5AD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0018D-532D-48D9-851C-33654320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DE9C2-9B6B-443C-A707-9ACE5E4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0385D-9755-4309-A8F3-230A979B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0F7E9-79B5-4113-B053-6517AB4B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7472B-6A57-4D30-9E2B-E344193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F7069-7FFE-43A7-B264-7D451A3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C024E-27D2-4823-88A1-ABA4F17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B8D1C-5167-470B-B2D0-3119F2A3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47E1C-46C2-4DA5-9F4E-E7B7B51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642F9-75D7-48E5-A72A-50BCF7E5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438B9-E5FF-409D-8E3F-1EA1CBF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03309-A1B9-47E5-B6D0-D4DAFD2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9ED0D-9EE3-45F8-8E15-898A68E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E0352-01B1-4224-915C-1374A5DD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9A36D-F156-4C57-810B-D81C18C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2386F-177D-4B8F-8CAF-681B90B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10CFC-44E5-442A-AE1F-36AC39A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03A8F-0BF8-4744-A7A6-6A04103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F5DB0-9A98-497F-A6B1-25627FF7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D431DD-86BD-454B-AADF-4FDF8DF4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DFA11A-172A-4738-A961-0EB05841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6650F-51C9-47B3-8651-4AD4F622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1D803-C567-4B4C-8BEC-83315BF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C48FC-78BE-4EC0-B47E-C3CD6C2E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3B9EDD05-BEEB-4434-936D-83AFC2D5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31B43-16ED-410D-8519-9101E7C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45654-51F8-4AEE-BF0B-06E99C4B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CCA515-4335-4EA2-9870-EA9AA43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035E1D-F2E1-4886-8601-3EB3C7E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9D358A-5253-49CB-AAC6-CE526D6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00473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FF039-62B4-4B15-BAB4-A6A2F8D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862D-AFE1-4A6F-AA14-9F1589B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CEC4A-5DDF-45D6-90BC-528A393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C07B-8F33-4C47-8E30-C98C3CA3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55227-64B2-4A80-A0ED-8F55168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FED4A-78FB-40DC-9216-FBB4B49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A87B-BC1C-428F-A435-D34B30C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75ED-8B3E-4692-BE2E-46AE182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4FCEB-0B8E-4DB2-A4D9-8588BD46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05E6A-CB6C-437E-8123-079D557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C01F6-796D-4768-B55A-F78E4C6D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D2E2-434B-4D6C-B7AB-560267B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B6EDA-7320-46E8-8282-4E1BE95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BACE9-3914-42D1-9AFF-9F6CCDA5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E1285-9F83-47CE-B867-B4E9307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DF7FB-7C2B-4D07-8597-12C03FA8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CC167-124C-4191-91A2-8102D5A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2F9B9-5D34-44DA-9800-8F591F44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5A78D-878F-4BD5-9B40-F36E53F2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AF3B3-7AB6-4CC7-BEAE-16351E6C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F1608-4AE2-4E3F-8523-5AF5081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1DC90-9109-478F-A020-C5A1AE6B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9BE5C-C199-4330-97D8-D6ECB6D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19F9B-E973-419E-960C-D1D213E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38149-0535-4309-A917-FBB5CC9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4B6C8-E176-455B-B87B-14E9BDE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D7A80-3DB4-4C63-B214-D6F5F03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D9C1485-BEE3-433A-B29F-D1DC5D9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50448-CD51-471B-A89E-C9693A6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F7C9A5-02ED-4F0C-B447-901812D2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BBEB6D-443A-4444-A3EB-36125C4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ACFCA-4A6F-4512-9C77-91C09CE0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25260-1B42-4F60-8FBB-45EDEC6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89778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79309-81FE-4860-96D3-95E63C0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DE90-0F78-47FA-AD58-DD7FC910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4A416-B040-48C5-B471-929A1FD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7B709-8A28-45CF-9B2F-947B231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6DCCF-28A9-48C1-ACE5-B3821609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5F532-43F1-4646-90C1-A5236346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298CE-CC66-4F37-BB7C-F1D6AEB3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9E24F-6A91-492D-AA83-9072F532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9BA4E-1D49-4BFF-801D-5C4BDD95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1DC16-6D9F-4F9C-8564-1AC4D67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48BAB-B1D1-4EA1-BCF1-FBF35C4B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F1726-F908-4492-AFD4-39F6BF0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447DC-C27F-404A-BBB8-80AD47B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51E3A-164E-4AF1-B00F-693F988D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58B69-0E30-4A0A-A484-37ADD94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BFA75-AA18-4E2E-9E66-3E930A9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59DC1-7865-4D52-92E3-8FEFB44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899DD-F5D7-4FB0-9721-8479CE8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4EC57-2B8F-4BFC-958D-A9D5098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FBEE1-E0A9-4E0C-AA36-FA7D5F1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A9D8A-942A-410C-91F7-B138174F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7DAF0-DE42-4D86-8CFA-19BBD20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E890F-EFFC-44D3-B090-93007250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28C06-ECB5-4F7A-871C-2A320CD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645DF-EB76-46D2-AC1F-8CFFF390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F3F9F-29C8-49AD-944A-1D17994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E2260-5406-4F60-942D-6D3E67B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2657F-CB95-4A73-A59E-AC3DAD6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F3F7F-4F79-4A58-A75F-CE68550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76897-2491-4679-9D70-07B4F101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7C295C-9C5B-4856-BEE9-1A59AFE6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06053-FF78-4BF6-A3FC-35510BC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3C9DC-DB96-4C92-A658-C2EBAE87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ECDDA2-9439-415B-BA0F-17D9980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DFD8E0-5DF0-4057-903B-E807BF78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fully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87500D-C94C-483B-AE3F-1FF81241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47E50-9E6F-4C8F-A7C7-F1F94931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fully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58BC5D0F-B52D-456D-B72A-F5F32EA3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E15D1-14DE-4CAD-B528-AFB0D51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442C5-0297-4673-B6BA-9763F760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33A363-17DB-4F96-9F07-83A51E54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074A86-8263-42B6-B197-6AF0049C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DE177F-EA71-46AA-AEAA-3D5F4E00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3607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A8FEF-EAF0-4E14-B0EC-1B3BF63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38618-45C5-4CE4-AE18-2D664A50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F422D-175A-46CA-B1F6-E29C5B85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1305F-4B5C-442F-9DFF-A237782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BDA0B-1FE8-431A-9CC9-F964974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4ABEF-3FB2-47B8-94D6-DDA8C718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527A-82DF-4D3B-AAC5-305E16F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291CD-363A-4F11-B97E-C20A99C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069BE-2763-471D-A351-BBFDCDB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BC5B4-F2B9-46DE-8164-AB578B2C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8D965-70D0-4EC7-B684-75EA832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05192-AE5F-45B3-9D13-3448653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want a practical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61377-8078-4DFE-8BEA-3ADFCD71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D4099-7E9F-4699-908E-A681133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CDEDE-132D-4875-BC4E-B8F48E49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and need a clear order of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5BD27-B27F-41EA-BA2D-04D029C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EE696-14AC-4367-A302-A196B1F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52F94-007C-4B7D-856A-735532B8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clear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A5836-8D30-48BB-895A-787491D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DE870-024C-481B-8D6E-2B390DB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C381B-A0A9-4C3F-A816-23E5DB7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507FE-9477-44A2-834A-01C8A69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7118D-EFB5-48DE-84AB-50FC5F64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1FA13-C740-44C2-8BEA-271EFB65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protect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D724D-4CDB-41E7-974D-8DC2668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8F1CB-F255-4D60-A9FC-7BEF6C2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slide helps identify recurring leadership questions around uncertainty, prioritization, trust, operations, and knowledge.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8F495D1D-A410-439B-A539-200D8F2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E039A-2417-403C-A286-6C0B1E4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3C352-D750-4ADE-8743-2CE661C3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BCBDC-3C65-45E6-B78A-76FE8328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B7F1-B814-4CE7-B40A-2794A15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19530-D15B-40BE-ACFC-D36110B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35934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A6878-21C3-4346-9F5D-DA123A9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53B20-DDA3-4428-AC63-43499B2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25D6-12BC-4D6D-B290-0F80449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B92B4-E1E8-474D-8208-78CBE3C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B1FA-0FF1-4722-9122-C3C5FE4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8BB0C-E1F7-4A3A-96DC-D5B8E75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CA5B6-4259-483A-A192-C1CA887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50AAE-8F7C-41F9-AD1E-85FCDD8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D0648-EF8A-4E54-A918-24060393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1AE4E-FE03-421B-A09A-465B6692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88674-27EE-44DA-B161-7886D12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DAEFA-6A18-4A6E-A52F-A9E1EC8B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C0F2B-EEBD-4026-A0DB-DE5E05B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C2B11-4482-408A-87A9-B031844B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3681C-A6A6-40B8-8396-289DA9C5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6ADA6-8409-4C03-96E6-E6F30857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D4EB0-99AE-45A5-B54D-C09DBD5C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7CE12-9BC4-4832-AE80-F0785AE2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3280F-495F-4FE7-BDE3-15997DB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6CC1D-D6FA-4771-BF8C-177990E0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3A158-E5B8-4CCB-B6CB-90E1080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99D0D-5670-413D-81B6-CFA40B81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0E576-8AF2-491A-9E99-6BF031DB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1E54E-CBA3-4D2A-93C9-4C21A9B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2ADAE-61F4-46C1-90DB-7320EC64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727A4-C4EE-4D77-860D-2DCFC58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7B35B-EBD9-4680-A131-8AA59E4F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key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C1634-0BA8-40A4-BCD6-06C121B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B9984-AA3C-435F-852B-B5EE941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readiness signals to the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06C69C09-084E-403D-A2D2-44FFBE4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B6CAB-CA8B-4918-9FCC-108B2F9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5353C-EB92-4356-B5E4-7E62C06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BF90B-665C-4C7A-8548-3CF9B88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96143-942E-4262-A60C-C0D1F828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698E1-24B8-40EF-A68F-B52602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91807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E5448-687D-4BDB-91B0-7766E53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5DD5-BAA6-43AC-B88D-D5F58AA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4527F-9AB4-47B5-B034-ADB34BE6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9B305-35A5-439A-8AE5-BCE2E69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4880A-66E7-4CBF-9FE9-1EFFEA89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6BA5D-5561-4502-87CA-573B17D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53D06-43F2-4F5A-B25E-48EA4A0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37019-1410-40BE-A1C2-816B2D2A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BAB12-1E17-49C1-B31A-8686718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B1787-0251-4E34-AEA0-34810E52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252C1-15DF-4FEE-8835-E67E8C0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C0143-A763-4287-ADF3-0C95BC5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7DDE5-C362-4FC1-949B-309DA8A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15F65-DF06-4A5B-98EB-022C566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466AD-E1A8-4E96-B48A-15A25EF8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D2800-5309-4B59-A6F8-BC344EC5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4D055-C035-4CA4-AE11-73672169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F27B4-0CA5-4B6D-BF56-45557C26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42322-B5C7-470B-8451-9FFED64C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7E1C1-85DA-46F4-A606-8900E9CC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AFDD5-CCC6-455B-A85F-56C8347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71214-E3FA-4CB4-A748-327E4EC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2E081-1447-459E-9D95-5BD24E6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9241D-952A-4304-82CC-BC37174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09FE4-52BA-4BD5-A513-9E4243E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BD868-25A3-4EC1-A64E-47D99DED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2CD3D163-F2BF-4CE1-BE96-BDE743D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2F179-399B-4C67-BF0E-796B471E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06C30-FE10-484B-91AA-10432B6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419FF-14AD-4BFD-92F0-1778DBBA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8B320-8D26-4B07-871B-E1F206F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36A112-8BC4-4385-848D-44BB9E17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33134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FA6B7-CE4B-4F5B-B66E-C705ECB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29BBD-E98C-4A1A-8688-B768295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E227E-07F2-4DC3-B5A6-2104B526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3B0AE-3279-4A28-96B4-284B441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29AA-470E-4090-AF88-9295EA4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C3728-08E4-4224-B3FC-F74E5156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CBBAC-C9E9-4705-98F8-D359440B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4EA87-274A-40DA-BDC1-107CCEC3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6430C-1561-4635-9F18-D8DCE2CD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76948-46A6-4B73-B36C-D91F23D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and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6EFD7-7B79-40DD-9827-63F59C2B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FD1C6-E928-4423-88BE-E70A985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CA5EC-3C84-4414-9809-4EBD2360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BCCB4-8FF3-4820-802F-855D815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F0BC3-7E38-4534-84E6-1FB8A2FC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C3F8D-6767-4CBE-BCBF-CD13A5E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E90E1-12DB-4C93-A80A-AD676187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C2469-9EEB-4E58-B3A9-1AA2FD3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877EB-27B1-474A-B1A4-EB857ABE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F2E3F-0C4E-4B6C-B81D-49716D8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06F47-06BE-4344-A91A-F3015BE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941B3-0C78-47C9-8AD2-1B0E446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BE56E-3759-4C7D-8AA6-2D598EDF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BC55D-F35A-4441-9AF1-02FEF1E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F5B90-3563-4FEE-BDA3-246928B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BB986-A962-48F2-B62B-DAF2CBE6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22D3C-DC74-4DDD-ACD1-2DD297D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C0129-BB7D-414F-95CA-D1783A6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3A6CC-88CC-4FFE-93CB-9C256302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0D580E-BA61-4B6D-A455-F84C8190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84E7C-BBBB-4D42-9913-BC15E5C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7921B-6F51-433D-8E9E-EC44DFE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12DB4-FC5E-46D3-AB89-23C20A2D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C41797-B30B-43F8-8B8E-7F678344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1AD75-EB9D-47CE-B1B4-F6D9F2D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domain.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C21F43-E22A-429F-AC8B-6208320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41CB3-8D95-4300-9509-3A0D188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02965-33DE-4B9E-B941-978044F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5225D1-61CB-42B9-B6A4-58E08C15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49C442-4CDE-4B1A-853C-6B2AFAD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0DBCDC-00F9-4C10-A460-C752AEE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67853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83C45-25EB-4E21-A0CF-E273BDC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B612-72CF-4B54-B650-64E03C6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A7F10-CF0F-4FCD-8E15-36051D83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E87DB-A1F1-46D6-A8BA-AD84F648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EB863-A914-4975-9E83-7096C20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DBCD0-3E60-4EC7-A02D-F843597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7C8FC-1CCA-485C-BD31-E1BFEB6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EFC7-BE4C-49D4-876C-ACA2DF0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848A8-62C0-47F2-86AB-7A1649CB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DBB0-128C-4C77-B83D-1F7051F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and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1F6B-D542-46F9-9084-CF65CE8B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AC47B-23B8-4728-9759-E466A63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797F9-5DC4-491C-B37A-B0CF5C6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518B0-AA5B-40AE-B032-1B5DD38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3B6B0-17A6-4565-8893-A25198A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20149-7157-418E-BE42-75061A9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51AC6-AA06-4F44-9B58-8869A9B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0132D-4DC0-4F02-BE26-704ED1A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D9D3D-8221-41DA-A709-D0FAB04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EC823-BB08-410F-9636-25F3FF1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D7411-081D-495E-A4A7-DA00AED3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A7924-8DB4-4C8B-8341-DBB5CC75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F1940-0E1A-4A2A-9B62-1ED90FF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BB65B-6DB0-4598-AB5B-D56C572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F3F9D-62E0-48D9-9A22-065930B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3315D-C970-449C-A2F1-9F28FFB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E8215-8F3D-47E6-9692-E1B913C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operations domain.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85FDDA8-342B-4DCB-84CE-1AFCDC0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8E917-9D0F-4A1C-9B94-D3175312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4188E-6B0E-4666-84D7-F2FAAF9B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13B4A-5A73-41CD-8C6F-829DE6E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854EE0-F54F-4E3A-97C2-1B86CE45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482A6-BEEF-4AEF-B837-3DA6E21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00507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6746C-CB7F-4B42-B7D5-AEA0377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B1FFC-B54F-47E2-B3EF-E1CCF350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430E5-86EC-4E3A-84E1-8371CBD1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47F8F-60CC-4CF2-871D-314ECD9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CA95C-AEA5-4E56-8593-A04ED4E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CE968-436D-4D30-9EC2-04175A7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E6DB5-F164-4452-B995-1839B391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3F9DC-1322-4D2C-A22A-F5C7A9A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B51CA-624D-44D3-BBF9-0E8656E2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8E1DF-4096-48C3-8318-2C4364DA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81FD5-8070-46CE-84AD-D378536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B241C-B9A9-4ABF-9BFF-1D32726E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28F88-605E-4638-AF5D-5DADDAB5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42585-46FC-47E2-863A-479B53EF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E0577-05CE-4EC1-8DA5-41975E94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FF73E-99D7-42C7-9BE8-A1CD6D37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C7937-85CC-4C2F-932B-A01C9E6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A619E0D-43A3-4024-86D4-9AF606A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8F579-ACCD-44A5-87B2-960FD0F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BA112-9113-45FE-AE78-E3A62E3B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17B5A-563B-44C9-92E5-5363795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122C2-4357-4BBF-BDAB-75BDA37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7A2FC-C71E-4608-B6FC-F6A3C95C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1137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A8491-0026-4A2E-9DCE-B300DAE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DFE03-7DB3-456E-879A-43DA8CDE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64C25-4899-41FC-8488-171EE21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4D61B-0E74-4432-94D8-5AE133B7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45D8A-15A8-4477-BD79-D23ED261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635BD-8E97-4030-95A9-33F048C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167D3-D903-41B7-904A-70D73C5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04C2D-FCAD-46CE-91A1-EDBA712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DB222-AD25-437B-A092-9B3BD61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F9313-59C7-4620-BDC4-C2F99892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EA8A8-4FAF-48A1-B78D-02983307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3BBC-6BD1-494C-8C77-44215D25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A850C-85F2-40EB-A043-E7CD1A8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3A296-8961-4908-B929-E6581F8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5B0F4-5D53-4BF3-A562-E30F262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2A96A-AEA2-4B64-A1F9-7C8D32B3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FA214-E210-40E5-8F3D-0915E4A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94A70-AB35-460B-AF0C-AE7D388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F81E7-1D70-4A39-B4CA-49D2BE9E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87391-536F-40D9-8AD4-8058F3A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759DA-E5AA-479B-B2FB-63F0DC4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3980B-6D19-488B-8EE9-97EFADA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80F96-46CE-4294-86A3-BD763AFF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B51A91D-9755-4991-87FE-EA0F749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3EE8D-67FC-4398-BD44-87396634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3A1CA-DB2E-46A4-A4A0-5B30898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A95D0-3678-4603-8D8F-ADB8614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C06D4-4930-40AF-8857-6CB8E37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C0596-A824-4A43-A0DA-47407EC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60679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976D3-5B4E-401F-B537-E584CE6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79C03-3B25-48AF-9D64-6D6209E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5FD75-4EC3-4314-AC9F-CBDD7723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9D37C-7236-4CCB-8F62-D3798DD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3371-E8DD-424C-A87F-555F301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F2D72-9C2B-4FF7-805D-395E10CE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92A8-4C1E-4D33-AD1E-20993E7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BE10-858C-4620-A2A8-EB9D719B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3F0E3-448A-4D14-927C-5533BCF7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DC2C7-3635-4748-A3AF-0CB6648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5F522-022E-4C4C-9CB8-682300E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E0EA3-E3CE-4D9C-8585-90250FC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6E3D2-464C-4938-8653-10E6BE1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65C55-E586-475F-BB28-D3200CC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84326-88D6-41DA-B73E-E5F3E90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52CCB-27F3-4283-A953-60F64EF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88A5E-4858-491A-865E-EFF3FB46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C6FEE-EB2F-42FF-8625-9529F399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31F8E-E4EE-41A3-8CF6-3D2B84B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E12FC-540C-44D3-81A7-09D51DB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67A6F-0295-4432-A39E-08E8BD7D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A8FC6-A153-4211-A0F6-1EAE393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DB652-3455-4114-AB29-089E66AA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4D706-C9A7-42E1-91E6-CBAFB26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7CC4D-A621-4CD5-9FC8-1C996F26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77220-4E8F-49A2-B8B0-2BF2FB8D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1F64C-F0FB-4DB4-8735-4C9C04ED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A5D5B-0DB5-48A8-B54E-9E2E38B0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DE456-8E36-46D5-B791-E0C3AE1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1A428219-5AEC-4A6E-9CFA-315CDC3D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56FA6-3311-4DAA-B71A-FA6369F5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8E970-DB89-4554-841D-A34B7899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14738-7043-4F34-85AA-98A8828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BADD7-F9D5-4CEC-8210-0E40595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133FE-022B-439D-9DEA-AB309FC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1752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935A8-9D5B-4A62-BD8A-EFBF1B7B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1E93A-2382-486C-9A73-E2394E46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97AAF-BDB4-453E-BAFB-DA046149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556F-7D75-4C9D-BCF8-A84B9E44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265A6-B569-4AFE-AE1E-A7D6936B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1965-B368-45A5-B29E-E4705A9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62E2C-511F-4556-8D6A-51F8D00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B9551-680D-42D3-8D0A-FED8C743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AA74D-3B5F-49CE-94B8-0FC8418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C5487-237A-4279-9574-BEAAC8C3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5CE70-8B2D-4ED5-8C7A-0EED3B43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7DE5E-CEEF-45E2-8A46-4E83ED9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C41CB-91CC-48BA-92A1-E0A7D9E1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1D987-7C46-4B0D-BFCF-E415B7B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2C417-E510-42ED-AB81-1846083D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7EEF2-91F3-4BFC-974A-4632EFB7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B57EA-5CE7-4DC7-AA34-A37C9EC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76445-A729-4E6C-BF00-9C810DA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90447-222F-4113-8D58-85740872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B99ED-34DF-4DC9-BC3C-1E4BD9A6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D8D6B-8CE1-46B5-98EC-B39AA5DF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250F1-2B05-4380-88DC-D26504E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D3303-23E3-407D-913F-75ED2E1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1685F53B-A42D-4C51-9DFF-6C1C451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CA12C-DA6C-4D96-B272-13330568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F0CED-C287-45BD-B1BC-DEED3BC7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6CB30-2281-482A-9689-F1A1F26C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D0D6E-F358-4BF0-B247-711004BC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01564-CDED-46DD-A67B-8E2B14A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46073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2026-06-15T07:20:42.7330000Z</dcterms:created>
  <dcterms:modified xsi:type="dcterms:W3CDTF">2026-06-15T07:20:42.7330000Z</dcterms:modified>
</coreProperties>
</file>