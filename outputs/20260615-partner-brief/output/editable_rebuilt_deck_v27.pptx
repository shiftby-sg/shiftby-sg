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a25ef2a247490e" /><Relationship Type="http://schemas.openxmlformats.org/officeDocument/2006/relationships/extended-properties" Target="/docProps/app.xml" Id="R4ff1c0d11b2c4227" /><Relationship Type="http://schemas.openxmlformats.org/officeDocument/2006/relationships/officeDocument" Target="/ppt/presentation.xml" Id="R7ed31d3aae754d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4d3e3a91cb4223"/>
  </p:sldMasterIdLst>
  <p:notesMasterIdLst>
    <p:notesMasterId xmlns:r="http://schemas.openxmlformats.org/officeDocument/2006/relationships" r:id="R2e0b522fc39d4a02"/>
  </p:notesMasterIdLst>
  <p:sldIdLst>
    <p:sldId xmlns:r="http://schemas.openxmlformats.org/officeDocument/2006/relationships" id="256" r:id="R24ec43a7ac784ea8"/>
    <p:sldId xmlns:r="http://schemas.openxmlformats.org/officeDocument/2006/relationships" id="257" r:id="R62eb12e67b634fb8"/>
    <p:sldId xmlns:r="http://schemas.openxmlformats.org/officeDocument/2006/relationships" id="258" r:id="R90062bb56af64cc2"/>
    <p:sldId xmlns:r="http://schemas.openxmlformats.org/officeDocument/2006/relationships" id="259" r:id="R58ae1a7adda247d6"/>
    <p:sldId xmlns:r="http://schemas.openxmlformats.org/officeDocument/2006/relationships" id="260" r:id="R096f3e03f8064af4"/>
    <p:sldId xmlns:r="http://schemas.openxmlformats.org/officeDocument/2006/relationships" id="261" r:id="Rea514f3b69174ec5"/>
    <p:sldId xmlns:r="http://schemas.openxmlformats.org/officeDocument/2006/relationships" id="262" r:id="R6bf7270ab2ef4281"/>
    <p:sldId xmlns:r="http://schemas.openxmlformats.org/officeDocument/2006/relationships" id="263" r:id="R195b5326a8e74b88"/>
    <p:sldId xmlns:r="http://schemas.openxmlformats.org/officeDocument/2006/relationships" id="264" r:id="R05a4504ba2284e95"/>
    <p:sldId xmlns:r="http://schemas.openxmlformats.org/officeDocument/2006/relationships" id="265" r:id="R9bee5404a3c64a95"/>
    <p:sldId xmlns:r="http://schemas.openxmlformats.org/officeDocument/2006/relationships" id="266" r:id="Rd43893a9f2fe4e41"/>
    <p:sldId xmlns:r="http://schemas.openxmlformats.org/officeDocument/2006/relationships" id="267" r:id="R8b68eeec25e14d46"/>
    <p:sldId xmlns:r="http://schemas.openxmlformats.org/officeDocument/2006/relationships" id="268" r:id="Rab60997cf91a4cb9"/>
    <p:sldId xmlns:r="http://schemas.openxmlformats.org/officeDocument/2006/relationships" id="269" r:id="R433a20cd645f43c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1fc9127ba4418f" /><Relationship Type="http://schemas.openxmlformats.org/officeDocument/2006/relationships/slideMaster" Target="/ppt/slideMasters/slideMaster1.xml" Id="R3b4d3e3a91cb4223" /><Relationship Type="http://schemas.openxmlformats.org/officeDocument/2006/relationships/notesMaster" Target="/ppt/notesMasters/notesMaster1.xml" Id="R2e0b522fc39d4a02" /><Relationship Type="http://schemas.openxmlformats.org/officeDocument/2006/relationships/presProps" Target="/ppt/presProps.xml" Id="R521a089fd5674bac" /><Relationship Type="http://schemas.openxmlformats.org/officeDocument/2006/relationships/tableStyles" Target="/ppt/tableStyles.xml" Id="R7f39696230d34948" /><Relationship Type="http://schemas.openxmlformats.org/officeDocument/2006/relationships/slide" Target="/ppt/slides/slide1.xml" Id="R24ec43a7ac784ea8" /><Relationship Type="http://schemas.openxmlformats.org/officeDocument/2006/relationships/slide" Target="/ppt/slides/slide2.xml" Id="R62eb12e67b634fb8" /><Relationship Type="http://schemas.openxmlformats.org/officeDocument/2006/relationships/slide" Target="/ppt/slides/slide3.xml" Id="R90062bb56af64cc2" /><Relationship Type="http://schemas.openxmlformats.org/officeDocument/2006/relationships/slide" Target="/ppt/slides/slide4.xml" Id="R58ae1a7adda247d6" /><Relationship Type="http://schemas.openxmlformats.org/officeDocument/2006/relationships/slide" Target="/ppt/slides/slide5.xml" Id="R096f3e03f8064af4" /><Relationship Type="http://schemas.openxmlformats.org/officeDocument/2006/relationships/slide" Target="/ppt/slides/slide6.xml" Id="Rea514f3b69174ec5" /><Relationship Type="http://schemas.openxmlformats.org/officeDocument/2006/relationships/slide" Target="/ppt/slides/slide7.xml" Id="R6bf7270ab2ef4281" /><Relationship Type="http://schemas.openxmlformats.org/officeDocument/2006/relationships/slide" Target="/ppt/slides/slide8.xml" Id="R195b5326a8e74b88" /><Relationship Type="http://schemas.openxmlformats.org/officeDocument/2006/relationships/slide" Target="/ppt/slides/slide9.xml" Id="R05a4504ba2284e95" /><Relationship Type="http://schemas.openxmlformats.org/officeDocument/2006/relationships/slide" Target="/ppt/slides/slide10.xml" Id="R9bee5404a3c64a95" /><Relationship Type="http://schemas.openxmlformats.org/officeDocument/2006/relationships/slide" Target="/ppt/slides/slide11.xml" Id="Rd43893a9f2fe4e41" /><Relationship Type="http://schemas.openxmlformats.org/officeDocument/2006/relationships/slide" Target="/ppt/slides/slide12.xml" Id="R8b68eeec25e14d46" /><Relationship Type="http://schemas.openxmlformats.org/officeDocument/2006/relationships/slide" Target="/ppt/slides/slide13.xml" Id="Rab60997cf91a4cb9" /><Relationship Type="http://schemas.openxmlformats.org/officeDocument/2006/relationships/slide" Target="/ppt/slides/slide14.xml" Id="R433a20cd645f43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4c7d84e8934b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06c64f434d4f97" /><Relationship Type="http://schemas.openxmlformats.org/officeDocument/2006/relationships/notesMaster" Target="/ppt/notesMasters/notesMaster1.xml" Id="R4783b1c4564749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70c2be9dc945d2" /><Relationship Type="http://schemas.openxmlformats.org/officeDocument/2006/relationships/notesMaster" Target="/ppt/notesMasters/notesMaster1.xml" Id="R8d9ef17b9c9449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9e187e305e48af" /><Relationship Type="http://schemas.openxmlformats.org/officeDocument/2006/relationships/notesMaster" Target="/ppt/notesMasters/notesMaster1.xml" Id="Rc19f97a4c8cb49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878ca7e8dc49e1" /><Relationship Type="http://schemas.openxmlformats.org/officeDocument/2006/relationships/notesMaster" Target="/ppt/notesMasters/notesMaster1.xml" Id="Rb65e0c5f49864e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5e046f10664e13" /><Relationship Type="http://schemas.openxmlformats.org/officeDocument/2006/relationships/notesMaster" Target="/ppt/notesMasters/notesMaster1.xml" Id="R282d91e7ffcf42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e1d85a7fee4f26" /><Relationship Type="http://schemas.openxmlformats.org/officeDocument/2006/relationships/notesMaster" Target="/ppt/notesMasters/notesMaster1.xml" Id="Re71f1791979140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887846b0db4ec0" /><Relationship Type="http://schemas.openxmlformats.org/officeDocument/2006/relationships/notesMaster" Target="/ppt/notesMasters/notesMaster1.xml" Id="R714efc47016e4f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4f479e9700449c" /><Relationship Type="http://schemas.openxmlformats.org/officeDocument/2006/relationships/notesMaster" Target="/ppt/notesMasters/notesMaster1.xml" Id="R5a583e17732645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68a89ff0ea4cc2" /><Relationship Type="http://schemas.openxmlformats.org/officeDocument/2006/relationships/notesMaster" Target="/ppt/notesMasters/notesMaster1.xml" Id="R5dafddd583b846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f470ee4f4e4f35" /><Relationship Type="http://schemas.openxmlformats.org/officeDocument/2006/relationships/notesMaster" Target="/ppt/notesMasters/notesMaster1.xml" Id="R7a4667cbf23040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11edcac67645d7" /><Relationship Type="http://schemas.openxmlformats.org/officeDocument/2006/relationships/notesMaster" Target="/ppt/notesMasters/notesMaster1.xml" Id="R21b95a11caef4d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388fe8e0564c80" /><Relationship Type="http://schemas.openxmlformats.org/officeDocument/2006/relationships/notesMaster" Target="/ppt/notesMasters/notesMaster1.xml" Id="Rf72f91f683014b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b9af791ee14c4d" /><Relationship Type="http://schemas.openxmlformats.org/officeDocument/2006/relationships/notesMaster" Target="/ppt/notesMasters/notesMaster1.xml" Id="Ra961ed17140540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a9203818ac48f3" /><Relationship Type="http://schemas.openxmlformats.org/officeDocument/2006/relationships/notesMaster" Target="/ppt/notesMasters/notesMaster1.xml" Id="Rfc598496dab84a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a698e5d8a4b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59e5eb053f4313" /><Relationship Type="http://schemas.openxmlformats.org/officeDocument/2006/relationships/slideLayout" Target="/ppt/slideLayouts/slideLayout1.xml" Id="Rcb9a057d75ef44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9a057d75ef44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b816699eb4be6" /><Relationship Type="http://schemas.openxmlformats.org/officeDocument/2006/relationships/notesSlide" Target="/ppt/notesSlides/notesSlide1.xml" Id="Rcf79f0e26dcc46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80ac0e0c74c42" /><Relationship Type="http://schemas.openxmlformats.org/officeDocument/2006/relationships/notesSlide" Target="/ppt/notesSlides/notesSlide2.xml" Id="Rb535509a121844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0115abf0249fc" /><Relationship Type="http://schemas.openxmlformats.org/officeDocument/2006/relationships/notesSlide" Target="/ppt/notesSlides/notesSlide3.xml" Id="Rb60a9cc248db47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4c7d3e1f04fa1" /><Relationship Type="http://schemas.openxmlformats.org/officeDocument/2006/relationships/notesSlide" Target="/ppt/notesSlides/notesSlide4.xml" Id="R61bfae4f9eb849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b65c4ddaf4be3" /><Relationship Type="http://schemas.openxmlformats.org/officeDocument/2006/relationships/notesSlide" Target="/ppt/notesSlides/notesSlide5.xml" Id="R3cef3b7ac77e4c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af6215b5c42fe" /><Relationship Type="http://schemas.openxmlformats.org/officeDocument/2006/relationships/notesSlide" Target="/ppt/notesSlides/notesSlide6.xml" Id="Ra89e8e0492b147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cf45b87d54882" /><Relationship Type="http://schemas.openxmlformats.org/officeDocument/2006/relationships/notesSlide" Target="/ppt/notesSlides/notesSlide7.xml" Id="R9797f452e6f24c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da8ebc65947b8" /><Relationship Type="http://schemas.openxmlformats.org/officeDocument/2006/relationships/notesSlide" Target="/ppt/notesSlides/notesSlide8.xml" Id="Ra2f3ff5ec47d4f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f34fcaaf042ce" /><Relationship Type="http://schemas.openxmlformats.org/officeDocument/2006/relationships/notesSlide" Target="/ppt/notesSlides/notesSlide9.xml" Id="Rd7f220a834db44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c86fcbbc84017" /><Relationship Type="http://schemas.openxmlformats.org/officeDocument/2006/relationships/notesSlide" Target="/ppt/notesSlides/notesSlide10.xml" Id="R47c107fcfc584f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3d9a6e49240bd" /><Relationship Type="http://schemas.openxmlformats.org/officeDocument/2006/relationships/notesSlide" Target="/ppt/notesSlides/notesSlide11.xml" Id="R15c7b73dd84d4f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9fe54722f40e8" /><Relationship Type="http://schemas.openxmlformats.org/officeDocument/2006/relationships/notesSlide" Target="/ppt/notesSlides/notesSlide12.xml" Id="R8d43bd266dbe4a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9e807b7e74cb5" /><Relationship Type="http://schemas.openxmlformats.org/officeDocument/2006/relationships/notesSlide" Target="/ppt/notesSlides/notesSlide13.xml" Id="R23333015e42746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f2774c4314ed9" /><Relationship Type="http://schemas.openxmlformats.org/officeDocument/2006/relationships/notesSlide" Target="/ppt/notesSlides/notesSlide14.xml" Id="R5c0785c55e0e40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C29AB1-E625-4B5F-8D36-BA3935F6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418F1-A77E-47BF-BF00-D2AB4559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56326-7C46-48CA-B44C-1D02963F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595D3-1A19-4FE7-BE36-09155796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17DAC-DCE7-449A-9E89-91E3986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BD600-E382-4683-9CD9-59B0244A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11758-2F8E-4CCD-A7C7-BFDAEFA0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EFB79-6713-4668-9459-EE2A8B47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542B9-6B5F-4436-B9BD-7484ECD6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7A798-230E-4404-818B-9B388916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37F76-517D-46F9-8CFA-EE41BBDB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B6837-0408-4E2D-AD72-71C93773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83444-8FBE-4AEB-8165-37FFEE1E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765A8-203F-44F0-A965-14471C6A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140F3E71-373A-4890-BA94-80D87A8B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80B3A8-74F9-4568-9B51-B1E2B963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6A2FB-8F23-4145-8EBA-F796CD9A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5A505-0D3A-4546-9CB4-DC4B016B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FFA69-1C6A-4D77-AD75-5A970865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4650D-D26D-4980-BE70-B55A61F3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03019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AAA68A-4498-421A-B9CB-B6272810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FE083-A2BC-48AB-8F72-DA36E45A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74936-45BB-4C33-99FB-5516328F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9AADC-FA64-47D5-818E-B90A55AA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DA3C4-D5C7-40EC-9D01-E41D21BB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15A73-27B5-47B9-9223-92AC3C9D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34042-51D1-4BE9-BAC8-49BB31DC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28A58-9B28-40EC-B7DC-9558F085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DFCCF-BA68-4840-B432-9FA445F4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77B44-159F-4F94-B676-3C022FD4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the rationale behind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8EA55-AE6F-4A7F-846D-F6CFCCB9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0F7D9-B1F1-48DA-AFAC-43824BC1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E076F-F62C-4BFB-848E-38E51E63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99875-AEC5-4D40-8868-3F4BDEAB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9A3A5-5282-4159-9ECF-0A5A9C28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8EE06-1DA8-49CB-B9B5-0B7C0463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562D2-0E7F-4169-919D-A2A19A6F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B7631-67E3-4FEE-A21A-03CA5DF9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7BB59-9CE4-49D4-9C93-C9EC634E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9BBCC-7F3A-4CA2-906D-E9DD3E42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69FE8-C70C-4437-98A7-2C3E7F17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0E5DB-4F1A-457E-A24F-71AEC440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0059977D-3073-4918-9A55-F5CD7366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909322-1905-4C1D-A6D3-A5DD72CC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167C93-2C13-460F-97D8-4D37BB83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AC1685-264F-44DB-8C4C-5EC9D941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FF5BFC-BD5B-4A1C-B302-793AA457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7A5DD1-50F1-4066-BAFC-81C160C9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25332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22E2EA-E21B-4853-B5E1-B32D7297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19E13-096D-438D-9FF0-5D826C29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33B85-B733-4E96-B4BB-70DD456A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1D718-9A11-45D3-A9E6-F6875E2B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18065-2432-4FF3-AC45-EA244F39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BFB23-BF7D-4009-8FB4-8F186838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037F2-0EA5-410F-A14D-BF3D93DF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78D78-2797-4DC2-B46F-83FC01CB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65BE3-E8F3-4CC4-935C-22303907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616A9-8812-45BF-8772-181E242B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57890-CD84-48FD-8625-9FAAB975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5A5CA-33CE-4709-B2B9-92532CEA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20C56-3CBF-4827-B37E-B4DEA89D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E73A9-1018-45D9-8EE1-99D99D87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C3AD6-A6EF-48BD-8AC7-76A794AC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E8964-B976-4981-A637-4D10291B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3FEAA-31AC-4165-9269-E451EF75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F9662-E3D6-4BBE-B2AB-B28CF577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61278-993F-4C3E-B9CB-C76494BC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C977D-FF37-4777-A4C8-12ECF1B6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E74AC-DF0E-432B-B0B9-65F8CD06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5EDF14-98A6-45F5-9E9B-C8D56668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BF966F-8C8E-4FAA-B16B-F34D56D0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9263F4-111B-46D4-B737-D01FE20B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BE6C8-B5A8-4ED4-92B9-651C575E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9947DA-414B-4B36-A31E-F5307598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09FE5D-8D15-4DC5-8041-0EC10755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510EC5-FC7A-44EF-9568-39C3D430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95769C-AAE3-4D9D-A11B-35FB988D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3AC384-3741-45B1-9CC9-1E9CCC76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B0672F-03B9-41AA-B61E-374EF406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A7C107-DD55-4E39-A26F-2B24E342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7CEDD4-0B1B-4F08-BE9C-2F28DC02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4A5E88-7B84-4E9B-B93A-E9B8FCFB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610AFC8D-F831-4704-AC1B-6B36FFB3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B1455A-0CE1-4C87-B509-66CE1E3D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A14B71-B8FA-4B45-A46B-EB6DE421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E4052E-1300-4044-9BEA-818485A9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E5D654-4E45-4178-9B70-AD5D5914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CA59EA-3537-48D3-8404-7DA4905B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582991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48B383-0FD3-43AF-B4DF-EEEE9239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2BCA9-E774-4060-94C1-12B5AA4D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3684D-59A7-4023-B27B-ACE10FE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9AB0F-1C5D-409D-88F7-B71012B6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C0850-6563-4A54-835E-6184CE40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0BA42-1814-4B60-B9F1-55551B67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28009-7DAF-4733-8076-C1F54B8C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E1199-1B12-4879-9DAE-0E1B3896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3ABEE-1A92-4935-960F-97810EA7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DDE24-9E9E-44A2-8B5D-43EDC6DF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80BE9-1B4E-4561-BDC3-5FE58DD4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08C68-7A76-4625-9ADC-11391B84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3F0C8-5813-45CA-B071-B0B9067B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258FC-D8B4-41B2-8C56-8258C3F3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AFB05-A7DE-49B4-BDFE-1CFA46D0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7120A-4A4E-40F9-B912-A3B1F8C3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41286-0DBC-432F-98AD-934E27B6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D8B05-5925-4014-85E1-8DC56394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1E685-AE34-4897-8F29-F614A58A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9DB3C-2AB0-4FF4-8E93-182035A6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8CF78-8F6F-4B25-9136-48200E9F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87A40-8543-46C7-8829-D809C169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1934AC-8D5E-49FD-83D8-EEAD4121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68DE29-E599-4AD4-A3E2-0D894663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E971FF-C98B-4633-851A-DAA68C7E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E226E0-A8AA-4D25-B105-C43136BE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4DA9BF-F42E-4039-9096-BCDF0428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readers recognize recurring enterprise patterns.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658F9748-BDD8-47D2-AAC2-6200A2D3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C8DE63-07AA-461E-BFDE-D139EF05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A95472-AB6B-40A2-AD85-56658C7A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29172C-D375-4967-9249-EE215D2E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0A9BD0-E798-4FA0-9E1E-ACAB8927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58E9A3-1B8B-4F34-8503-A88679F0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579145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F69B50-77EE-4BCE-8DA7-C06073B5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FC7D3-60BF-4690-8F8F-0E39D6B3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5D6EF-4B51-41EE-8613-A6091E20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EBFE9-52F2-426C-BE47-7C43D24E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965B9-8AB4-44AC-A157-4F79403E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61E93-5B74-4250-B931-6939C42E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0FA07-29B1-481C-9BA9-49840D3C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24B89-3170-41C5-94C5-AB168FF3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08611-EEC3-49F9-9733-178D1946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50FAF-28FD-41BD-9CB9-E3F41910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2A131-4892-4B4A-BFD1-BE024BB3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C346B-2FC2-4973-8146-08AFBC7F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90EB2-87E3-40DA-A381-72DB0895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C0876-E6E3-404B-A329-3D548D1A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9A175-1FD3-428F-B951-A381F916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9F3D3-68A1-4DDD-9F35-BD1AB4AB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224DC-83F1-475C-8AB8-E143168B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00887-4008-4CA8-80EF-D20D419E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F30C9-8F93-43C8-B89B-97903F1A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F0E5E-1DEE-433A-A9B7-A5E9386A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51454-BFCA-4111-8CB9-CF8B2D0D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9E693-CC60-4AB0-B36D-8704B87E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322C5-3F26-48A1-9663-44F41C7F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9F669-91C1-438F-8897-8A4F91D4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C63DDB-81F1-482E-A958-E1064F21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60E2B9-17FD-4F65-9657-CE1969EE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95F09B-2E53-4771-98A0-2D09415C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6821E2-0713-4212-9B67-9B2DD80B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1675BA-1284-41CC-895A-10DFBDF9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1EA5F8-5987-409F-B3AF-C85676DC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F37248-1172-4842-A3F0-3807065D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585ABD-2A83-4F3F-8FBC-72D61F69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14102B-139C-43D2-8D90-3DD2CF6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F85025-201E-4E05-B186-BA666D2C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24E81B-72A5-42C2-B4F1-95AE53FA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fully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F753FA-457A-489C-8582-EEA8718D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0227BE-854D-4194-B8A1-6EA6AE3B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Many functions inherit AI-enabled change before they fully own it.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590D5C2A-19C8-4622-B1CE-008B038E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CFAB79-0D9C-4380-ADBE-051AF7DE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69E20D-C2FD-4D29-9744-5249A5AE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E39F37-7EAC-4B52-B8E6-C5300BE0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61301B-059F-443D-9F50-0048F6F5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588302-3D70-4FA2-B998-C1E3D614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50767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618DCC-5DA7-41C7-A947-C9E888FA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DADF1-D62C-4382-A0DF-91245421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13489-197C-4036-9524-A31429DA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96A19-342D-4A0A-A240-CB08E63F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C72DF-9B91-4916-9745-19AE732F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E895F-9D47-4B8F-84A2-B2DE885F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1D72F-48D2-4582-A2EE-7E93FF03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5A4D2-3DCD-4F78-806B-A1BB2B09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6F1E7-994A-452E-B14C-3757FC79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0F3C8-8B7B-42E8-8D63-3EB56160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7A03B-C6BA-4284-B828-7D60C35B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BB101-84F8-4284-9A8D-60576018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want a practical starting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7FBDC-3CB8-4049-B2FC-8F699FB1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7E4C4-619F-43C6-956D-FFF3E843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F1385-EBB5-4278-964F-E62F1C98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and need a clear order of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2F83F-633B-4E4D-A8EE-169C87FC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130448-A901-4AE3-9A96-C11D9FC0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8CF1F-0182-4E21-85B0-404CBDA1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clear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7AD98-D5BF-48EC-8FEB-7C88A55D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96244-AFDE-41BA-8BB6-5B01ACCE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E0041-60A7-4ED7-9501-729DA3C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2D675-CD17-4FEC-ADE3-99BC301B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EAE05A-9A2C-438C-BBC9-51963DEC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472C5D-77BB-43B5-951A-FB480CEB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protect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D21CBE-B4CA-4E0E-8BE4-1EBAEDA2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6D36D9-5749-47F9-BDEB-8111947E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slide helps identify recurring leadership questions around uncertainty, prioritization, trust, operations, and knowledge.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480DC138-C5B5-4D1D-BD1B-87712850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9CD790-A04E-4ADA-888F-E4037AEA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22EDC5-670E-48D4-8B86-0668EF2E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10AE21-36B5-4A98-BFFD-3EC9A26E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94C184-D26D-471A-B2B3-A3045B2E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9FAC97-C89D-45CA-BFD1-CCA429C8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398475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59B271-46FD-4FC3-9CD1-35012C32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DCE08-1C9D-4116-A55E-69CA7E6C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CFC1C-B7A7-401C-8EB1-7850B88E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A30EE-80FE-45C2-983C-E573A705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DF907-7112-4228-913C-7895F671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FB6AA-7B98-4503-B1AC-E1636391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C8AAF-C9F2-48F5-B281-C6055929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F7869-641A-4937-ADC7-8786DFB5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B4733-1160-452C-961B-A465E9DE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55F54-9542-4B3F-B188-90A9EB16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B53EB-EE16-4BFC-BE30-969AF546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CDFD3-B9FE-484F-8BAD-1B709A68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E2631-FDDB-44D4-85B8-46D71F89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C273D-93F7-4EE4-BE14-2FFB45D0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3898F-7E72-4037-89C1-493A43F8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90A66-4D17-493A-BD49-AEC0C552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EBFB4-FE88-4886-B06C-80B54731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9C578-64BA-473C-B565-9ADBDE87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99E5D-7615-4887-873F-8D4D7D82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5B9B7-1DB9-4E06-898B-2296F069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051706-9932-4FCD-977B-328295FC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DF7807-9639-40EC-AFB8-7FFBC6AE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0EA84A-B503-4F92-823B-A899F3A0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ED0FEE-9EE6-4C9C-833A-19E7ADD1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CC02F7-5FCD-4D84-86A3-821EA139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5C220-7424-4A1A-B76B-9B437F94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27C99-20E5-40BB-853F-455FB529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key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can support change.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E74C25-2E72-4B53-9A17-946A7EB7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D7E49B-DD20-4AB7-9AA7-815766E4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readiness signals to the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3C13D367-ACAD-4124-9DF4-3D009010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EA5BDE-32BC-4599-AA9A-274842A8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10F6CC-1976-4DDD-8709-178433ED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904AB-09C2-4499-91B6-3CFDAE9E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514977-9484-478C-B5FF-D698598A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742D9C-429A-4143-A5EE-20218A30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963977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79B8B7-D34D-4739-9A4B-5E9BA412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12699-5EB0-400A-BEAE-88122141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993C8-E470-4B87-8977-3F375369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ECF61-134C-4423-9FBA-3CF683F6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06478-D4C9-44CB-9C70-55C57D05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D199E-EB83-4BB5-B388-1FDACE53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1C440-F285-4B9F-9355-8E46119F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49117-564A-4964-89A4-B385702E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E0A51-8AB8-49BB-A4CB-2818F16E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76995-754A-4E61-8DC7-43F8A29E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025CD-1B3A-40E5-9ADD-AB032903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B7C20-23FF-49E4-8A8C-210F39EA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3D55D-BBFD-453D-B0C1-E8930C8B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69750-4EE7-4FD7-9F0A-0AB9FA73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705A8-4E28-4C89-A24C-A411B3EA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D3687-A77C-4AAE-BC06-46F5CD6B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082A6-C054-474E-9D77-CB98C27B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1F710-F4B9-4D5F-896F-A3BBE12D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744E4-ACC9-427C-B4A8-74F046BB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611B9-D93B-488F-BABC-0103010C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CC4C9-E4F3-4F07-A2BC-BBACD2B0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F38882-7020-4B0F-AFF2-E6D21880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D43F0-E765-4F9C-A649-7731EA53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1C7619-A2B7-4EDD-8D28-6DAF1666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2DE9A-38F1-44DD-BA12-E68236D2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0081D-16E9-44C0-B568-FE264580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1AFF990A-FE9D-4A95-B5CC-2E841592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0F720F-08D5-47F5-A307-83F414C5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6A1199-7389-4D21-BD40-C8216743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9F6005-10A2-4A3B-A3B9-509FD77E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4B99A0-6918-4B5D-A051-98F60A4A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5070E6-C4FB-4184-9CD9-4DC57520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044890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C6A8E2-5264-4EC2-9387-F63627DB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C8331-842C-4A65-A78E-48011595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F6E1F-2A13-4F0E-A095-9A7CAD07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A66B8-C46A-4853-8440-70AF6C9C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1EE32-4F45-4824-A881-73E89A45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1396D-F55F-4D46-9F2E-CB3EECF6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22D7E-7188-473F-8ADF-A432177B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0DEB9-C725-4F1B-B27E-F6991E85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4D404-4607-414A-ABB6-9782FE7A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C1222-F949-4FC0-ABB7-919C07C4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874BC-2BA7-40F4-93A6-7662A4C8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77D1A-B493-4CD7-BFE5-337C4CFD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8EE88-181B-4E6D-9AA1-BF1A9340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7D6E3-9C6A-4EF0-B517-7D8DF597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3F174-7CA3-4276-9F20-65434911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E55D4-4C07-4736-9AA7-24029377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9F6DE-A860-43C4-B1A7-9E7A9F86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026B5-1782-4961-A0B7-BFBD6761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E8E96-37E8-432E-8112-7CD3FD13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CCE4F-4BCE-4930-9E0F-8D43AD35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53B7D-F8EB-4A65-841B-DF6A46C2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FC94D-F905-4837-BE16-CC3A205F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42E34-410C-4170-BA29-80061623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55FD38-728F-46C7-96E2-308E0F5A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8CA36-531D-46D5-AEE4-804BCE35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C23B6D-6175-4DE1-80BF-2D9A2F89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559D64-A7DB-4E74-8E66-7163469F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A61AA2-6C54-4D9E-BC09-3BD7877C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37532A-1CB5-4510-8056-C202A759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40472D-C7B2-4D99-B86D-335A6FF5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F8504E-18BD-487A-A1DE-4C2A64AF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152FD9-08A5-4727-B0B8-0DDF49BA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F55A04-843F-49BC-8054-478F1DED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26B1F6-014F-4F83-880A-A3F32DEB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BA6FDB-CE60-4EA2-962C-53FD1C74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domain.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F451A395-1011-4628-A6E6-D3375BD4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768787-90E2-4C3A-A25C-4630ED99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2FB81C-BE60-4AFF-A77B-D07E2386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B14BAF-C4BF-405B-80D5-E2614553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236E9E-B074-4ED2-820F-A1C4E5AB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12E8AE-07DC-4C34-8D24-3E686AAB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924839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258F9A-03C9-41D9-A7FF-4C905805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DB362-C071-4DA6-A298-B0A5D29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681A7-C8D8-4AE6-947A-FBB01F5B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AB3AE-3259-4791-966E-3FD6B221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2D640-68E1-42EA-882A-0BD84C5D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35E2B-95AF-482E-8317-71FAAFE2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6BEAD-C50D-4C7B-9542-1417278A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DF134-CF42-4FAA-92E8-33E455E2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7FC6A-44E1-44C2-890B-2268F840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E70F2-1C3B-4998-A37B-415DD5DC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56E54-55A5-44E8-AD2B-0CB714F5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596A3-0166-49B4-9F00-B4D8DCA4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1386A-8652-4328-83F6-D4C056F9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18B74-61ED-477A-B2F8-8A918FCB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EF29B-9784-439C-B34C-932A3203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D730E-F45D-47F1-8277-A7B81E26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10A09-53B0-4DEE-A6A8-8C7FE3AD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D522C-7793-47FB-AB7C-61E48249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15C99-B3BF-4B47-9A0A-5DF6E98C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1D0D6D-E598-465F-BEEC-9A74EF6E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5BAA4-F667-428A-AE27-14099BE0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F1BEA-A86C-4D48-9473-723D1763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75BA2-8F15-447A-8724-96D31050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F15790-C54A-4AA3-86BA-E84A509E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017124-412E-4122-842B-34D8DECD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03271-84DE-4778-A1E3-B0D4BF02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D73E69-C493-4793-ADC8-382F4210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operations domain.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817A9CA6-6009-4D98-B6CE-1DEDF2AC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B7ACDA-66AB-48D1-B7B4-36A8662E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37FFDA-301F-4472-9FE9-346351B0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7B182E-8E15-4846-BD25-96DA93DA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17E38D-3E71-423C-A027-25B8A8FA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E3DB6D-A923-4310-963C-A8350852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071482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3E6F5A-222A-4608-B327-CB2DF493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01F0A-605A-42C7-9001-71A9BBBB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F2803-0365-4C9E-B976-70342DAF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938B1-7117-497F-A91B-6AF4215C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BE6FD-1066-41D3-B2CA-1072A5E9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1C3A1-C3BD-4FF4-BED9-A7A2C31F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20F87-59F4-4D87-AF56-F87F4574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E7C69-E439-40BF-8852-CEFA5F77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7367F-F7C3-4BB5-89DE-1C94D69B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433E4-DB1C-4EFE-A685-715971C6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64744-4E92-48FE-9E43-FD971ED1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2D86C-72A1-47E5-BEA7-EF12EFB1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28EAA-009F-4673-8167-B11A45FB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DFAD1-373B-42C2-BF22-EA046BF3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93050-D838-4EAC-8773-08D2A36E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86A31-1119-478F-BF04-40AC14A1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3BE15-978F-441A-92B5-C05EFB16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18" name="pager-pill">
            <a:extLst xmlns:a="http://schemas.openxmlformats.org/drawingml/2006/main">
              <a:ext uri="{FF2B5EF4-FFF2-40B4-BE49-F238E27FC236}">
                <a16:creationId xmlns:a16="http://schemas.microsoft.com/office/drawing/2014/main" id="{273C0F3E-51A6-4868-AE73-3C91FC76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4382F4-48A5-4B8F-A443-3EAC411C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B281B-B6A2-402E-9E0F-89A1942D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07621-F3E3-471E-91DC-50070125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55ACAE-5BB8-4969-AFBF-65C5CC68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2D0BFF-07D6-4F04-8A02-D601E33B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790969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79D3CB-B4CF-4EC1-BCB9-DA73F141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D5C15-1FF7-44BA-A46A-06455F8A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6C7D0-6A8D-4634-A90A-5CFB202A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528F3-1E3E-4E7C-B2FA-4FFAF55F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86C5F-2149-4658-8764-453B848B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1B7BA-5462-4B06-9904-CB0F37E2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43ABE-4402-4FF0-925D-9073F23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079D1-75E5-4BD9-8EEF-2EB90226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A1896-12E2-49CD-94F0-21E67FB5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F0D9F-33B3-4542-9DAF-104B3427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0B587-1FCC-43B2-BC3F-7533ED1D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E0F2B-F557-46FC-A7E3-D8DD8C51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C06EE-4CDA-42AD-8F97-E3F18266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53F5B-B257-4998-9C31-39AB6FE7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F1D8B-5C2B-44F2-86B4-EF560EE8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0879E-8ED2-4F25-9510-EFA3F766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80040-9CC1-46B0-B8BB-94925D70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C3299-BF36-46CC-A613-F40DF715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C6D56-6D09-441C-8C6E-30EAFD92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EAE6C7-BAAD-45D7-AD84-69540AE0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F580F-D7BD-4ADD-8E1C-39F6CB83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E14D6-59C2-4085-B06D-421396B7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A28AF-1E07-40A6-B06B-A00917E3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46B9EEBA-0775-4E1D-B5E6-D4616D0E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0891A4-02AA-4889-8E86-8101D0DB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48B8E-E7B1-44DB-95AE-BDDCE056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16E33-C486-4701-BD34-7ACA05B6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8A507B-8A5C-45A1-BF8B-49B56851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3B080D-990F-4A30-9099-6C61F51E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831265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1A7C4B-5D1A-4ACC-9637-C57308FC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190E4-56BC-4C75-BEE2-18B1FD5D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29EE8-1760-44A8-A3E1-5AD621B5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7111E-8E8E-4F22-A100-2E312D13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98E79-801C-4BE0-B798-C9EA90FC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BBB54-D245-41BE-A78F-CD781575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B3A1A-D3FF-43CF-860B-AC723CC3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EC4E0-39DF-470F-8981-4D795B40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B2955-58BB-490A-9914-84EC6255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F36C4-D7F1-45C2-8B4A-208DFE52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FF7A2-A0C6-4CED-94E3-85DFC156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A87E1-719F-4ECB-98C9-F6EA9865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5BDD7-73A3-4AB5-87B2-7F3DE5A9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43B64-CF7E-4093-8AB6-7F12F2D5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3537B-4A7A-4D20-BEA6-BB9C546A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B94C6-D4B4-4C96-BDDA-D6EDCE18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A6B7C-2759-4DB7-9D8B-743E31B2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B1F7F-31A2-40EB-AFF9-DBEBEC81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D9310-E616-4B66-A293-F507422E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EC2D99-B4CD-4DE1-9C5B-9A4302E0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E92A3-F9DF-40AE-A01C-B956D5C7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4E4B9-2DE6-447B-A931-00FFAB6D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75581F-0B71-45AF-8E59-AA851EFE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5D742-F8DB-40E2-AEA9-B87C58F4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EECFD2-5176-4226-90A3-E5F01F64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8743BB-210F-46A2-BF5C-BAAE1EAB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96E967-ABC4-4418-9BAF-A76B8BE1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D7574C-E271-4B32-8240-740710B3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066924-7DD1-46DD-A8ED-99E3905E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B9E73C14-E40E-4EDC-BCD5-5032EC3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04CDD7-1B52-4D34-8398-3B4D24C8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D26BA4-17B3-40BE-8969-43F672B2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9962DF-CD0D-4AD4-B627-835CB256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AD9106-A348-4725-8C3E-2338FBB1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793E2C-ED96-4775-ACB4-82EC57ED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473684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C7FDEB-DCEC-487B-AC83-7052BABB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B2F5E-C955-4A59-A933-B28B304E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DA5B5-F264-4B4A-B9FF-EBC55F22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E2D76-BD5E-4C2F-AC5B-195B4DFB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109F6-4DB7-46FE-8462-B88C869D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17CA0-C328-4963-8C10-A59C8269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6A427-5F5F-4A51-80B1-A62AE524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6C179-DBA2-4F60-8FA8-470C65BE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6D834-5AB8-4BDC-B2C4-8C477BE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22CA6-1BC7-498A-A27C-9487A73A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96A2E-A322-49D7-9FA6-53C6DA5D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AB088-6087-459A-81F6-6CCE5143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64F8B-EC3F-4A20-85EF-ECCBE80D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16E30-DB99-4044-BFE2-9C8C8E2C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E2C67-2718-4D41-8037-7E692E59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B98E4-12E5-4B98-8F0F-68F794F9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0B84E-23BE-4AFD-A9E3-783DBCB8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7CFAB-4332-497B-B6FB-31220D19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53DF9-BE2E-4CB6-8443-6012466A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2FF48C-3C95-44A1-BC9B-C64C18A1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1A21D6-E5F6-4269-B7CD-5A77A484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5AA18-40D0-4F87-8988-FAC4A307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58398-AF90-4995-9C1C-123704EF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31BCA196-3BD5-4603-A8E0-6B8721D1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D5F41A-2480-46A0-9AB4-7A11ACC8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CBFFA-16F8-4305-BCCC-ED97B9E0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10228F-FDB9-40EB-9065-6E89AE04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51097E-8476-431B-8E1B-91AA8C94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25056-CD49-44A2-B4B5-570D00B3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48097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2026-06-15T07:42:48.1520000Z</dcterms:created>
  <dcterms:modified xsi:type="dcterms:W3CDTF">2026-06-15T07:42:48.1520000Z</dcterms:modified>
</coreProperties>
</file>