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6fc836ac64e0e" /><Relationship Type="http://schemas.openxmlformats.org/officeDocument/2006/relationships/extended-properties" Target="/docProps/app.xml" Id="R7544aa73edb04e0f" /><Relationship Type="http://schemas.openxmlformats.org/officeDocument/2006/relationships/officeDocument" Target="/ppt/presentation.xml" Id="R79d368c631484b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f2156db5b24bd4"/>
  </p:sldMasterIdLst>
  <p:notesMasterIdLst>
    <p:notesMasterId xmlns:r="http://schemas.openxmlformats.org/officeDocument/2006/relationships" r:id="R7cb941b2627943c6"/>
  </p:notesMasterIdLst>
  <p:sldIdLst>
    <p:sldId xmlns:r="http://schemas.openxmlformats.org/officeDocument/2006/relationships" id="256" r:id="R6aca05517ffa482a"/>
    <p:sldId xmlns:r="http://schemas.openxmlformats.org/officeDocument/2006/relationships" id="257" r:id="R60d36c816e574217"/>
    <p:sldId xmlns:r="http://schemas.openxmlformats.org/officeDocument/2006/relationships" id="258" r:id="R8ff8d4d4713548d7"/>
    <p:sldId xmlns:r="http://schemas.openxmlformats.org/officeDocument/2006/relationships" id="259" r:id="Rfcfd68e5440f4ed2"/>
    <p:sldId xmlns:r="http://schemas.openxmlformats.org/officeDocument/2006/relationships" id="260" r:id="R3b0780efe5d5458f"/>
    <p:sldId xmlns:r="http://schemas.openxmlformats.org/officeDocument/2006/relationships" id="261" r:id="R26cd71a454964589"/>
    <p:sldId xmlns:r="http://schemas.openxmlformats.org/officeDocument/2006/relationships" id="262" r:id="R9334c1efc8794bd1"/>
    <p:sldId xmlns:r="http://schemas.openxmlformats.org/officeDocument/2006/relationships" id="263" r:id="R131c9de75e584b2e"/>
    <p:sldId xmlns:r="http://schemas.openxmlformats.org/officeDocument/2006/relationships" id="264" r:id="Ra5e64122e6f14480"/>
    <p:sldId xmlns:r="http://schemas.openxmlformats.org/officeDocument/2006/relationships" id="265" r:id="Rb1a80561c8024b8d"/>
    <p:sldId xmlns:r="http://schemas.openxmlformats.org/officeDocument/2006/relationships" id="266" r:id="Re96dc58fe3a94c1c"/>
    <p:sldId xmlns:r="http://schemas.openxmlformats.org/officeDocument/2006/relationships" id="267" r:id="R48e9e05e12ea4e96"/>
    <p:sldId xmlns:r="http://schemas.openxmlformats.org/officeDocument/2006/relationships" id="268" r:id="Rf8d2c4f1faaa4bf1"/>
    <p:sldId xmlns:r="http://schemas.openxmlformats.org/officeDocument/2006/relationships" id="269" r:id="Rb06efa0ce2c44eb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8ff3bb6bd14631" /><Relationship Type="http://schemas.openxmlformats.org/officeDocument/2006/relationships/slideMaster" Target="/ppt/slideMasters/slideMaster1.xml" Id="Rcaf2156db5b24bd4" /><Relationship Type="http://schemas.openxmlformats.org/officeDocument/2006/relationships/notesMaster" Target="/ppt/notesMasters/notesMaster1.xml" Id="R7cb941b2627943c6" /><Relationship Type="http://schemas.openxmlformats.org/officeDocument/2006/relationships/presProps" Target="/ppt/presProps.xml" Id="R88a8d2e5436b436e" /><Relationship Type="http://schemas.openxmlformats.org/officeDocument/2006/relationships/tableStyles" Target="/ppt/tableStyles.xml" Id="Re84bd90ed58a48b2" /><Relationship Type="http://schemas.openxmlformats.org/officeDocument/2006/relationships/slide" Target="/ppt/slides/slide1.xml" Id="R6aca05517ffa482a" /><Relationship Type="http://schemas.openxmlformats.org/officeDocument/2006/relationships/slide" Target="/ppt/slides/slide2.xml" Id="R60d36c816e574217" /><Relationship Type="http://schemas.openxmlformats.org/officeDocument/2006/relationships/slide" Target="/ppt/slides/slide3.xml" Id="R8ff8d4d4713548d7" /><Relationship Type="http://schemas.openxmlformats.org/officeDocument/2006/relationships/slide" Target="/ppt/slides/slide4.xml" Id="Rfcfd68e5440f4ed2" /><Relationship Type="http://schemas.openxmlformats.org/officeDocument/2006/relationships/slide" Target="/ppt/slides/slide5.xml" Id="R3b0780efe5d5458f" /><Relationship Type="http://schemas.openxmlformats.org/officeDocument/2006/relationships/slide" Target="/ppt/slides/slide6.xml" Id="R26cd71a454964589" /><Relationship Type="http://schemas.openxmlformats.org/officeDocument/2006/relationships/slide" Target="/ppt/slides/slide7.xml" Id="R9334c1efc8794bd1" /><Relationship Type="http://schemas.openxmlformats.org/officeDocument/2006/relationships/slide" Target="/ppt/slides/slide8.xml" Id="R131c9de75e584b2e" /><Relationship Type="http://schemas.openxmlformats.org/officeDocument/2006/relationships/slide" Target="/ppt/slides/slide9.xml" Id="Ra5e64122e6f14480" /><Relationship Type="http://schemas.openxmlformats.org/officeDocument/2006/relationships/slide" Target="/ppt/slides/slide10.xml" Id="Rb1a80561c8024b8d" /><Relationship Type="http://schemas.openxmlformats.org/officeDocument/2006/relationships/slide" Target="/ppt/slides/slide11.xml" Id="Re96dc58fe3a94c1c" /><Relationship Type="http://schemas.openxmlformats.org/officeDocument/2006/relationships/slide" Target="/ppt/slides/slide12.xml" Id="R48e9e05e12ea4e96" /><Relationship Type="http://schemas.openxmlformats.org/officeDocument/2006/relationships/slide" Target="/ppt/slides/slide13.xml" Id="Rf8d2c4f1faaa4bf1" /><Relationship Type="http://schemas.openxmlformats.org/officeDocument/2006/relationships/slide" Target="/ppt/slides/slide14.xml" Id="Rb06efa0ce2c44e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9b64c9859546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ae422ba0254a78" /><Relationship Type="http://schemas.openxmlformats.org/officeDocument/2006/relationships/notesMaster" Target="/ppt/notesMasters/notesMaster1.xml" Id="R3ee7bfd7a7b642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3aeca8aad4a4b" /><Relationship Type="http://schemas.openxmlformats.org/officeDocument/2006/relationships/notesMaster" Target="/ppt/notesMasters/notesMaster1.xml" Id="Rc3cb5d7ba8c9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c05aa0ccf845e9" /><Relationship Type="http://schemas.openxmlformats.org/officeDocument/2006/relationships/notesMaster" Target="/ppt/notesMasters/notesMaster1.xml" Id="R8f3882bb0e1649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76812b135540e4" /><Relationship Type="http://schemas.openxmlformats.org/officeDocument/2006/relationships/notesMaster" Target="/ppt/notesMasters/notesMaster1.xml" Id="Rd225552fbfd34a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d2b9d65cfc49b3" /><Relationship Type="http://schemas.openxmlformats.org/officeDocument/2006/relationships/notesMaster" Target="/ppt/notesMasters/notesMaster1.xml" Id="R7fbb5e2803a54a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8209c7b3e545f9" /><Relationship Type="http://schemas.openxmlformats.org/officeDocument/2006/relationships/notesMaster" Target="/ppt/notesMasters/notesMaster1.xml" Id="R6e0ec0b5ad6f4d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31a21f81034871" /><Relationship Type="http://schemas.openxmlformats.org/officeDocument/2006/relationships/notesMaster" Target="/ppt/notesMasters/notesMaster1.xml" Id="R52046931899041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903ee798c84fbe" /><Relationship Type="http://schemas.openxmlformats.org/officeDocument/2006/relationships/notesMaster" Target="/ppt/notesMasters/notesMaster1.xml" Id="Rc835b92edd1f44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1fc98a55d44d72" /><Relationship Type="http://schemas.openxmlformats.org/officeDocument/2006/relationships/notesMaster" Target="/ppt/notesMasters/notesMaster1.xml" Id="R17ad8cc3910d4c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598e82874e44b7" /><Relationship Type="http://schemas.openxmlformats.org/officeDocument/2006/relationships/notesMaster" Target="/ppt/notesMasters/notesMaster1.xml" Id="R7063258a15a94f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b9c365c2ea4731" /><Relationship Type="http://schemas.openxmlformats.org/officeDocument/2006/relationships/notesMaster" Target="/ppt/notesMasters/notesMaster1.xml" Id="Ra990b9d64f134a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bda364ba0e42df" /><Relationship Type="http://schemas.openxmlformats.org/officeDocument/2006/relationships/notesMaster" Target="/ppt/notesMasters/notesMaster1.xml" Id="Rd700c680b34747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2348bc3cee45f2" /><Relationship Type="http://schemas.openxmlformats.org/officeDocument/2006/relationships/notesMaster" Target="/ppt/notesMasters/notesMaster1.xml" Id="R0df42eeaa68e4c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60667bbb804104" /><Relationship Type="http://schemas.openxmlformats.org/officeDocument/2006/relationships/notesMaster" Target="/ppt/notesMasters/notesMaster1.xml" Id="R0b7474ab3cbc42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f2f783bb14c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eecacb7b54755" /><Relationship Type="http://schemas.openxmlformats.org/officeDocument/2006/relationships/slideLayout" Target="/ppt/slideLayouts/slideLayout1.xml" Id="R271f7c103d1b4b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1f7c103d1b4b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4a372e77744f2" /><Relationship Type="http://schemas.openxmlformats.org/officeDocument/2006/relationships/notesSlide" Target="/ppt/notesSlides/notesSlide1.xml" Id="R973e8311b7134b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c8289353e4ba9" /><Relationship Type="http://schemas.openxmlformats.org/officeDocument/2006/relationships/notesSlide" Target="/ppt/notesSlides/notesSlide2.xml" Id="Rc8dec8e31e6a40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0c670bbef41aa" /><Relationship Type="http://schemas.openxmlformats.org/officeDocument/2006/relationships/notesSlide" Target="/ppt/notesSlides/notesSlide3.xml" Id="Rc5354de3e54845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8fa70e6af452e" /><Relationship Type="http://schemas.openxmlformats.org/officeDocument/2006/relationships/notesSlide" Target="/ppt/notesSlides/notesSlide4.xml" Id="R7e726842ad6444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942858a61490f" /><Relationship Type="http://schemas.openxmlformats.org/officeDocument/2006/relationships/notesSlide" Target="/ppt/notesSlides/notesSlide5.xml" Id="Rf4b4858de7814d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f44e4f4a84efd" /><Relationship Type="http://schemas.openxmlformats.org/officeDocument/2006/relationships/notesSlide" Target="/ppt/notesSlides/notesSlide6.xml" Id="R88cbe8ea8def42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c3bf96b0e498c" /><Relationship Type="http://schemas.openxmlformats.org/officeDocument/2006/relationships/notesSlide" Target="/ppt/notesSlides/notesSlide7.xml" Id="Re4e683811f014c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02c0637494ed1" /><Relationship Type="http://schemas.openxmlformats.org/officeDocument/2006/relationships/notesSlide" Target="/ppt/notesSlides/notesSlide8.xml" Id="Rbcf3f43f4c9b4a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97e3f937a4b32" /><Relationship Type="http://schemas.openxmlformats.org/officeDocument/2006/relationships/notesSlide" Target="/ppt/notesSlides/notesSlide9.xml" Id="Rd00a49f8908349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31905c1404816" /><Relationship Type="http://schemas.openxmlformats.org/officeDocument/2006/relationships/notesSlide" Target="/ppt/notesSlides/notesSlide10.xml" Id="R8e363971037b48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933e10f2647ce" /><Relationship Type="http://schemas.openxmlformats.org/officeDocument/2006/relationships/notesSlide" Target="/ppt/notesSlides/notesSlide11.xml" Id="R51e8a405e9304b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0bc16f76a42cd" /><Relationship Type="http://schemas.openxmlformats.org/officeDocument/2006/relationships/notesSlide" Target="/ppt/notesSlides/notesSlide12.xml" Id="R89d8602a5ad549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17867be1d453d" /><Relationship Type="http://schemas.openxmlformats.org/officeDocument/2006/relationships/notesSlide" Target="/ppt/notesSlides/notesSlide13.xml" Id="R2ea1bff13a2b47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485e5b2444eee" /><Relationship Type="http://schemas.openxmlformats.org/officeDocument/2006/relationships/notesSlide" Target="/ppt/notesSlides/notesSlide14.xml" Id="Rc093e94a313848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15EF55-4698-4387-A4BB-8E995138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3BAF9-F1D4-4B7C-9CB7-43647FEC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1D7ED-F6E1-47E0-94EF-F59F7BB1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C219B-3236-4687-BC95-9D2715D6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B9C70-A080-4705-A832-CCC49471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499A6-832A-49AD-93FD-858A30D3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9595B-DE53-405E-9F0F-CD36E5E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6F00A-33D9-4DB9-B38B-E36D9948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94E0A-38D8-43A3-B51D-01CC2EF2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A0ACC-449E-4161-9DCF-01C6FAE2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8E80F-4D23-4B85-9DA7-9F63133F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FC4A0-F2C6-4B4F-B130-F0438B3E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9F02F-36A7-4D61-A856-79A1C6C7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4FC59-B7A4-42F9-98FD-83852368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8BBF82F2-7E99-40E1-8B51-E3E84D14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7BADB-ACEB-476A-A254-6DAC7CC5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26D6F-537F-45E2-8719-33DE3AD3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BD4F8-FE41-432E-99BA-D7FEA651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0EC9C-3822-4D6C-A255-E78177CC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49B2F-DAFB-492C-AFE1-C6400998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1220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61C1E-5569-44C7-ADE3-435946D8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688FE-B309-4E3F-9A69-CDD0E9C6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F5117-DD04-447B-9F11-72EF563F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0A6A0-066A-4229-920D-EF20FB92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6F2BA-2671-4710-99DC-6630625C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93BD4-40A9-4238-818A-5EC88B8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90BEB-7431-435E-A8C1-8D1D7C7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0062F-E44B-48C0-8006-EB745117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391B1-E156-49A7-A263-57B53F07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1063D-5D1D-4E0D-B369-BF52C190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994BA-4EB4-4AE7-9B8A-F2D00E51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93B9A-BB02-4B6C-9DB6-443B017F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A6587-330A-4C3D-8AC0-85627CAB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65D6F-0DA5-470B-BD04-96CC6839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FF0D0-666E-47F2-8326-FC29E477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E4D16-3AFA-496D-8AAE-CFE65C6A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A0563-B9D9-41EA-8791-3225D04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293AB-3194-4810-BB75-D27338A3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3C776-7207-40A7-9D28-8C02962D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EC756-2DB1-4B4D-89D9-E6EC3925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C5FDB-D141-49CF-B4E6-95AAB83A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33996-5DEE-46AE-BD1C-E4BFD0DB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92EB6548-1C64-44F2-AD53-71A693CB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8CDAC-A3FA-4C0F-B84A-17471147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3B0FD-95E0-48D3-B941-49940CCA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43906-FC53-4B41-9288-9030C5CD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C74550-929A-41B8-B87B-34D889DF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7E65C7-F9BF-4619-8891-9DCB05EC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77908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E96AE-568A-45C6-B6A1-5789A27C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C4737-CC97-4D78-B3C6-14A4184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4ECA1-1E7B-4FD3-AC26-6CBBA9DA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B7527-B57D-41B2-9FA9-C619431A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B4C95-DD6B-4D6A-AAEE-BF52F01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D814F-1A7C-4434-95CE-5E020A82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10D90-59C1-445A-8299-5E238E95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33F53-21C3-400D-B673-686DA083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3C492-E801-4A65-8C05-5A48DF1E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53759-7ED2-410E-9745-5A633A90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0298C-02DA-4B91-9F8B-8E73FBEB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66CB8-917F-4D40-9FA2-06BCA614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EAC99-A90E-46D0-ABBC-601B8CEA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D8DAE-DBA2-455F-BFD2-476B453B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61E74-2BC5-473D-9FBF-10419ED5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57398-ED36-4E64-8DC8-6FB597EF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BCE04-0C60-436F-9DA4-D89498CC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2A89E-86A6-4960-87B6-DB80890C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E17BB-3D64-435C-A44A-6928786B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36F8D-7918-46EE-88AD-8523D9D1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4F601-02AA-4C75-BCDF-B1AF5D49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7796F-6CD6-41F3-8031-87D665C5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918E3-28BF-4640-A032-F75659D9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97D43-E658-4E8B-80C8-E31CEFD6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F3B6D-C796-44DF-B79B-68C1BE33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FAD45-3588-4FDA-993F-BA42A29E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8B286-48D8-423C-A00F-3E4F051C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9BC319-A736-4DE1-A4B0-0028AE67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E58946-A56E-4ED7-85D8-329AC516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2E4B4A-8CA1-4580-9B7E-732F910E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D6F0AD-C492-4797-A1CF-2B034858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F6BC6A-CBA5-4140-9551-CC60A556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FC6DA6-82A7-4527-ACCF-03BC6A0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4E4D9A-8244-47B1-A42C-E1DEE5D5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1967DDA6-2DF8-4015-B18E-E6E11CE1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3BC48F-613A-4A10-9B06-B81B7D41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748D4F-DF5A-4422-9923-F162FA0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D39A19-4B65-46AF-A3EB-83160546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0BE656-33E2-4783-99FF-E4522FFD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1223FB-D23D-49C9-A693-3016CE24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23473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4B754-9503-4F2C-896A-C90AF4A9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6A4A9-6194-4AD1-B225-670EFB8D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7A8B3-65A6-4CF8-879C-190B294B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0A39A-2418-4E47-A4FF-2616B1DC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701EE-D6B6-403B-992D-ACE89523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A9C82-CDEC-4626-978F-F01CAECF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DC0E5-E24F-4A25-9A03-44C35079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C7536-869F-412A-BDBC-7EC2BFA7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2AF15-2833-46E0-B559-A9B34BCE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C0EFF-433F-46D8-BF6F-2A092D05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4A666-358B-44BC-A75E-17098AB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A1606-BA94-4373-BEFE-C4BBDD2A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46E5A-B6C5-48CB-AAA4-023BCCA4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D70AF-3803-4BE4-AC04-07008A80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3EE0F-6253-43CD-9532-7B770B0D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FE203-82F7-4FA5-B480-FB18432D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7C19B-3091-45E2-AB4C-49B3CD40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E7282-CEA7-4F85-8592-CAD2CFCE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90701-EE45-48C2-8AE1-6C853D9F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E91A9-C4DF-4797-B022-0295BFFB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E1F7C-2327-4339-A059-2B6C1E4A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48F40-6373-45A0-BA48-8A2F07C3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A5759-E86E-4AE1-AF81-A9D1CE71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CC3AA-F54B-415C-B220-74F99F2A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6512C-B265-4829-82B8-D47B3BAD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C1F63-FF9A-4749-B3C6-36746B8D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23C32-5452-4CC8-92B8-B6F11ADB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326DABE8-9E2C-4723-AFD6-F5FD1829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EDE69-4AA0-455C-ACA0-5D7B3ADE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98C3DB-8B3B-4E0E-8486-C3F8DB40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0B66B8-4432-409D-9FDE-C68715A1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0F8522-2F70-478D-8888-9713F6A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C50306-2EF3-4A67-9140-B31E7137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67428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197B9C-195C-40E7-8BB3-4BE01716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07069-D128-4E21-9578-977BA4F6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816EB-AE71-4C40-8EFA-067C1113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C8FAC-AE97-4B40-8A19-87949900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0DEE6-5C8D-45CF-8E87-8922C818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808B3-2524-459A-B2A5-986639EE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9A87E-386D-4C02-83A2-154393B2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99F54-8330-4E80-9853-F237C8CD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1280C-4E80-4C39-B3D6-18E1990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A8523-8AFA-4E43-89F4-4BC25D9D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A3577-3A70-41E8-B9F9-B687B8AD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56590-B801-48F5-BEFD-093DD592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8697C-AE9C-4469-974D-8A8A5301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2D6DB-DC51-4442-BDD9-36492C59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3DD6A-0545-4DAE-A768-76041A50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B0A45-5D2B-4F19-9EDB-5330CC90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A7FB8-58F0-4A28-B6D3-304AE480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D706F-72F2-4B69-B03F-8430180E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C6B30-EDFB-44E6-A043-ADACDF0B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64133-77B9-4DEE-A1BA-306609D2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D2C25-2A64-4B8E-84F3-B6F5766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26772-9B1F-4472-853B-4CCDB648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AF419-A820-4FF1-B1EF-8977085C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9DB7F9-51E8-48F6-91F7-E52A69F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BD9B9-77A6-4589-A6AB-1865A72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67A75-C373-4C93-929A-D39F8CD3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C5BFC6-0F38-4F49-974E-66E132F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720CC-7321-4BEE-B9E0-54C3E9B1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CD8533-7896-46C6-9CA9-D0CE7436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F75C68-D929-4398-B66D-D01C2078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BFCFB-190B-4E3C-BEEA-B6507B85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21492A-5BE5-4A98-85B2-99BBC9F9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02AE56-8144-48DC-B8C9-D9611E0B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CD9E42-ED45-4FF4-804E-24343A6E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5C735-91E2-4F0A-A747-D634784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8DAD23-C206-4011-85DA-F031881D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F0DDAC-F789-420E-A9AA-8C6BCAC4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CBB69E1A-17C9-4D80-8123-CEEF682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79DEDE-51D1-4A23-B2D0-01AFB09E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2EFEF7-452B-4201-B483-6F30B534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6570C8-1A4E-4142-BC3A-5E20463A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61A193-526E-4AE4-96B3-2AA5089F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916271-269D-450E-A497-0BC74638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99956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F6A08-E8B2-4B81-A670-0FCF33A7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19596-8F52-4202-A71B-AD40A3CA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434AB-7954-45E3-B000-C6D9AD1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22E6D-FBA2-472F-B92D-137FDD87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E26E5-96E1-4A35-86F1-D4972B7B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276D0-37D0-4679-B379-04648901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DECA6-1555-43C6-8132-99CC665C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1D444-7DC6-4B5C-A014-8C9E6832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319B2-08D7-4962-B72F-3C826AD6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E57BD-8E89-45B7-A190-758DC02C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7DF6B-5A8C-4C21-BE9B-E31E367D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EAC17-F607-4E6D-A091-89B38A19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141BA-AF7E-4A73-BFE7-6FBB0176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938DD-CB26-4F07-86A4-5E4FC934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6D139-5AF5-4B33-A20D-49C2856E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DC824-853D-4ED1-B0D3-1EB55C01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00765-055D-42A5-AE44-A071D6C4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45A83-F790-48DF-A339-50B346BE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10AE0-FA74-4690-804D-C3E0C098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CD43C-AF67-4B06-96DE-DB7E30C9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B6EDA-8B01-41F1-9B83-6AB59A40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F9725-6C6A-45C9-B920-5F23040A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93A24-D742-425C-A4ED-6CF6EB2F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55F71-F31B-42BE-9F93-F473204F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61FA9-31E7-47D8-BBB6-95947769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CF6C8-2E61-4F00-BA53-FDB8D02B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491A2E4F-EC1D-4D8F-85BC-3F7E52EA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F1427-38A9-462F-991A-003B779C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C5809-1C08-48A9-8D2C-B4D46CE9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07FEF-C4C8-46AC-8578-15A6397E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A145F-E7A8-411A-B716-0862F053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2CA1E-EBC2-4CFF-A5A3-C8953064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18849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7BD4D-62EA-40C2-A64F-6DCDEBF2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B5BA5-2D43-415D-90FC-190A0D1B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35939-14A0-4F67-B37D-7AC3C121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BDAE5-FEA0-4FA2-B708-C54ACC55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BA299-D583-44A7-8714-8BF45ED8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02F59-EF6D-41A7-9E22-66868A61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82F27-EE81-4BC1-909A-7911B6F8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5F988-6921-492B-AA87-4FE01ECB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90C95-0B88-4400-B67F-568D761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ED279-2D4A-4BDC-B40A-03964553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1F05A-F025-4AAA-987A-9D5E3323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D12B6-5C9E-49F0-93ED-51F16D4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899C0-706E-43FF-A5E8-5FD1EB79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D835B-D2CB-4C42-AEA4-6C6B5E23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EA0CC-AD34-4F9E-AC88-5DCDDBD3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31EA5-83D5-4E65-8778-D450AD3B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5A391-51C7-4943-9B89-C8901393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5C07A-DCDF-4126-9778-B3B4713C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1AD19-6C84-490F-AE58-F7150A0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1C718-16FB-4250-BB0F-713B6041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443DC-4DF3-47F2-B2D9-8C8EDB9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7272B-EED8-459D-92AA-A49ECA38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8DFB4-454D-4F79-B30F-BCBED5EC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924A4-22C3-4059-B1A8-AA60D46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7EF67-991C-46EB-AEEC-ED2EDBB4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F0C722-C950-4D8D-BD2C-913CA0DA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75A52B-51E7-4095-9DE8-8C21C0AD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1419A3-DCB3-4E42-A529-E6CB1C3C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89C1B5-EA77-45F6-B270-DECF416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F524F0CD-FAEE-4F1C-B7F1-3FFF96FA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D656F-B6C4-492A-B8AE-340E608C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EE902A-B6F0-42AD-B4B4-240AF987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45980E-DEB4-42DB-9E96-9CA4D490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878D99-724F-4648-A533-4F0E0792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D5B72A-F435-4FD2-9366-51BDB0CE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38115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7FD394-7EAC-48DF-B490-E0FB8833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91BEA-47D1-4D89-95F7-0E5963B4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9B6C1-CCD6-4152-B8EF-0E434846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D142D-7F66-4E0A-A54F-987E0C6C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E045A-348C-4875-951C-18187568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8B03B-C9E4-4892-A283-193D98DD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BE683-AE71-4B58-97F7-A30A7DE4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74369-2378-490D-AD0F-8F66936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4F3F4-F886-4860-B19A-A78D4C79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12AA5-633C-4776-8543-9110FC9A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C30E6-5E98-4AB6-812D-1824E741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C50FD-1196-4649-8EEC-629A145F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A061A-1259-4503-ADB1-ADB60066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C6BCD-1039-47E7-A663-075037BD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A12BD-DD17-49BC-BD79-FCEB7BA7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92726-9599-4A22-B953-02933234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A4743-DB87-4829-ADA9-5C89A2B5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D7CE6-9189-42EA-AFFF-297498F9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30F6C-28BA-4927-8E19-A12405F1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8E826-04AB-4679-8143-20799C74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9B15A-1EED-457E-A4EB-917960B8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257D6-DFCB-4542-85A7-7F22F413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8892E-3696-441B-95B6-3949EB00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B808C-6E82-4411-B64C-312EB450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C5D6D-43E8-440B-88A2-FE3B1308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A4D6C0F7-6735-4EA3-B48D-83F9276B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61CB0-ACEC-46B1-8E3A-8EE84D74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A79D69-4392-4AD7-9A6A-9B2555F9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54392E-F096-4739-BFC2-0E7C014D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FC372-64F8-4CCA-A76E-9C76551D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6FCE5-2CC5-489E-B4BF-1A5F2C2D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67024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44580-B7DB-4A8C-8FFD-FAA16CBE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34A1D-BD8D-4833-A3E4-66A51A7C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5F277-3416-46CC-92C0-B3C507E2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32E66-E290-4973-9444-CF9B1EDA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D870B-4173-4965-94A7-CCD2FF2F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1DCBB-2829-44D6-955B-264D294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2E370-0549-4B61-9140-CB6EB336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53B28-51C0-4B77-A564-459239EF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54073-F054-4863-999B-48768030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BF76F-7E96-48A0-82E5-F03D9D2E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AB9E9-39CB-41FC-A227-37AD2853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AB35C-80DC-4E1C-B84B-2C0A766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23743-6749-470D-BA4B-BA069A7D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1FB4A-D0F5-442D-B443-46ED3C6A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196BD-A493-4CFA-AFA7-A3ADD3BA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2885F-292F-4FC1-926F-9E2453AA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4AB8A-2517-4421-82AE-F79915F8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ECA29-5C0A-4E37-9E1E-8D500201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018EB-FAD7-4C33-978F-A11A6A70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5D69E-3816-42A8-8A80-60DBC98A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DEFAA-B799-4E81-A15C-56BF7E79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12B14-E115-4925-A075-6C13C8D7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119AD-D04D-4CEC-B051-E46EC207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3FFA1-CC37-4341-8A9B-EE929DA8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52F40-AA90-49C4-AB63-99134844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D6DF8-2963-4D75-8FEC-A020076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D2E99-F570-4AF5-97C4-9DEDAC86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A9DA32-7E3E-4705-9945-E393C9F0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6621A0-1BEF-43BA-B123-59AC8987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92AF9E-1F8C-402B-AE8C-6CDAA7DE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26447A-20CF-49FA-B656-152573BC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A802AD-A5FF-46D7-8E5B-B6E90705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BACD83-B975-4CDF-80CC-6A3208E8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2054DE-C827-4A10-84DE-E965212B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543A4F-CA12-4E68-9DE9-D369E9E5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74490A1A-01D2-41BA-8536-AC73D050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DAAED3-0D6A-402F-9A57-63939B8D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126F58-0240-4DFA-8ECD-08972111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E0CB2-0BEA-4BC5-967E-0F697ADF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E640C6-BF2F-42DA-8CC2-8EFBC950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4D48DE-425C-494F-BE3C-58E1E7FF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82520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9CBA9-EE7E-44AC-803C-2515B287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450C0-4499-4773-8454-8C320C34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CAE00-38B5-4EAB-959C-85474B6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88FBB-9C3F-4818-8352-2CA3F16D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C91D8-E373-42E3-B14F-FDE22492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A7278-A60A-48F1-A518-A4052EE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07B25-F8FD-4540-AB23-BDE3CCEE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52B6B-50B7-4B00-99AD-0E62FC38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E1F33-F056-4957-9C48-2A3A0071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65167-481C-4C63-B1C8-3D749C8F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9E020-0453-451B-907E-71C5DDF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93E31-2081-4D32-97FA-49D44DCC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2CD8E-42C7-4A75-BFB1-EA5BD826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7C2E3-FD2D-4FA1-9FC9-417656D1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CC638-1AB6-44DA-A3E8-605AB692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D815C-7D1A-4907-B1A0-E6D26F7A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3193F-3AA8-413F-A06C-6FB005A3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791BF-7CFD-42C2-9734-D9EBDAA0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31F0C-676F-40AC-8D4F-356648E1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BAE4B-ACD7-4228-A674-0629A973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CA6A3-5675-4302-9404-1F20F72E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B5F8E-25CE-4D31-A954-3013A126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01BC8-CFF2-476F-AB06-7C48E80D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54E47-71B3-4F34-BF3D-3A969AB3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3D8AC-EE0F-4EB0-9107-EFC11025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07748-E4B3-41A1-AF83-284D5AC4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09541-8B91-458F-919D-F6C4EC63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D83EF17E-AEBF-4874-9E5B-FEFE15D2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66C73C-2007-4827-90C2-7A634E55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B909E2-63C1-43AD-A645-F5B38BAC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26052-0DF9-4515-98EF-ADF4E622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C8D4EF-E46E-41E1-9FA8-5A9E6EF8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FD5A28-D9C1-469D-ABB5-EACEB4A7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32036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2E7E30-5C41-46E1-A201-4947A534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D136D-FD5F-45D6-8770-B8DE30B5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E6BF2-52BE-4B2F-955E-9201D02A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6554F-7370-4875-9ED7-1C6073FF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3CE89-A580-4FE5-95B1-D266E9BD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A9483-2B3D-4E35-85AF-B002F895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788FB-D586-4D79-AF3F-8178435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09458-0C67-48A6-922A-0B3E416D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AECBA-C26D-45D3-B899-F3B7B7BE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986BC-6B35-4B98-9A6C-1CAA1246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BE999-E59C-46FE-85D5-33F16DBD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FE855-F0B3-4E5C-9ADF-07684CA7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73271-D302-41C4-A968-5D71DD07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340DA-60CC-4029-BBDC-FD5CE169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DF496-BC73-4D3F-A84E-BA0360B1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1E967-4F66-476C-8DCF-2C89785C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39571-E9EC-4E99-8EA6-7D85EA4B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BC1A02F4-F883-415C-B873-F0DEAE5C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A62AF-C779-41F2-81D2-1AEEA53A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7AB3D-3ED1-4BB0-ABC7-CC21F5D5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5ADC6-F277-499D-B15F-D7F9B59A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F438C-56D3-41FA-AF5B-F1B9F06A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7C736-C0AF-45D8-A180-72CDEC91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64489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497E8-45A5-4CA1-AA27-5E950B73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40C9A-1112-49A3-BF1A-2852C002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64B7C-0CD1-4287-900F-105C259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5C06D-5008-4C10-A7B0-91A82FBA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3075E-F382-42E2-8BD9-3CA9BDC8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2E575-2ED6-48C3-8480-496A1293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C54D5-2088-4778-9E56-65775EC6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851FA-A4D1-43EE-AC0F-1DBEA9DD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B547D-7611-4CB4-9FBD-13DC4E52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80E71-59C2-47B6-98B7-91BD505C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BE498-5E70-453B-A9BB-4F6B848B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62C73-C7A1-40DA-B284-297275BE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60BB4-8292-4607-9F83-CF98B52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E5629-465B-4E14-8C70-47354515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0B816-314D-42E2-8AE2-19F8ACD9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C35B3-B25D-4AF3-890A-6AE3F67F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49E5A-5397-4C11-9FBB-6ED9EB2B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B712-877A-4B7B-8B0B-F3098A23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58A21-65CC-4924-9156-357D35A3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BFFE0-F9D3-4E85-B6B4-9774551C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47BC8-3ADE-49E0-ABBF-C758B368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CCC6F-B642-4BDB-A941-B9465C96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C2B1D-CAF0-48FA-85D4-50E3A1B5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FAEA4D15-E9F2-44D2-B966-06448E16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9CA44-FE04-4B4F-96D7-69E3C654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00AC3F-9E33-46D6-8873-C322382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F80AB-484C-4482-B17B-758906AC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9A8679-1417-4208-ACCE-9193F9BA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0A5A41-57CD-420A-BA17-0439920D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300317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7E0AAD-0386-4995-9B91-05C68716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F55A2-B3E5-44D2-A59D-D357254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FAF93-BCB9-45A7-A672-C0960422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369BF-1953-4BD5-81D5-0FDB6771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A6913-F89F-4192-BECC-C5C4775F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C54C9-4847-4337-A673-AE8E7A96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60BCE-15B1-4AD9-B8CE-FD57BFE2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604C0-1D9A-414C-8CC6-C4F97FD4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E1B36-0806-4A6A-9748-B6320EC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19220-0931-4949-86CC-D1882550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85D49-E400-4AE7-9912-986DF96A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A6202-7AFE-46E8-89AD-9462223C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F792C-E6F7-4081-8417-D8149376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352EB-B05A-45EC-B2C4-0641B971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DF377-0A0F-44D0-8C95-AB40B21C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B997A-6057-44CA-81EC-04936A0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922F7-AB5A-4C61-BC43-892C8F5F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F8624-A41E-46CA-901C-763EFD49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7EA59-14DB-4FBB-8DBC-B34CD418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75DDF-9EE9-4F61-996F-505723EC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07411-3F48-4C38-9A8F-991C0E10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88CDC-02B0-4ABE-A703-A9E47756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45073-52F1-4666-9FAD-2A7884CF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21C34-03E5-4EB4-A9D9-4981BA81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865A8-CE73-4E5B-9E42-E442CD3D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92F32-B5DC-47EC-B5A5-501B5C33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0D1BA-944B-405E-B9C4-1F50AA9D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84CE1F-9255-49AE-8E05-D842F2E1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EBE73-CF70-46AC-ADF3-9AEC386A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4651A315-E008-4FF2-9B39-13AC219A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F2C901-B32B-41B3-99E8-12EA35F0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228051-776A-452B-AE6F-41680DF0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7F4DBF-2077-4196-9495-8A216A77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8741D3-2858-4565-82BF-A8CA8AF1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08D356-C9F2-4383-ADAC-536BD1FA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044224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F315D-7D4C-4EA9-8091-89EE64B6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31AB6-763C-44C3-85CC-E57C61DD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E4A92-1F94-471F-A3A6-4A978ED8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79029-B941-45AF-A3B2-9D3D50D3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5D2B9-9CE5-48A6-9169-0228B36E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7FBAC-3E71-4499-8B83-16E25709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DE69D-C94E-46B4-B0F5-28EEA468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7F4F2-E4BF-4063-82A2-42AB82D4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F15D4-B2F0-4DE8-A6D8-2B681CF2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01D0F-2F61-4731-B5BC-B7B167E9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3ADE5-D07C-4F86-8FD8-FC96F6BA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8CA43-4BF3-44DA-B352-287D4F69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F5644-3E3E-4F05-B61C-D8E82A50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B9F88-16BD-4F2B-B22B-E496084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F55C5-9260-46DC-9A2A-85AD68E1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4241C-8A6C-4CBD-BC86-87CFB258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E69B5-C41E-477F-B156-29144C5C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0A42C-6C49-4D1D-B7EB-F8644210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75A10-B5EA-4EAC-8602-CBAE0ECE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68AFF-8633-48BA-B609-E8CD4DC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96767-D6A9-4F40-A743-71EB9C84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FD378-2431-4AFC-AFAB-CEA0D080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57AF2-DF8F-4346-A67D-CA1806F2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ED010CB6-3377-4A2A-AB85-20C5A2F7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AAC99E-D839-4AD5-A91E-6D19EBFD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4A3F31-4518-4A99-B392-53B4650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D958A-9444-4B66-9552-708EED23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065F2-0FE4-40C1-8FAF-554BFAA6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AFFA64-364A-4609-9CAA-0C152FBF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85662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2026-06-15T08:58:15.2110000Z</dcterms:created>
  <dcterms:modified xsi:type="dcterms:W3CDTF">2026-06-15T08:58:15.2110000Z</dcterms:modified>
</coreProperties>
</file>