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ab3f3a3caa4a47" /><Relationship Type="http://schemas.openxmlformats.org/officeDocument/2006/relationships/extended-properties" Target="/docProps/app.xml" Id="R5ef3ae07c45d4b0b" /><Relationship Type="http://schemas.openxmlformats.org/officeDocument/2006/relationships/officeDocument" Target="/ppt/presentation.xml" Id="Rca444f103c1f4a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a1cfba69df4815"/>
  </p:sldMasterIdLst>
  <p:notesMasterIdLst>
    <p:notesMasterId xmlns:r="http://schemas.openxmlformats.org/officeDocument/2006/relationships" r:id="R2996835ad9d049f5"/>
  </p:notesMasterIdLst>
  <p:sldIdLst>
    <p:sldId xmlns:r="http://schemas.openxmlformats.org/officeDocument/2006/relationships" id="256" r:id="R59fe9cb65b6d402c"/>
    <p:sldId xmlns:r="http://schemas.openxmlformats.org/officeDocument/2006/relationships" id="257" r:id="Rb1eb3e20310b4cd6"/>
    <p:sldId xmlns:r="http://schemas.openxmlformats.org/officeDocument/2006/relationships" id="258" r:id="Rf4e5df23107a4bcf"/>
    <p:sldId xmlns:r="http://schemas.openxmlformats.org/officeDocument/2006/relationships" id="259" r:id="Rc761a878fb8b4968"/>
    <p:sldId xmlns:r="http://schemas.openxmlformats.org/officeDocument/2006/relationships" id="260" r:id="R00747e67177142e0"/>
    <p:sldId xmlns:r="http://schemas.openxmlformats.org/officeDocument/2006/relationships" id="261" r:id="R3272c0fff37549a7"/>
    <p:sldId xmlns:r="http://schemas.openxmlformats.org/officeDocument/2006/relationships" id="262" r:id="Rb8f3069c209a4689"/>
    <p:sldId xmlns:r="http://schemas.openxmlformats.org/officeDocument/2006/relationships" id="263" r:id="R7cbf1877b35a480b"/>
    <p:sldId xmlns:r="http://schemas.openxmlformats.org/officeDocument/2006/relationships" id="264" r:id="R51542a08360544fc"/>
    <p:sldId xmlns:r="http://schemas.openxmlformats.org/officeDocument/2006/relationships" id="265" r:id="R020ed2dbe08e4fa5"/>
    <p:sldId xmlns:r="http://schemas.openxmlformats.org/officeDocument/2006/relationships" id="266" r:id="Rbe6df780bfed449a"/>
    <p:sldId xmlns:r="http://schemas.openxmlformats.org/officeDocument/2006/relationships" id="267" r:id="R10bdc6b3b6294340"/>
    <p:sldId xmlns:r="http://schemas.openxmlformats.org/officeDocument/2006/relationships" id="268" r:id="R2ab8f3e673ef47bc"/>
    <p:sldId xmlns:r="http://schemas.openxmlformats.org/officeDocument/2006/relationships" id="269" r:id="R547677b76b894fd7"/>
    <p:sldId xmlns:r="http://schemas.openxmlformats.org/officeDocument/2006/relationships" id="270" r:id="R54c8deff15ca43c1"/>
    <p:sldId xmlns:r="http://schemas.openxmlformats.org/officeDocument/2006/relationships" id="271" r:id="Rf26be71797f14b4e"/>
    <p:sldId xmlns:r="http://schemas.openxmlformats.org/officeDocument/2006/relationships" id="272" r:id="Rf80b499d5fad41c6"/>
    <p:sldId xmlns:r="http://schemas.openxmlformats.org/officeDocument/2006/relationships" id="273" r:id="Rbc55f329151a4b4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0a10e40f1949f6" /><Relationship Type="http://schemas.openxmlformats.org/officeDocument/2006/relationships/slideMaster" Target="/ppt/slideMasters/slideMaster1.xml" Id="Rf8a1cfba69df4815" /><Relationship Type="http://schemas.openxmlformats.org/officeDocument/2006/relationships/notesMaster" Target="/ppt/notesMasters/notesMaster1.xml" Id="R2996835ad9d049f5" /><Relationship Type="http://schemas.openxmlformats.org/officeDocument/2006/relationships/presProps" Target="/ppt/presProps.xml" Id="R2408fdedc88641e5" /><Relationship Type="http://schemas.openxmlformats.org/officeDocument/2006/relationships/tableStyles" Target="/ppt/tableStyles.xml" Id="R5e07d5dd0b494a8d" /><Relationship Type="http://schemas.openxmlformats.org/officeDocument/2006/relationships/slide" Target="/ppt/slides/slide1.xml" Id="R59fe9cb65b6d402c" /><Relationship Type="http://schemas.openxmlformats.org/officeDocument/2006/relationships/slide" Target="/ppt/slides/slide2.xml" Id="Rb1eb3e20310b4cd6" /><Relationship Type="http://schemas.openxmlformats.org/officeDocument/2006/relationships/slide" Target="/ppt/slides/slide3.xml" Id="Rf4e5df23107a4bcf" /><Relationship Type="http://schemas.openxmlformats.org/officeDocument/2006/relationships/slide" Target="/ppt/slides/slide4.xml" Id="Rc761a878fb8b4968" /><Relationship Type="http://schemas.openxmlformats.org/officeDocument/2006/relationships/slide" Target="/ppt/slides/slide5.xml" Id="R00747e67177142e0" /><Relationship Type="http://schemas.openxmlformats.org/officeDocument/2006/relationships/slide" Target="/ppt/slides/slide6.xml" Id="R3272c0fff37549a7" /><Relationship Type="http://schemas.openxmlformats.org/officeDocument/2006/relationships/slide" Target="/ppt/slides/slide7.xml" Id="Rb8f3069c209a4689" /><Relationship Type="http://schemas.openxmlformats.org/officeDocument/2006/relationships/slide" Target="/ppt/slides/slide8.xml" Id="R7cbf1877b35a480b" /><Relationship Type="http://schemas.openxmlformats.org/officeDocument/2006/relationships/slide" Target="/ppt/slides/slide9.xml" Id="R51542a08360544fc" /><Relationship Type="http://schemas.openxmlformats.org/officeDocument/2006/relationships/slide" Target="/ppt/slides/slide10.xml" Id="R020ed2dbe08e4fa5" /><Relationship Type="http://schemas.openxmlformats.org/officeDocument/2006/relationships/slide" Target="/ppt/slides/slide11.xml" Id="Rbe6df780bfed449a" /><Relationship Type="http://schemas.openxmlformats.org/officeDocument/2006/relationships/slide" Target="/ppt/slides/slide12.xml" Id="R10bdc6b3b6294340" /><Relationship Type="http://schemas.openxmlformats.org/officeDocument/2006/relationships/slide" Target="/ppt/slides/slide13.xml" Id="R2ab8f3e673ef47bc" /><Relationship Type="http://schemas.openxmlformats.org/officeDocument/2006/relationships/slide" Target="/ppt/slides/slide14.xml" Id="R547677b76b894fd7" /><Relationship Type="http://schemas.openxmlformats.org/officeDocument/2006/relationships/slide" Target="/ppt/slides/slide15.xml" Id="R54c8deff15ca43c1" /><Relationship Type="http://schemas.openxmlformats.org/officeDocument/2006/relationships/slide" Target="/ppt/slides/slide16.xml" Id="Rf26be71797f14b4e" /><Relationship Type="http://schemas.openxmlformats.org/officeDocument/2006/relationships/slide" Target="/ppt/slides/slide17.xml" Id="Rf80b499d5fad41c6" /><Relationship Type="http://schemas.openxmlformats.org/officeDocument/2006/relationships/slide" Target="/ppt/slides/slide18.xml" Id="Rbc55f329151a4b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d061afe5ba4f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a3d5587e2b47b1" /><Relationship Type="http://schemas.openxmlformats.org/officeDocument/2006/relationships/notesMaster" Target="/ppt/notesMasters/notesMaster1.xml" Id="R28649dbc11964e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2a47637eb34663" /><Relationship Type="http://schemas.openxmlformats.org/officeDocument/2006/relationships/notesMaster" Target="/ppt/notesMasters/notesMaster1.xml" Id="R906e9f9c857b40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22ed8d12c543ff" /><Relationship Type="http://schemas.openxmlformats.org/officeDocument/2006/relationships/notesMaster" Target="/ppt/notesMasters/notesMaster1.xml" Id="R78ddf686649746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cbd5d6784f4c77" /><Relationship Type="http://schemas.openxmlformats.org/officeDocument/2006/relationships/notesMaster" Target="/ppt/notesMasters/notesMaster1.xml" Id="Rc16e9cd8549247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22e2da6fd544b9" /><Relationship Type="http://schemas.openxmlformats.org/officeDocument/2006/relationships/notesMaster" Target="/ppt/notesMasters/notesMaster1.xml" Id="R621f0867c23845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faf6e169f74634" /><Relationship Type="http://schemas.openxmlformats.org/officeDocument/2006/relationships/notesMaster" Target="/ppt/notesMasters/notesMaster1.xml" Id="Rf464f951aa7f4f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e4c8d76c954ee9" /><Relationship Type="http://schemas.openxmlformats.org/officeDocument/2006/relationships/notesMaster" Target="/ppt/notesMasters/notesMaster1.xml" Id="R551098c424b54a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12e5e672cc47c0" /><Relationship Type="http://schemas.openxmlformats.org/officeDocument/2006/relationships/notesMaster" Target="/ppt/notesMasters/notesMaster1.xml" Id="R60e59f3b048a4f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ef5c0195f24ba6" /><Relationship Type="http://schemas.openxmlformats.org/officeDocument/2006/relationships/notesMaster" Target="/ppt/notesMasters/notesMaster1.xml" Id="R5d7b12d22fd348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86ef6f4b0549f8" /><Relationship Type="http://schemas.openxmlformats.org/officeDocument/2006/relationships/notesMaster" Target="/ppt/notesMasters/notesMaster1.xml" Id="R1544dad98afb41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2d2bf89bc3454d" /><Relationship Type="http://schemas.openxmlformats.org/officeDocument/2006/relationships/notesMaster" Target="/ppt/notesMasters/notesMaster1.xml" Id="R22ab706634fe49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348fbb3b684fd4" /><Relationship Type="http://schemas.openxmlformats.org/officeDocument/2006/relationships/notesMaster" Target="/ppt/notesMasters/notesMaster1.xml" Id="Rc1b9cd2e39d446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973830a163494d" /><Relationship Type="http://schemas.openxmlformats.org/officeDocument/2006/relationships/notesMaster" Target="/ppt/notesMasters/notesMaster1.xml" Id="Rdbbd312582654e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0da73546604ee0" /><Relationship Type="http://schemas.openxmlformats.org/officeDocument/2006/relationships/notesMaster" Target="/ppt/notesMasters/notesMaster1.xml" Id="Red31fb5a289f43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8f4489453e4d2c" /><Relationship Type="http://schemas.openxmlformats.org/officeDocument/2006/relationships/notesMaster" Target="/ppt/notesMasters/notesMaster1.xml" Id="Rebdd1f9db42146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a503af72db4cfd" /><Relationship Type="http://schemas.openxmlformats.org/officeDocument/2006/relationships/notesMaster" Target="/ppt/notesMasters/notesMaster1.xml" Id="Rfde890f4a44d45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6f3fdc82a442da" /><Relationship Type="http://schemas.openxmlformats.org/officeDocument/2006/relationships/notesMaster" Target="/ppt/notesMasters/notesMaster1.xml" Id="R45cfb9f737a546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e7a7c1764d4f7d" /><Relationship Type="http://schemas.openxmlformats.org/officeDocument/2006/relationships/notesMaster" Target="/ppt/notesMasters/notesMaster1.xml" Id="Rad6d89ad013b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d8b8dace34d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34b447650144af" /><Relationship Type="http://schemas.openxmlformats.org/officeDocument/2006/relationships/slideLayout" Target="/ppt/slideLayouts/slideLayout1.xml" Id="Ra1eb879623564b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eb879623564b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505aa462c4ba9" /><Relationship Type="http://schemas.openxmlformats.org/officeDocument/2006/relationships/notesSlide" Target="/ppt/notesSlides/notesSlide1.xml" Id="Ree341c0ed5454c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9e8c2ed5c499d" /><Relationship Type="http://schemas.openxmlformats.org/officeDocument/2006/relationships/notesSlide" Target="/ppt/notesSlides/notesSlide2.xml" Id="R27f27e83eede4c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c8376d18a44b0" /><Relationship Type="http://schemas.openxmlformats.org/officeDocument/2006/relationships/notesSlide" Target="/ppt/notesSlides/notesSlide3.xml" Id="R9303c5718ed342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8a73bde8f43f3" /><Relationship Type="http://schemas.openxmlformats.org/officeDocument/2006/relationships/notesSlide" Target="/ppt/notesSlides/notesSlide4.xml" Id="R1b36f685005a4c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55af61e9f46b6" /><Relationship Type="http://schemas.openxmlformats.org/officeDocument/2006/relationships/notesSlide" Target="/ppt/notesSlides/notesSlide5.xml" Id="Re822dff2eaaf40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3fbba469642c3" /><Relationship Type="http://schemas.openxmlformats.org/officeDocument/2006/relationships/notesSlide" Target="/ppt/notesSlides/notesSlide6.xml" Id="R09f8db64cb8e4e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06ce3058841f9" /><Relationship Type="http://schemas.openxmlformats.org/officeDocument/2006/relationships/notesSlide" Target="/ppt/notesSlides/notesSlide7.xml" Id="R75b2f42f3ccc42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224443e4d4490" /><Relationship Type="http://schemas.openxmlformats.org/officeDocument/2006/relationships/notesSlide" Target="/ppt/notesSlides/notesSlide8.xml" Id="R50472a1fe96c4b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1d7fa3d134991" /><Relationship Type="http://schemas.openxmlformats.org/officeDocument/2006/relationships/notesSlide" Target="/ppt/notesSlides/notesSlide9.xml" Id="R062c9090ebbc41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a8ac0a2ee441b" /><Relationship Type="http://schemas.openxmlformats.org/officeDocument/2006/relationships/notesSlide" Target="/ppt/notesSlides/notesSlide10.xml" Id="R309037210ba141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ff2d38db145b2" /><Relationship Type="http://schemas.openxmlformats.org/officeDocument/2006/relationships/notesSlide" Target="/ppt/notesSlides/notesSlide11.xml" Id="Rffcfd7ecd7d649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d7ea008384087" /><Relationship Type="http://schemas.openxmlformats.org/officeDocument/2006/relationships/notesSlide" Target="/ppt/notesSlides/notesSlide12.xml" Id="R3f93ba951bb543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df644924045bd" /><Relationship Type="http://schemas.openxmlformats.org/officeDocument/2006/relationships/notesSlide" Target="/ppt/notesSlides/notesSlide13.xml" Id="Rc8e5db643c7a44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a97654fad42e0" /><Relationship Type="http://schemas.openxmlformats.org/officeDocument/2006/relationships/notesSlide" Target="/ppt/notesSlides/notesSlide14.xml" Id="R93c8bd0d57f247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2b36217bc478a" /><Relationship Type="http://schemas.openxmlformats.org/officeDocument/2006/relationships/notesSlide" Target="/ppt/notesSlides/notesSlide15.xml" Id="Reb4360e238a045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29bcd53ab4a7a" /><Relationship Type="http://schemas.openxmlformats.org/officeDocument/2006/relationships/notesSlide" Target="/ppt/notesSlides/notesSlide16.xml" Id="R47144876458340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5e9f1d461463e" /><Relationship Type="http://schemas.openxmlformats.org/officeDocument/2006/relationships/notesSlide" Target="/ppt/notesSlides/notesSlide17.xml" Id="R7643ed28894040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6c79037aa4075" /><Relationship Type="http://schemas.openxmlformats.org/officeDocument/2006/relationships/notesSlide" Target="/ppt/notesSlides/notesSlide18.xml" Id="R336de97b32d847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648E7F-8314-460A-94D3-F613CD08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FEC7D-2C17-400F-A585-2672373C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540CA-514F-4F58-BDF0-2130D846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2FC97-11C6-45EB-B557-EF1BAD30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9201E-AFDE-40D3-BFE1-3D8C6700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A5C50-3A53-416E-9593-6B96275D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19FF8-1754-40B5-9716-A8D775D9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6AE90-530D-425D-B044-ABF742C8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F291D-1026-46E6-AC83-3DECA934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AE782-7FF3-4400-BAA3-1ABF0E3C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DAD10-45FA-46C8-BE00-F227D07F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E9AEC-793B-49FF-905C-DFB5734F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4DAA9-F1D4-47BF-BA38-BACB7B71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48BBA-57AA-41FB-8CB1-C23338FB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A769A84A-83D9-42DC-8D62-B0AFD12F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D849A-8155-4C34-ACB6-2E141044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D5CB0-8E3C-4C6C-A0AD-A0833D6D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199A7-EEFD-420E-B9B1-67B966B8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BAF1B-F0D8-4587-9DE1-65322CD6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B03AE-0173-4F80-BC00-0F11243F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33187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C10BC0-7A5A-44F2-8897-0EB9C86F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1E7EA-E41E-495B-821E-CBDDFB36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1006B-9AFC-420F-B305-1FFD2F21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82D7D-90F3-42F1-826F-EAA965CC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D3593-5BF0-483C-9CEE-B82EAA5F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4BA13-54E3-4551-A233-A705351B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96444-FF6A-496F-90EE-1685BFD8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E5A0F-84EF-47BD-ACED-1B68683C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592E7-A00C-4BF0-AC77-634F63EC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90B08-25C2-47EF-9450-DEC76E86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055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Organizations struggle to</a:t>
            </a:r>
          </a:p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47014-B943-43BE-86A8-FA381153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20854-267C-48C9-9814-331B6A2B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E8A6D-A44E-43CA-A782-2985E9E7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BE6DF-C191-472E-A209-E673DC23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7CB7C-F491-4DE1-9033-1591F179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69FE9-6A77-4C6A-BECF-470330A2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93B86-67C7-40C6-9D17-3C768E10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91DDB-3138-4BC4-8839-782FDA82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728E5-A757-434A-8DDF-F015C2EA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022DD-AF68-454C-932E-BBF5257B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2303B-74FC-4542-B21D-9A52548D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D41B0-5E9C-4FAF-9875-C312BAE7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0FC3D074-A1BA-4267-9529-5DA07A7A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E44E7-2941-4F51-AC99-90906B15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36804-BF5C-4E9F-A1F2-7478A4DC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B67AE-15AE-48FD-885A-7F9EC31E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CACCD1-EAC0-4CBB-9F16-D9ED00A3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E58D1F-7C1F-4E39-B560-E5B0E360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06878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C0126-0C66-45BE-87C9-B7444FF7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723B2-D515-42F4-898B-2DB4238C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675FD-3477-4423-961C-B58A682D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5EE77-4298-4E87-870D-39F55633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9AFA3-1510-4B3C-849C-90939E4C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4495A-21FE-47F9-B2D7-6DF6E1E7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2EC39-FA1B-457F-AC3F-E8AFBA80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9241B-440B-4C85-AD14-1C7DC2E7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0BDA4-880B-4C1B-9C50-5B60E3C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66C1B-33AB-48B5-BC0E-9792CC95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3D86A-3EE1-4C93-A3D5-ED94AA3D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F4765-1606-44ED-95AB-DF5B577F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BFAA4-7819-4B26-A90C-FE37B6BA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6CD3F-CB93-477B-9A48-F0F9766D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080D3-F2CE-4667-AA4B-4A2A98BA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888B6-EAA0-4657-B960-A9895251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16294-58AA-4EBF-8E44-0DAC2DD2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965C0-D9B7-4CD5-8A68-588C99DD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33AA3-49DD-40CC-88F5-6CF1FE15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CE2DA-E5C0-4FD7-BB7E-88BAF16E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8F31F-191B-4250-BDB7-3F3D7DC6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5A6E8-7D8E-41B7-8F3A-64E51B1B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F8EBA-A108-4F75-BBB9-684AD430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C0B26-25E4-411F-91E8-AEA0497F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E06EC8-F193-435B-AFAE-622CD4DD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ACA4D9-D024-4F7B-9287-BF23C3CB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A3812-8134-4FF6-BD85-5DD238D4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BC0D71-D4FA-48EC-BDFC-5B5D818B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15F1ED-86F4-4467-9F7D-E253FE14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7B56F-0F35-4F4C-AE37-45998C4C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1723A5-06E0-4E37-9938-61875849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2634CA-88D0-4704-866E-6E3D304E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2B048E-F56F-4949-8AD0-B36D32D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C172F2-D677-4754-80B6-3C11FA9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56195068-99A7-4117-9EA7-57C8ED8D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6969D9-F637-420C-ACDD-F5C542E3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77AE6D-7E09-47F7-9557-4631C697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63372E-4B96-44DE-9645-E948490C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295400-B98B-4430-A6EB-15A272DF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0F9EED-9BAB-45F2-A232-80407FA3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37617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5E06D-383F-4849-A486-07EEEF8F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01B93-B540-4584-A946-2CD92E85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22BE5-643B-4C30-A438-3C7D2ABD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A9D4D-4E1D-4696-9626-C872725A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F2A57-BD0E-475E-A7EA-EA233EAD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C7343-DFA9-4BDA-B587-195310CF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4AF23-1FB5-4653-B78B-A36FAF7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08F91-65A4-4DB4-8B13-EB50BADA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E9597-689D-4A3E-B479-4F6C2482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C1A30-3606-4735-AE14-8FBE6493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BD350-3BA9-489C-AD63-6155B678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2C676-0145-4689-8467-C8190A7F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24BF3-2AFF-4467-AFF8-1122D671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302EC-E168-4210-87B9-4A0A4035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3BBFD-76BF-4411-94BB-25FB4FEC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857B9-A3C8-40AB-A475-34B9C596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715A3-8A3F-4B74-BB31-2B13E282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050E4-9AF5-4E8E-8B7D-ED3AF86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63DA9-E55B-429E-A2C1-0BE99B3E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5D09E-9AAE-4418-9B69-9CEFF335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FB498-E7EE-409F-90EF-12062A3B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5FE87-10F9-4BD3-871D-94F53750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322B5-FEF6-4CFC-B25C-7F36553F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A75DA-891D-4721-95D0-F3A19E18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67E28-ED7E-4965-A1CC-33AB7FBC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D08C3F-0B49-4610-9445-939E3047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17A931-93A6-483F-B56A-9C50DF1C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7DCE50ED-F191-4507-BF12-CE88B34C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1D27D-7620-4D69-B940-43E0C3FF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A209C9-E0E3-4DAA-A306-711A4228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46194-7FD0-4B31-84BF-B42C1FFE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BC5E8C-7C76-4042-9537-DC5120A3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7E435D-59CE-494B-9FFD-AA648C41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63816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C237F-BEAF-4A25-806D-5AB3A950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4FE7A-8405-4E97-90AA-B3E87575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39CCE-25E7-4E93-A67A-9F1A0737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98CFF-6EF8-41A0-8BC8-796ED2E7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E92B1-F22C-4BC4-94D4-DD4339EA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283D6-3D57-46CA-AC82-EFEDE033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D3E1F-1887-44C8-9FF2-FFD535BB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BC17A-B410-40C2-A011-350ADF19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37C93-F02F-46EB-85D7-18B0320D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judgment, change,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accountability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68BEF-6100-409B-98E3-500F702A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B25C1-93AE-4CBE-8F40-59B8C6CC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A234B-096D-48E3-8BE5-EE2AD653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FA043-DF22-4B32-A541-61A7BCC9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F38DD-A9DA-420C-8D15-0B1C4552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EB7F5-DF0E-43E1-9207-119A3869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C98BE-89F5-448E-BD8C-6AB9256E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96D19-3094-427D-B439-8452F04F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74D06-C241-4719-856A-5DBFC610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43751-CC68-4F0D-8897-A5B23066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210D5-59CA-472B-84BA-CB19371D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19C17-6FFB-46B0-9A40-47D684F2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EED1A-5834-48C5-AC4C-B9B710F2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8CA7C-ADE1-4789-A79B-486588F8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AFC4E-A59B-49A7-9262-8062A0D8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D1584-C630-4525-B898-2DD94720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19B37A-1F51-455D-B395-B6655E68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6DD76-BDAB-4E0D-8344-B847A6E7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386B7-6B4E-44B7-83F8-478268F9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190A86-4E0B-49D0-85E7-237DE77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44BAFC-547E-4AF9-B310-3000BDCB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63DE8B-64B5-4194-A1D6-E9F42108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4F3FB5-C866-474D-ACF7-6349527A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49B0DD-F160-4FCD-97B3-5B6B8A9D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EC0D27-7D8B-4222-B94B-57F1FE1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34FD5B-B3B1-4999-ADD8-4BED652B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639050"/>
            <a:ext cx="990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Not every function owns AI. Many functions inherit the</a:t>
            </a:r>
          </a:p>
          <a:p xmlns:a="http://schemas.openxmlformats.org/drawingml/2006/main">
            <a:pPr algn="l">
              <a:defRPr sz="28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consequences of AI-enabled change.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B41322-1ABB-45B0-B96A-9BFAFCFD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C6A15E-4A09-49E1-9451-A786E243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Not every function owns AI. Many functions inherit the consequences of AI-enabled change.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175BDAE9-4D14-4DDC-B02E-73630DAC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4C4ECD-2664-4824-9E1E-7FEE187E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2FD2D7-6BE9-4731-8767-386E1DEC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50F3C9-9EF3-4E99-937B-D12C281A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DB9206-BF5D-41B7-A065-0662A4FE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850286-414F-4D4A-BB99-0D5FB89C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10400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5F0C2-D201-4CCD-9334-5861FC85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82AFD-E7A4-4EB1-942F-5B6732B2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8DC6E-4E1D-4ADB-9359-971CE6C7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3D053-D9D0-42A5-99B7-7FDAE14D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EF61D-23E3-4269-BD7D-0A6C80AC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00E49-A1CF-4B6E-9CA9-A6BC101C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C2AA0-F027-4C0F-B555-D9FE43A5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31A10-5E1E-4B49-A7CC-7E6A9CF1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F2E27-1DB7-4D91-9430-505BF39B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108F6-3E91-4CEE-ACC1-7BB67EF8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3BCE9-C140-4FED-A94D-6FCFE4DA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EBF88-CE18-4C8E-A2E6-4A95A5A0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0507C-847E-4676-99FE-9D4A2F61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5544B-DA5C-45C5-8A42-9BF29471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58857-596D-4BEC-BE3D-ACEB95E9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D2440-FE5E-4B83-A5E3-7D7B1B99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6C57C-ACBD-418D-9AF5-463A6FEE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96007-6536-4D98-B426-605156F7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D4362-0909-4E43-BA7B-D0C47D9B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B230F-B01D-4E45-AA7A-E8C7FBEA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6CFF7-A7E3-4312-A5EB-71DB2C6A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F2D67-089A-4C99-A7A1-5B7EE123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E0BA6-3302-4F25-A6E1-30F3E80E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07EB2-D5AD-4824-8D5F-D1E5ED4A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35652-A67F-4E90-9FA9-6C7BF35F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72A09-D8D2-4B2E-BCAC-BEF98CB2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6BD26AE0-18AC-4142-A09D-6168B121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7D151E-33F7-41B8-B7F7-E6E9DCE4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46025-3A2D-43AA-83DF-CF3CA578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4B328B-B517-4212-B08A-EAEAD2B6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842480-0FCA-4FAF-B70C-F8515C1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49BEDC-72C2-4C90-86C7-668594A8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030274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7C961C-FE03-4598-B7E6-53A27BF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9FE37-978E-4247-8B76-BCE6D62E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08CCB-153C-4F6B-A0B8-0D8B0CC6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C2721-3028-453F-8C52-6B6CF370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860A3-A54E-4661-9832-0343E346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64D80-CF3E-48DB-9825-E5282678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351FD-1BC8-4F7C-9B52-77338633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F13E6-058B-4C40-8606-E342B50B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0B0C8-130D-4AD4-9E1A-7443673E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17227-0AD4-40B0-8C8B-EA91CB00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F0EE6-3E41-4A7A-9403-C092CCFF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21340-87C9-41C5-9A91-4A3E3D93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76A10-17AE-4D12-9898-FEF2AE2E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A74A5-9668-4736-9413-B8FE6CCA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4009C-048C-47DA-856F-089A3132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9D487-FB4D-411E-99B5-DAC495DE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E083E-9BB3-40FF-8F6B-9CF640AB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EF585-ADE4-4CE3-9C1C-C451FE39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38F9D-3872-4F0F-90BA-9C48694E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62CCA-E413-4769-8907-45927A4A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3FA14-17F0-4B27-88C4-872BCB9A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01D56-14B1-4254-AD23-1024C0BD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37ABF-52FB-4936-AF75-F5ED8D29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2B21C-29C9-4980-A4F9-EBF3EF15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601AB-6297-4519-B04B-1B518B3A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D447C-245B-4FB0-A0EA-C094EFFA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E43584-809D-463A-BF3A-02956300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5532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705DD-8CC9-4D90-B4D9-27BC384E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DBF5E5-59C9-49E8-A30B-B35C4184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45BA76FD-F058-4B78-AD52-8317127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DC9BBF-4B6F-4362-ACC8-DA397B4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65A962-CD94-48C0-9597-07C716DA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83C285-D34A-482C-A06F-C5CA31FD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140F3C-7F27-4DB3-ACAC-AD0C3654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164C3C-1DAB-4B43-8BD9-1F91175A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846204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0EFA1E-3D54-4321-97DE-3F45229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82A2D-EC41-4FC9-861B-546BB8BC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2F07A-65D1-4E95-A88E-7B70CBE1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A1177-C22E-4FB5-A6A1-4F6AB3BF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47222-3A26-4364-924B-CFE6F390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61A65-40B4-46F5-A11E-D030A598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2AE24-AF42-4B6D-B2D8-472D7BF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C1651-F950-4B33-9CDB-CC0B061C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637F0-AE7B-4221-8377-054F7096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0427E-D294-42E7-8A29-6209E659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21004-3CCE-4D15-91CB-5EDF8B2D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88247-9BD5-4E89-AA41-DEAEA945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9D0B4-FADA-42BC-A670-5CF1654F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0C166-686B-4F17-834F-A3787C99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56934D-529F-4948-9549-A93AC791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449A9-4DCB-4185-974D-1144BC55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4C6B2-C82B-46CC-A1D8-AB874AED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37838-C948-493F-A0FB-08736BF2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4A146-7A95-45BC-9D21-C39B52CE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51759-97D7-4FB3-8D3F-A084EADD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BE98B-1A27-4E03-8A06-33A50C58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49A81-7797-4F8F-B024-26EAD00A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F8EBE-6C2D-4379-8052-70C88287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A4A16-F38C-446A-812E-5A19318A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5532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F6486-2570-427A-984C-12B0ED1D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D93489-974D-4D73-88EE-FF13F8AC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4E6A64AC-C582-44E9-9382-D7B81072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780ECB-04F7-4962-A50D-2612180F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18B21-4872-4707-9A6F-A95EE463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C7D2E0-2A1C-4830-AD17-6133B719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375054-BF85-4F7D-A802-6F25EDA3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8C28B-1CD2-497B-AC70-AEEED31C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494607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99C5D-13E7-4404-8963-2B6D1003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7B724-B827-4973-A634-96EE97AB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DC389-ECE7-48EA-A442-A3E9FC69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00E7F-9965-4D25-B40B-5C741C8C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EDBD4-CAC8-400D-83A9-580BCF85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7B021-666B-458C-AA10-EBF9B31F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F0D30-5F49-4FAB-8D64-DC060DDB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15D22-8AB8-4A0B-803C-7551048D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05F45-B312-4613-B223-AD38EF34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B4585-5069-42CA-B002-AAC660EA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D14D9-6193-4467-9A77-194BB1C8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14ECF-1CB5-4734-BD38-68772804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24AFD-F3C0-4699-99AC-887270F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C2DA8-4E23-4706-8287-5D02EEB1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680D2-FA33-4799-A98F-85A3FC78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40E4A-CFF1-4C1F-B16C-A8D9D09F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2D455-055D-42F1-9390-23AAE766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BCE93-4B5B-46CD-B0B7-D41553BC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8A2DB-A25D-4956-863C-5D273626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25E90-C7A0-41C4-A4DB-E47F86E7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D8D4D-B893-4830-9125-D6491E0B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7E08B-4681-4BE6-87D0-5A76720D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161CD-54E2-476D-96DE-16E70DF2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92303-ED40-4CFD-A888-B996271F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1A81C-596A-47A3-BD5E-98A0FBF1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DA86D3-8C28-47F2-895F-CC845B6E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FE381-DB89-4960-BC67-F252CBF6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C72CD7-66D9-4E3C-B1B7-11ECECD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6E3A3-C204-4527-8114-41F373DA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DF148B-C5A5-4FD3-B81E-05B962E5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3BF1A-D2B3-48E1-A697-4C71D825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040EA3-0F8B-4401-877A-A685C1C9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629D82-C34D-421D-9CE9-1D708D74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CE2873-72F0-422B-BCD7-2F6D0DA4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90EC12-9723-4037-92F0-DEBC213D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962B2FCA-5CBA-4C60-A82E-8406918E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ADEDDC-2897-43D6-B1AF-FC99E323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331368-C71E-4A0D-A420-B150D151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C2EF7D-F18A-42A9-B8E8-7613FE02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B30C37-61F6-4070-87F5-5015F56D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7EE461-FF33-4AB3-B4DD-DBACAABA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61573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7FC8D-BE5E-4E3E-925F-765B5A30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50C85-FCCB-49D7-84B0-80A197B9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329DC-7FC3-4E45-BCB3-DDD3FAF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C3444-69A5-4E91-B0E4-C417B748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C6769-4BC5-4D59-AEB7-C52B0FBC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6A760-BF66-4AC8-8663-40625A95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3F6EE-BF6F-4179-8117-99496247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24FF7-55E9-449E-ABDD-EC670C93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49946-311C-4BA9-9C9B-F8A2DF0F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C7570-DEEA-4475-9E1A-5616DAC0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01395-7F27-4B49-ABEE-56545522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8E884-6972-42FB-B29D-B18903F5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8331E-54EB-4D4D-B0B5-AC77D7AB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840B4-D318-4D66-A0B6-70B50795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69EC6-5AA8-4031-AC92-91DA7373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9D9ED-25C5-4C5D-B49D-33C8EDAC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6B82B-09A4-4919-A72A-EF580D26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1B738-BA56-4FA1-8D81-8DA96B1F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D148A-832A-4900-BC64-5AB63ED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6F26C-8D99-415A-A25B-29BA9E7F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26DE3-A094-4DEB-88B3-DD4E702D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F5FD3-0235-4C90-AB37-9C930ACA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1E338-B19B-40D1-9AD4-3BE956A6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69DBA-2601-4D3C-A851-F825FC10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51566-939E-4731-B179-E1777E4F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E29E16-BB0D-4012-B0B7-D20635C0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F05D6-C27E-45AF-B71C-620300EF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0F445410-67C2-4AAE-9479-46C70C81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37630D-05D6-4155-B92E-F6889631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A8AE62-F91C-4080-84CE-400C35E1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EADA6-089D-461B-B198-07FAD0D7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9DBD27-922E-4005-9850-8029EAD5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1F1C55-110C-4A77-80EA-CF4671B8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25735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1BBAA6-7200-4195-90A4-2B48E7D9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BD1CA-EFEC-441E-9C57-000C856E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CD3EA-2C5F-4414-814C-8A55D12B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B07B7-65E3-4307-BD71-08CFEC86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A0D29-3403-437B-B84D-F451F863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564EC-D9AC-450A-97A6-B8CBB806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A7014-0D88-43B9-8C37-F4CB71CA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A5AB6-33F2-437E-9ED6-DACB36DB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3F279-0389-4B33-99D4-8FE44EE4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EC795-5A65-4075-AC66-B5B3F963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F2126-80EF-4A03-B5FB-9F8FC3CF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face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technology shortage.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86BAB-486B-4595-BAFF-D0F76D00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0FF80-B95F-473A-9C30-EE2D0928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DF5D5-5159-4359-9FEF-CEFDA9F5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DA842-AC37-4FA1-9509-2C9A565E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706B7-4A11-4AA9-A80E-6291835F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254A4-7E79-47C3-BB4A-B64BEA77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15626-3A12-480F-9FD0-C965B45D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93792-F8C6-4557-82E1-731E4D58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4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DE569-315D-4BA5-B3A5-BF8F501D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7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13BB6-4173-4C4C-98D3-909BD582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829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0BCD4-397E-41D5-ACB0-FBF25D23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8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884FA-3D7F-4A2E-848D-63B9652D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2AE34-FAC0-445C-9CEA-84B206F8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4FC3DCE9-620E-454A-B11A-445177AA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72A99-C38A-4C24-81A9-A20B5518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CA5B3B-4620-4DBB-A7C6-7DA7FA60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57EE-6601-4589-A765-F15A588C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C06ECF-B1FB-4A81-9FAC-CADB1758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15E43-03EF-4FF5-B6E4-DADEAE44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819836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4572F-956A-445F-90DD-C227C445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1D29F-92B9-4A93-B339-8FDB66C4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2EF87-CE71-4B3F-A98D-32C11650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AC1D3-4BEC-4127-85F9-22F80CB0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C2CDE-C0E9-4EC4-9B62-2756DC01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27C30-7760-4AAB-8AAC-6C7CEF47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9BD27-EA7F-41A6-BFB3-4A8902E4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41AE1-819F-4F69-9599-BB315833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276FD-6AF0-48EB-9262-5A3FD416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D2D9B-2584-49B7-BBFF-6FBA1EB5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DE667-8F51-4563-9450-99D42086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1F01D-01CD-4903-897F-2B3B843F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9D3B6-5496-4C94-99F7-8BF2D23A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99CA2-2747-403B-AD23-9E75F698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B8B6F-002D-475A-9D4E-98B95DE6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B71B3-793D-4736-942A-F9A41ED0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11EC1-CD28-43EC-A132-3EA28E89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7414F-C8F1-4BA9-88F6-578AE04E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CBD3D-E24E-4601-AD35-EE0EFB64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4BA80A-4D4A-4764-A4A6-79A50762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0A91E-D41F-491E-93FE-38F14629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42904-7E04-466C-99F6-F04464F4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DB073-DF71-4594-B0F1-FB1CDB4E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8FC7DEDD-9DFE-411B-B810-AC57182B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929D6-D945-4EA6-8337-2E3C734B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F8B03-153C-4C28-9FD1-6EDB18A1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C6794-5B47-4511-951F-2DF59BF3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B4AA7-F4AF-4F6F-A6E7-1339C524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AFDEF5-FBD4-48CD-B6A7-4188DB71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361167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E73C80-0F6F-4318-96B7-9A266179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50CF4-51F5-4845-9700-6EDF133A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815AA-B87F-4ECA-BF82-90A272E3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F8EAE-AB66-4D1D-A309-E046387A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5C729-9B05-4B80-AE00-BB1BD60E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C0EA4-408C-4DB8-9FB8-09FE0F55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EED5E-AAD4-4541-8603-81E57D3F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C7C08-5D8D-405F-A72B-BBF8BB2F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DEB89-7FC7-42F8-BF2C-D6CA7C51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8EB1A-E4A7-442C-B337-D165381B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CEC0C-A393-4992-9D97-A78B1B77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2682F-0A77-46DD-AD4D-82F874C8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580B2-D164-4958-B8ED-C9F70FB7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A4AD7-3DA8-4B8F-84A8-A4EBBEAA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DF479-ADA8-455A-AFC1-A2CA0582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adopting 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0B5B5-8B64-4D4C-B19F-5C7E2E6F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15E3E-3104-4401-85B8-7E0FD6E1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8EE1F-D0E0-4460-A0B4-26CEF0E1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undergoing significant change.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23B21-E18B-49CE-BDD0-18646AF1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AC2B4-DE2C-4A2C-BDE7-C7AC987C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54A36-70BE-40C9-B6BE-D96F9A20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losing critical knowledge.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9CA1B-689A-4D62-AD7B-D1B85D2A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4E22F5-161D-43B3-98A6-CB50EFE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B498E2-F615-4C6E-A79B-E53081EE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needs stronger governance and accountability.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8D059-80F3-4B32-B1BB-76072D11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8341B6-E0A4-4DE0-89C7-FF3C85B8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C874AB-9727-4157-9513-D78A8C44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wants confidence that can be explained, reviewed, and defended.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07636F-01FC-4693-A96B-C5B960E0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3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27CCB3-816F-405E-8845-CB8179AA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D3ADF-B97F-4FD6-AE85-76910A70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1" name="pager-pill">
            <a:extLst xmlns:a="http://schemas.openxmlformats.org/drawingml/2006/main">
              <a:ext uri="{FF2B5EF4-FFF2-40B4-BE49-F238E27FC236}">
                <a16:creationId xmlns:a16="http://schemas.microsoft.com/office/drawing/2014/main" id="{17EFC728-1FF5-4410-AE23-7298ABA2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6052EE-0A42-4224-9A86-47371CB0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6A90A0-829B-4952-9B35-F72D7D35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28A712-1844-4302-8091-FE5DDB72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033E0-98AE-46FF-A6B3-179C8BA1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468838-0432-4824-B943-9E714C0B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447134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66AE0-AD88-4C58-9057-97CC7015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C6A85-88AF-4A8F-91A6-F46DB09E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E49BD-9415-4C9D-9FF0-5557506E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CC298-A8F2-49F7-907A-A19D74F1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E8058-8F80-4460-8915-B50E4502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5E76F-0F7E-46C5-B9E1-B88CF794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D5E6D-44AE-41AE-9C17-8A25C469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DF5F8-AD50-4ED9-A101-14AF62DD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D0CDA-8E21-4D6D-8598-F3E36A40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A88F0-7E9C-4EEA-869D-177CACF8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9DA0C-BB85-4A2E-B09C-16E99364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6F951-416C-4068-AD9E-6AF6DDBB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98D28-D20C-455F-B6C0-B7BF5622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04C7E-B071-45EB-BE35-D9867CBE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4AC11-E64D-4B73-809C-868CB799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E298D-4DCF-4EAE-BFEB-67225CFA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D4CED-AB33-408F-B4D5-F710FF64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D5211-18BD-4035-BC4B-3D9981B9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A701C-346D-4EE4-8EC7-FE5CBA0B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0D245-E1A0-416B-9AB8-6C917387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A297D-2E29-4D77-A8C4-1F72DBC6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BF347F-854E-4302-823C-62362D0F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45549-EA70-4670-B009-C7F9E445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14F50289-3A48-4810-8A60-57B201E0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4B5B79-E7BF-463E-AE91-2794302A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4E4A5-5B0B-49C8-9626-B44E728E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7D7EA-DEE4-4F6E-83DB-2C417BF9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F94E56-25A4-49F4-86CE-1E774BF3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B3741-5D76-4BFB-8D94-D2A4A9A0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778636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B3A16C-A80D-40B0-A8AE-E0D18055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068B8-F2BC-45C4-89A1-43386B82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54F95-4715-40F6-BF8C-B1109103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CEA4A-EACB-470D-8505-44AC30B9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89F4D-DC37-48BE-9BC2-66642A2E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73B2F-78BD-4BCD-AB3E-E18A236C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0D995-5B57-4D44-AE71-2579EC01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01794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437FFD-3307-440A-9914-3073966B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A0E8D-946D-4492-865B-E47B9D24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29274-B0B8-4D06-967D-8DBDA28A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D2304-5336-4D0A-999C-2DE70626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C721F-C6D9-4D38-967B-6E0294CA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804E3-96FD-4A28-B032-857E7B30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FB8E0-341F-4AAA-AE2C-E42C0C30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35483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909DB7-D420-43CD-B4F3-1C7B53DA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56B60-D909-48A6-850C-F3673082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AF335-4415-4576-A403-C044226C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CE6F8-26B9-4503-BBF0-55D81800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4647F-7ABE-4FF0-A893-22FC2594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D87A6-5C17-4017-AB6D-1F271CA0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1A8FE-6105-47AF-BDCF-54DE4329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12375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92CC15-BFAA-4F54-9A87-D5ACFBD1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80D53-8287-489E-93EF-1F107C9E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AC1D4-5456-46BE-94FA-2CAE884A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084F5-1308-46BA-8A7C-639B1AA7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C30AF-793D-4BE7-8FA4-74C6CFBA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B9250-D09E-460A-B54E-C8CE2C3E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1C7B9-0273-4DAA-B9A1-EF8595CB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719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2026-06-15T05:29:04.7480000Z</dcterms:created>
  <dcterms:modified xsi:type="dcterms:W3CDTF">2026-06-15T05:29:04.7480000Z</dcterms:modified>
</coreProperties>
</file>