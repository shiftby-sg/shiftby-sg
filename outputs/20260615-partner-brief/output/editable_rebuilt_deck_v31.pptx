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84631416545d8" /><Relationship Type="http://schemas.openxmlformats.org/officeDocument/2006/relationships/extended-properties" Target="/docProps/app.xml" Id="R28ced24d9a7449ee" /><Relationship Type="http://schemas.openxmlformats.org/officeDocument/2006/relationships/officeDocument" Target="/ppt/presentation.xml" Id="R1077ef90c7d2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59f0ed3874631"/>
  </p:sldMasterIdLst>
  <p:notesMasterIdLst>
    <p:notesMasterId xmlns:r="http://schemas.openxmlformats.org/officeDocument/2006/relationships" r:id="R4f05318a56de4ebd"/>
  </p:notesMasterIdLst>
  <p:sldIdLst>
    <p:sldId xmlns:r="http://schemas.openxmlformats.org/officeDocument/2006/relationships" id="256" r:id="Rf93c0f0bdcb6410b"/>
    <p:sldId xmlns:r="http://schemas.openxmlformats.org/officeDocument/2006/relationships" id="257" r:id="R8948f0aabec6492c"/>
    <p:sldId xmlns:r="http://schemas.openxmlformats.org/officeDocument/2006/relationships" id="258" r:id="R16cc30fdb26b4bb5"/>
    <p:sldId xmlns:r="http://schemas.openxmlformats.org/officeDocument/2006/relationships" id="259" r:id="R0cb6fd5ce00d4fe2"/>
    <p:sldId xmlns:r="http://schemas.openxmlformats.org/officeDocument/2006/relationships" id="260" r:id="R9087ebd130394de1"/>
    <p:sldId xmlns:r="http://schemas.openxmlformats.org/officeDocument/2006/relationships" id="261" r:id="Rafac0990c4fd47ad"/>
    <p:sldId xmlns:r="http://schemas.openxmlformats.org/officeDocument/2006/relationships" id="262" r:id="R797f5365e1f94cdd"/>
    <p:sldId xmlns:r="http://schemas.openxmlformats.org/officeDocument/2006/relationships" id="263" r:id="R9aca9a120cb0445b"/>
    <p:sldId xmlns:r="http://schemas.openxmlformats.org/officeDocument/2006/relationships" id="264" r:id="Rdeba1e6c66644487"/>
    <p:sldId xmlns:r="http://schemas.openxmlformats.org/officeDocument/2006/relationships" id="265" r:id="R5f085da7e6364121"/>
    <p:sldId xmlns:r="http://schemas.openxmlformats.org/officeDocument/2006/relationships" id="266" r:id="R23ce1e2a3cce4158"/>
    <p:sldId xmlns:r="http://schemas.openxmlformats.org/officeDocument/2006/relationships" id="267" r:id="R254cea0b787046f3"/>
    <p:sldId xmlns:r="http://schemas.openxmlformats.org/officeDocument/2006/relationships" id="268" r:id="R2c5888761b0d45a1"/>
    <p:sldId xmlns:r="http://schemas.openxmlformats.org/officeDocument/2006/relationships" id="269" r:id="Rd9b6f1aa1feb46c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21a2f61fe4964" /><Relationship Type="http://schemas.openxmlformats.org/officeDocument/2006/relationships/slideMaster" Target="/ppt/slideMasters/slideMaster1.xml" Id="R19859f0ed3874631" /><Relationship Type="http://schemas.openxmlformats.org/officeDocument/2006/relationships/notesMaster" Target="/ppt/notesMasters/notesMaster1.xml" Id="R4f05318a56de4ebd" /><Relationship Type="http://schemas.openxmlformats.org/officeDocument/2006/relationships/presProps" Target="/ppt/presProps.xml" Id="Rab7ef5919a7f4036" /><Relationship Type="http://schemas.openxmlformats.org/officeDocument/2006/relationships/tableStyles" Target="/ppt/tableStyles.xml" Id="R40f3401f91c44e2f" /><Relationship Type="http://schemas.openxmlformats.org/officeDocument/2006/relationships/slide" Target="/ppt/slides/slide1.xml" Id="Rf93c0f0bdcb6410b" /><Relationship Type="http://schemas.openxmlformats.org/officeDocument/2006/relationships/slide" Target="/ppt/slides/slide2.xml" Id="R8948f0aabec6492c" /><Relationship Type="http://schemas.openxmlformats.org/officeDocument/2006/relationships/slide" Target="/ppt/slides/slide3.xml" Id="R16cc30fdb26b4bb5" /><Relationship Type="http://schemas.openxmlformats.org/officeDocument/2006/relationships/slide" Target="/ppt/slides/slide4.xml" Id="R0cb6fd5ce00d4fe2" /><Relationship Type="http://schemas.openxmlformats.org/officeDocument/2006/relationships/slide" Target="/ppt/slides/slide5.xml" Id="R9087ebd130394de1" /><Relationship Type="http://schemas.openxmlformats.org/officeDocument/2006/relationships/slide" Target="/ppt/slides/slide6.xml" Id="Rafac0990c4fd47ad" /><Relationship Type="http://schemas.openxmlformats.org/officeDocument/2006/relationships/slide" Target="/ppt/slides/slide7.xml" Id="R797f5365e1f94cdd" /><Relationship Type="http://schemas.openxmlformats.org/officeDocument/2006/relationships/slide" Target="/ppt/slides/slide8.xml" Id="R9aca9a120cb0445b" /><Relationship Type="http://schemas.openxmlformats.org/officeDocument/2006/relationships/slide" Target="/ppt/slides/slide9.xml" Id="Rdeba1e6c66644487" /><Relationship Type="http://schemas.openxmlformats.org/officeDocument/2006/relationships/slide" Target="/ppt/slides/slide10.xml" Id="R5f085da7e6364121" /><Relationship Type="http://schemas.openxmlformats.org/officeDocument/2006/relationships/slide" Target="/ppt/slides/slide11.xml" Id="R23ce1e2a3cce4158" /><Relationship Type="http://schemas.openxmlformats.org/officeDocument/2006/relationships/slide" Target="/ppt/slides/slide12.xml" Id="R254cea0b787046f3" /><Relationship Type="http://schemas.openxmlformats.org/officeDocument/2006/relationships/slide" Target="/ppt/slides/slide13.xml" Id="R2c5888761b0d45a1" /><Relationship Type="http://schemas.openxmlformats.org/officeDocument/2006/relationships/slide" Target="/ppt/slides/slide14.xml" Id="Rd9b6f1aa1feb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36baed14fe45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b9a4af31b464c" /><Relationship Type="http://schemas.openxmlformats.org/officeDocument/2006/relationships/notesMaster" Target="/ppt/notesMasters/notesMaster1.xml" Id="R57e7cea7472c45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c4e67d25504c1a" /><Relationship Type="http://schemas.openxmlformats.org/officeDocument/2006/relationships/notesMaster" Target="/ppt/notesMasters/notesMaster1.xml" Id="R2064a741a84d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bb5df78e1d4774" /><Relationship Type="http://schemas.openxmlformats.org/officeDocument/2006/relationships/notesMaster" Target="/ppt/notesMasters/notesMaster1.xml" Id="R28cba7e693b4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431c5e5eae4ffa" /><Relationship Type="http://schemas.openxmlformats.org/officeDocument/2006/relationships/notesMaster" Target="/ppt/notesMasters/notesMaster1.xml" Id="Rfe035dc14baa47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013f0706ec4964" /><Relationship Type="http://schemas.openxmlformats.org/officeDocument/2006/relationships/notesMaster" Target="/ppt/notesMasters/notesMaster1.xml" Id="R47b72912496a41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81123f40d04387" /><Relationship Type="http://schemas.openxmlformats.org/officeDocument/2006/relationships/notesMaster" Target="/ppt/notesMasters/notesMaster1.xml" Id="R1585462d1f5845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2eee3d0d434dde" /><Relationship Type="http://schemas.openxmlformats.org/officeDocument/2006/relationships/notesMaster" Target="/ppt/notesMasters/notesMaster1.xml" Id="R6e88c074ec8545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fe0fa993d74c03" /><Relationship Type="http://schemas.openxmlformats.org/officeDocument/2006/relationships/notesMaster" Target="/ppt/notesMasters/notesMaster1.xml" Id="Rd26746852cf64f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931e57c28840d3" /><Relationship Type="http://schemas.openxmlformats.org/officeDocument/2006/relationships/notesMaster" Target="/ppt/notesMasters/notesMaster1.xml" Id="R99b83040ab4543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a2d37bb2e14aa3" /><Relationship Type="http://schemas.openxmlformats.org/officeDocument/2006/relationships/notesMaster" Target="/ppt/notesMasters/notesMaster1.xml" Id="R9be5f842a51d46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2b9ee8b90541e0" /><Relationship Type="http://schemas.openxmlformats.org/officeDocument/2006/relationships/notesMaster" Target="/ppt/notesMasters/notesMaster1.xml" Id="R5922922b40dc4d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1d09ce0e9d4ad7" /><Relationship Type="http://schemas.openxmlformats.org/officeDocument/2006/relationships/notesMaster" Target="/ppt/notesMasters/notesMaster1.xml" Id="R1e39d354ee1a4a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c9de7954814d8c" /><Relationship Type="http://schemas.openxmlformats.org/officeDocument/2006/relationships/notesMaster" Target="/ppt/notesMasters/notesMaster1.xml" Id="R0d3f0eb4e88943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6bacd280044944" /><Relationship Type="http://schemas.openxmlformats.org/officeDocument/2006/relationships/notesMaster" Target="/ppt/notesMasters/notesMaster1.xml" Id="Rd8a17cced7d940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e9157501541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5a9be98fd4bbc" /><Relationship Type="http://schemas.openxmlformats.org/officeDocument/2006/relationships/slideLayout" Target="/ppt/slideLayouts/slideLayout1.xml" Id="R2694377e238741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4377e238741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6591697d44915" /><Relationship Type="http://schemas.openxmlformats.org/officeDocument/2006/relationships/notesSlide" Target="/ppt/notesSlides/notesSlide1.xml" Id="R718afd5192a8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bf7490d8c4c81" /><Relationship Type="http://schemas.openxmlformats.org/officeDocument/2006/relationships/notesSlide" Target="/ppt/notesSlides/notesSlide2.xml" Id="R50aaae3d1c9d46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51db5ddea43df" /><Relationship Type="http://schemas.openxmlformats.org/officeDocument/2006/relationships/notesSlide" Target="/ppt/notesSlides/notesSlide3.xml" Id="R47cd4052531c48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367c627284afd" /><Relationship Type="http://schemas.openxmlformats.org/officeDocument/2006/relationships/notesSlide" Target="/ppt/notesSlides/notesSlide4.xml" Id="Rcdcf8a17191a4f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d285876cf47c1" /><Relationship Type="http://schemas.openxmlformats.org/officeDocument/2006/relationships/notesSlide" Target="/ppt/notesSlides/notesSlide5.xml" Id="R518ba62ee0e147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238ddeea24bee" /><Relationship Type="http://schemas.openxmlformats.org/officeDocument/2006/relationships/notesSlide" Target="/ppt/notesSlides/notesSlide6.xml" Id="R57b193551eeb4b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d037cf3bf4a02" /><Relationship Type="http://schemas.openxmlformats.org/officeDocument/2006/relationships/notesSlide" Target="/ppt/notesSlides/notesSlide7.xml" Id="R88bfc901e759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962c746c94bfb" /><Relationship Type="http://schemas.openxmlformats.org/officeDocument/2006/relationships/notesSlide" Target="/ppt/notesSlides/notesSlide8.xml" Id="R27cd52f03c8743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4347ca3354daf" /><Relationship Type="http://schemas.openxmlformats.org/officeDocument/2006/relationships/notesSlide" Target="/ppt/notesSlides/notesSlide9.xml" Id="Rc88a175847684f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f534e53de4f6c" /><Relationship Type="http://schemas.openxmlformats.org/officeDocument/2006/relationships/notesSlide" Target="/ppt/notesSlides/notesSlide10.xml" Id="Rd9dcdbd2a5da48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ca15d64804eeb" /><Relationship Type="http://schemas.openxmlformats.org/officeDocument/2006/relationships/notesSlide" Target="/ppt/notesSlides/notesSlide11.xml" Id="Reb9e2ff9dede4a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9302152a94b3e" /><Relationship Type="http://schemas.openxmlformats.org/officeDocument/2006/relationships/notesSlide" Target="/ppt/notesSlides/notesSlide12.xml" Id="Rcdc59c59f1de43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ac4f1cfe14c30" /><Relationship Type="http://schemas.openxmlformats.org/officeDocument/2006/relationships/notesSlide" Target="/ppt/notesSlides/notesSlide13.xml" Id="Rac17356262054c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9571f96e14ef0" /><Relationship Type="http://schemas.openxmlformats.org/officeDocument/2006/relationships/notesSlide" Target="/ppt/notesSlides/notesSlide14.xml" Id="Rb361081c27fa40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341F7-91E8-4578-8C63-9FDC376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1681D-410C-4C5C-AEB3-A2254C0D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009E1-ECDE-4224-BD68-BE4293BB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6C828-F277-4AEA-BAE2-6B53686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FA1AB-6AF3-42E2-9CE7-A7D7D542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D15C1-5382-407A-A089-DA238A7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736FF-8AF3-44F7-9BC2-B301E18E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CBEE2-3D66-4D74-91C8-D65EA162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3E897-7E61-4481-ACA0-56ADBF05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55AAA-5403-47A2-A934-9FC8700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2824C-D342-4B39-AF68-2A96482E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FD188-5E2F-47D5-AF48-B1FE443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61298-A914-43A9-9297-74E2FC8D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41982-99E4-43C6-A9B9-325E208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D9E87B61-C462-4778-8D34-2087AB59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4324-EE81-4A90-9948-39255FEF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45BEF-FFEE-451F-B620-07689ED6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921B4-AA44-4090-B7D0-9DF6017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5F6F2-FF28-4134-9E56-FE287186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2298C-9B91-4A82-A392-2B362FDD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78377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EC8CE-4EC1-4520-9424-0B7FC11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322C0-7450-4B5B-AD49-BC5DCA24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F0A87-9453-4CFC-AE95-8F352261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8E728-69AD-422D-B63E-3ABB505B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6AE99-04CD-4871-9182-7A22244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3B1CE-5069-4511-A06F-AE008D92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3205A-05B7-4706-B988-B1B4092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84A69-86AA-40F9-AB55-541F2953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319D3-3401-48BA-B70C-B9D8A826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7F982-D6AB-4CB7-A3E2-88160475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B6E84-E5C7-4B6D-94CE-8E33A01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B4D85-3355-44E9-9FA3-808CDFB1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05752-CC75-437A-BE46-C5AD2D5D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1D668-6A85-418D-B834-DEB3773F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83141-DE62-4AD4-B5D3-9F07544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A9FE4-A0C8-4049-94F3-EE34C89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10CDE-7BA1-4531-B802-C0F337F4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F6DB6-AF2E-4099-8E40-3F2E4A4A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CFD99-9CFF-4F71-814D-3C505669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50FDC-4DDB-4449-B4A6-C648214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12B5A-0643-455F-AD48-37218BEE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42066-D0C5-4EC9-9D2A-7B3EC15F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6836D942-05FC-4DD2-9142-209DAFE9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0A87D-E7AC-4311-BF11-AA81AA5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BC962-D56D-4ED2-ABBF-DEF87E5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BB08A-BE1F-4A7D-B29C-6CB2E71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1CBBC-D31C-48E0-A066-EA322F99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F982C-1234-49C0-B370-2D034A2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58124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DD825C-0013-4E2D-A14E-43C4C82C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1BA02-3593-4B98-8803-BFB8C148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3235D-466D-4533-9F46-09112F50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CD8AD-3959-4785-A9FF-A7B47D8C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8B188-8C70-4900-8AD9-A30CC7D4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A44F8-DD2D-4B6D-8B79-2B7407FB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275AC-9862-43E9-9BCA-D6580A48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B597C-4186-4D99-982A-1D21C173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097FF-2A36-4BCD-86EB-DB942EBF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F47A6-327C-4B90-9005-5064D809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988E0-B7B2-41CA-ADB1-D914EDC3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09F52-0267-4AC2-9C33-B76B283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8202B-A484-41A4-8D9D-3368F292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EF71C-494E-42CB-B24D-80C4E46D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596A9-C11C-4701-AA09-92F4BE34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08CCE-6898-4D76-8BBE-6A501B41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5C40F-FCAF-494F-9F18-CFDF6A1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2F060-610F-49D1-98E0-8A06496C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0C2CC-2E40-4119-89D3-690A0619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52154-ECA4-4D9E-ABBD-B948EA6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60EA7-9AF9-45BB-8249-5CC4E6F1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5B3F0-93C7-4A6E-8047-CF524CD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6BC03-45AD-4361-8FA2-C5015448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60A78-E0B5-4D44-ADF3-6191B4AD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C95B87-C111-463C-91F8-66F21A62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7098F-598C-435A-BFE0-D6ACBAE3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0F762B-C43D-4475-BC92-5D90E67B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CF345-7EAD-403C-AB93-4BB8A4E6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0C1D4-7954-4395-8208-F1CA7FB3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6F2A2-8AE3-492C-A2EB-605E7ECB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964D1-5BE7-4836-9A75-2512CE7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27615-194E-493F-BD4A-48FD89B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9ADC1-2FB9-4FA6-98B5-3D34E61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AF5250-178F-4F51-AAD2-F0485B7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8641396B-923C-4B2F-9CC0-01B865B9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B0724F-EB79-4AE0-86E7-F15592B8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99C7D-70EE-482D-B202-74D1F86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95909B-1DB5-4725-882D-D04D8B1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7AD11-2BFD-47F0-989D-FDE2EF8F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ECD37F-B34C-4DAE-AA75-54122504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50062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C4EAA-3F9A-46A2-B7E1-BDF81B6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2B4F1-6591-4C3B-BF76-542AFD02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F3B12-3981-4E29-A18A-23F7192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168DB-4639-479C-B623-559F83F6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F11EF-09D0-4F32-B4BF-8355573F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E007C-D3CB-4460-AF52-588656A2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51FD-064E-46A3-B136-368EC92F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A1E19-9723-46C5-BE53-0FB888EB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A490B-C7FF-43FE-A043-0F929C1E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C5839-2B61-4A39-B1BF-B6376FD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E35FE-9139-4CA7-913F-2AD4DAB8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01783-930E-4169-ACAB-4C72204D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3E3D6-ED8A-49CB-8224-143EA5D0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FE9B9-30FE-4D2C-B23A-05E6FC7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3A232-8262-4BE3-AFCB-FB8FB356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758B8-443E-43E3-95B7-67F1C70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4E57C-CC4D-40BA-89DD-7CB007E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13C21-97DC-4A0B-AF33-DBA5301A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E01FE-9FD0-43DF-B178-8AAF5E1A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8E41E-620C-492F-8DCF-9F34D40A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63700-A787-4883-88AB-15416265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EC392-3611-4CBF-BDD6-4A7E3C1A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02CE4-4699-4A2D-8140-4329DEA0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51146-55B6-4BE5-88BF-EEE1A1EE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D2DF8-E623-41C1-B53E-850566C0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68333-7E46-4DE9-83A9-05BB042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B39C4-A03D-4F21-BDF8-35C5B33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A11D03C-948A-4446-B1FD-5309CD5C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7E8C8-EB2B-4EAD-B261-B2FA089F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979B8-5916-4334-B8E4-649B90FC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58E54-50C5-4BA2-9718-49CDB0AC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E0A92-2BBD-4924-8C2E-4C639A90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08AB3-6435-40D6-80F7-8CB3FE8C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53581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E95A4-1EEB-4C86-86EB-AC34BAF0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30C45-3ADB-4C34-B606-E174BBA4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8355C-4512-42B9-AFF2-E3C1A27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8715A-1F7B-4121-9DA9-C0D20AE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21AAB-5CC9-42BC-AE6F-69EAA977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13B69-9224-4E4C-AB7A-A1FFEE33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87981-9028-48B5-A16C-D7DCB416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66CF9-9658-495F-B068-364B8C5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01939-8A1D-4366-B73C-936B4BB1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3A613-17CB-4CC0-ABE7-5BC10AFC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96C5B-06BC-4F51-B12B-4474B9D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196F7-DD74-4115-B9CD-4332662D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5E838-1547-4991-BE97-84FEAFCF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D6EB1-B611-449A-A6F0-3B46DA20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FF0EF-B9EB-4A19-9BAF-CCFE463B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D465E-6698-401C-ACE1-F0560A5C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D4BB6-C1E6-4B18-B094-3A585FD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91976-C5F3-476F-9090-DA464E05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3F412-0936-44F9-B2AF-7E06103B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55706-740F-4E74-9D9F-B3F082F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80B04-6310-45D6-84BC-8EF75EF3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DB346-6D4C-4396-A783-F00F4BEA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ED0F0-41B0-49F2-8C84-059D593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B5E07-FDD5-46F3-A432-12B9E5D5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C1698-509F-4FA2-8F50-BAD54B79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59DB2-86AC-4D93-B1E3-262DDD41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EBDC4-251B-4849-8815-14DAAC49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39CBA-2D42-4892-AEDA-8F4B757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BBA99-2BBA-482F-AAE9-E86EDB2D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A05DA-E2DF-4B24-9966-25C66FFE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2649B5-5EA0-42F8-9656-CD9DE417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EBB53B-2F81-4167-A7E7-6D3FC316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4C9FA9-8FFF-4065-9073-0269129A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7E2984-4566-46FA-8A49-6CA4A10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768FB5-8BF2-406B-BB48-AEFDCFF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DBC86A-C93E-47C9-8653-A63EC482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84329-D6A1-4F45-8F5A-5B2AF5C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A910B4F-4547-4A4F-827A-87AA4BC4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BA8AD0-00CF-4277-9244-9A2C4B16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D62205-0A2D-4FFA-8D17-A034642A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B88C10-52A2-42A6-957D-D318E96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D301A1-8DE8-46E3-A5FE-BDE4C7CD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ADA70E-F68A-47E9-89E1-B31587A3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25642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AF407-C3D4-487D-833D-058B1EBA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3A2FE-2B82-4C4A-8F45-894CDF48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DB20E-DCB6-4D00-B5D7-D38B0C02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D9631-2C77-4F48-97F6-6FD1CA02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F6506-E56D-4027-A342-12EA3DE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CDC7C-9B92-4A35-B8C3-59C6E967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89296-E6F7-480E-B71E-FDEDA931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0E5AC-BF66-4F86-BF2E-E19920C0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EE208-D55A-4086-BC8C-C6BBDCAC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2DFC5-34A5-4F9E-B180-EE98A7BA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2ED70-E888-4538-BF59-62A95B22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72B7D-1FC7-40C5-BAD1-212327D3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9C27A-E6F7-4A8E-8FC3-8550167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0B325-FFD8-4630-BB6B-11BC8D1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F08A6-3087-4CD7-BFB3-977AE448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E4193-425A-40BB-8895-D4DE941F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529FC-31B7-4414-829B-91F9BF7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ADF70-6120-4EB1-9E1D-A6450C81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1D380-DA69-401C-A780-41BFA76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1E3E0-9DCB-438C-86C5-9582D5CE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C886F-0DD3-4AE3-8A34-EADA6A1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E40AE-2A2D-49C5-88E4-22E40730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76243-97F6-4F98-A1B9-E7B94B52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7EC32-BA55-450B-BE13-26611C15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9377A-80DF-4BA6-9EDC-551CEE0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2E5BB-4131-4315-B500-3EF171E4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430C2429-5817-444A-A96E-DC503A31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9F517-46D2-48F1-8B22-0D2C6291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759CD-6319-41F4-A741-83C80A8A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12448-B30A-4C60-8DDD-4801D026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1895FF-E2F6-44F3-BDF5-FFD71EBE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5524E-0F90-4EDE-A256-0A0E8A6A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56825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78C47-2088-4C6E-971B-E9FC6EF7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3161C-ECA0-4C0F-836A-B7F37737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0446B-6FD2-4242-85AE-6029658C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D48D3-5541-4FFE-92EC-9D1EF631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B45E7-CFF5-4624-9739-7563914F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12D3A-3DD7-4DEA-9078-4B30623C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B5C23-D87D-4200-A0EA-E8172F7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4443D-05F7-4645-8D4B-19C6A42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FE612-7E10-4582-B021-EBFDC267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C704E-188A-4614-9CF1-E6075E74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83138-5A76-4CA6-AD52-9179CA0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29B76-53E8-4D77-A1FB-72C386A3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D5021-0685-46BA-BD75-A87E2F3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ECCC7-BE59-4075-AB4E-080D92AD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D5771-0A0E-4B4E-A707-E6B98691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C213D-CB06-4888-8FEC-DCD3BAFB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93611-4E58-4042-9436-EF92D73E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9C920-76C6-44E7-9A50-B3D586C8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8C75A-75B9-459D-8198-16998CA2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F7C93-244E-41EF-97C4-0D95953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28BDC-6CB9-4255-9382-3AD63795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F4AF1-10DE-49DD-B3A5-A207D69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C2529-295F-485B-985A-4B5597B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F741F-833A-4FD9-9D41-B602EBCC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BB06B-6DD7-4155-8A04-F1AA3891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64CF5-658A-4C13-A77E-80A5AA0E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6D73B-84BA-4DCD-B295-C953229E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7C1AD-FC93-4434-AC55-C884FFC8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3B747-0AA6-4410-A37E-0C1B011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D415EB67-FE6C-492B-B914-ACA91A8E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8E469-57EF-4CE2-A9F7-C54C8F4C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59E7FF-8384-4983-9E07-1EA9CF4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459ED3-A850-4C8E-9308-0A44DF7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DCAE8-60EC-4A83-8618-ABF5426B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1794AC-2468-4CEF-8ED8-387A51DC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39640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F0222-A0A6-4635-B2E5-EBC4C846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4C996-C50E-46ED-8ACD-F3F00C29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E67EC-FF75-457A-AAF3-AA97E17B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D3669-0855-4BA9-83FB-70D9CBD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C3D30-9186-4DCB-A4F3-F90E66F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ED463-7631-4319-A199-3B1B2DA8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E4C82-C79F-40D9-994C-22B5F4E4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BEF38-C850-49F6-AA51-AC7D3F3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96148-7EE1-493A-8846-9EF9640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3E846-0E9B-4554-85AC-FCD09BB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40B13-9694-47E9-A380-A41A480C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857F0-29CA-43EE-BEE5-98CE4BD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CCA61-2DD0-4C58-8560-C6C6C1CF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D5394-9491-43E1-B329-4D927C9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1FAB5-3D12-4CBB-8E23-082F6BA9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CD410-0093-42CF-B2A9-24E021FE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F1BB2-2612-49E9-B0CE-95AA6950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D7C74-02C6-47EF-B836-E0B4D223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D3704-3F12-4FF3-8233-E492010B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08607-99B8-4F61-B664-ADED8752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3B92F-2956-4097-A978-AE6D4B9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91F9A-0A5C-46EB-B2C7-13D960FF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EA487-BA9F-438E-B82C-DD50ABE0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64262-8F6A-496A-907D-1F76B05E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5E446-2476-4460-93F2-792855F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F5C6A0B6-2935-4D7B-8C8F-1CFA31CC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142AA-1F0C-4DCD-AB11-9BC5937E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3E72EE-1DBB-4149-8664-93702FAE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70F3E-C113-4C48-A29B-AE64A9F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426CE0-F16D-4629-8558-6071230D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CBCDEA-C05A-42B1-8A26-20E7B2D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86042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BD60A-69D0-48F1-88BD-4F392035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0D8B-1F8F-42AC-8582-F07DD6E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EAFAA-0560-4DDF-8F3F-3FAB3E1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14624-11E1-412C-BE34-4F6DDDA6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DF9FF-A535-4FD0-88AE-41A24D4F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D2581-52F0-4F60-A725-DBDADC56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5B963-F2FE-4961-990D-851AF918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FC96B-038F-4BF7-94EA-ACD239DF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42576-1321-4DDA-B645-AA974A6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5E1FC-71E8-435C-BC48-F95C8E7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5904F-0654-49A2-B6FE-2191B07C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14C57-9DDC-4021-9E18-636D3CF2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69A7D-3DEE-415E-91B6-40EA0CD0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E0A05-C9F2-4D76-9D06-C1E4FCDA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52EE3-BADD-476D-B215-440E8D0B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10E10-4193-4D2B-8DE7-9B2BCA75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01FC8-BC41-4F86-8FD9-1E6C6897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DB18B-FF94-436E-A318-05B5F97A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F3829-2236-4729-A1A7-91F0798F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570E0-A570-454F-A383-3DB8017E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CEB06-2385-4F08-BCE2-BB86952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70310-DB3A-4589-BE5E-D5CA8AB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0C73F-184A-4D9A-BBB2-B060DF4B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5D7D8-9F1F-4891-A9C2-52EE6156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62C53-40D8-428D-B7B6-C71851E7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CBA71-7527-4A0C-B329-EA7E767D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A78CFE-614D-4361-9A1E-AA3640D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A1F19-36C6-4624-95FC-A0167413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1B12CD-B273-41B7-8BD4-45436830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CA38A-A4FD-47C3-B0DC-D470A512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40F88E-9D28-4099-AED5-983ACC7E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0DE2F-1CAF-4801-9229-9D90F3D2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D219F-4660-46B0-815C-A083922A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377597-398A-416B-B44F-F8C85009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FBF2F6-CB6A-4823-AA39-41E50678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B437E450-AA63-4195-A88E-61E06F5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5B60C9-4910-426F-97BA-5165A12B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D00373-E361-45E1-99A4-0821DFC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5B6495-39B6-4CC6-AD81-0A196A7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B48C42-26CF-479A-991F-E1D98D9B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7AEB51-A97C-4E9F-B88A-761311B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3663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A11BC-6D87-4EC8-AE54-B922337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81C26-1F44-4AD3-975B-FE813505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576F-BCF7-4DAA-94AA-99204312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F46C0-DB86-4C15-BDC4-53B55549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99938-3D1C-4FCF-B1A5-486A5986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F7C67-EEBA-4743-B946-FD9FFF0B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27DA7-D208-4B30-93CC-F7F1E195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CC95F-4C39-4FF5-991D-8D95D9B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C4DE1-B68A-4679-A3A6-69F60B71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E35E1-8834-438B-BDEC-C006092A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BC2F3-365B-4B2E-ABCE-B091D000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8B31B-737B-4619-B48A-73EEBC8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71F10-7504-448A-8BEA-58F7612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070C1-0A31-4626-85B8-323D2FF7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20210-D570-4FE7-9302-29453355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4FF7D-F560-41A3-AF99-259F920A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5C255-F8CE-44E4-8BA0-E05D590A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84765-8675-4670-8852-D39F3FF8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D2EE2-0DF5-4133-BDD6-81E5F9C6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1E714-FAEA-4B9D-B2FB-5B970B16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CF0E8-6924-4008-9ABD-2AAAB1E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B17CC-5FE7-498A-BFBE-0F7C997A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73E23-C896-4C3F-B773-54C0C6C6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ACA7D-2CA0-42AF-85BA-E6D5820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20DD3-FDEE-4DFB-B2F8-879FF10D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88D7E-A7B9-461A-B79E-222C8431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41F21-716F-4888-9E32-72C6C087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C2A3AC6-2963-4FE1-B118-E32E0F8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EE98A4-1DB4-47E5-85AF-B92550DA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6CE376-F02E-4DBE-9C4E-F243D585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39C79F-8110-4F3A-BD30-C8042417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D6B7EE-BA48-4E1A-90BF-F6EBAD57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8293E0-3CAE-4967-B0AA-DFA406E2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8688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23258-82D9-4C88-A57B-9849E426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CF508-5AF5-4145-879B-00A6254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606CA-52FA-48FD-8FED-11F2BAF3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7FCEE-85ED-4A09-BDA5-FF092444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94997-C586-4505-98A6-1EC69DF1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CF21D-950D-4A6B-B9FD-64F7E936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09DE4-E944-4B23-BBAB-5272A7C7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0003E-9048-4D70-9993-B6112440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5CB59-9338-4290-854F-D55388E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A4A2C-55A9-4CED-B35E-54EEB13F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CC713-E0A2-4A3B-BAFD-0683378F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22932-B5EF-4B6B-9128-3517847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4AF9E-7C8D-406A-86F8-9C59AED9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D759D-1017-4BC2-8B48-38C2E16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92989-C2EC-45B5-B2E7-AAB67F62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AA9A2-F411-4273-A7C9-879171DE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67B31-1F88-48E3-86EB-2CA9B29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F14D27B8-0A85-498D-B323-F30D28A9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7595D-EC66-41D0-BE2A-CDBD25EF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03067-4747-4CF1-AE59-8CF21C8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6B659-6EE6-43ED-B343-194A0F4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BCEB2-7FB3-46A6-B79B-9907F76F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74A84-13D0-475B-82E2-55FF8D87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678166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D5BAE7-4877-45D7-86C5-2A3CD025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97A7A-210F-4CAC-8062-2D4EBD8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E21CE-BFC4-4306-A496-22839AD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FFAE4-52DB-4899-B536-430A7C7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179B7-1BED-46D5-8152-0B3EDFF6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C67FD-7625-49DB-A7CB-DD66D87B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8CBBD-C64B-4E09-A02D-BF8B5A2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01C7A-0B5A-4EEC-AF62-1B52DC20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60322-DF47-4F1B-8D3A-2FAFB95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87B5D-67E3-4DE5-BC31-67674FC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33EEC-0E95-4046-AA43-7A6872DB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0DC8C-9A4A-409E-98C9-9B7D8A9B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185C9-2AAB-4DCC-AC06-95A878AA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07A27-9671-4235-BDB1-C3F676B0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F05D3-EC1A-4E43-9774-DBD11824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3D626-9F0B-4557-8942-B17D1217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594A6-CE80-472F-B173-FAC29924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A3A7C-01B3-4A70-A431-EDC03232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58AC9-62E5-4176-BB48-BBB6237E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CB414-0D6C-4995-95EE-69DD35E9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03E40-AFC7-4C7E-8E6F-181A64C0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81D31-E378-4970-8CA6-0C98A7C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36085-0575-4AEF-AAA0-F921CE16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6511E451-5572-4739-BD90-F1B3BCB4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4928E-1E7E-481A-AEB0-131B06E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86178A-E176-4BD3-AC9C-86FA119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E97FA2-146A-48A3-9493-127EDCC0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A4735-6BF9-47C6-A7C7-D2638E47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4B91B9-62E6-41DB-848E-4B350975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143381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68B3C3-752F-427F-B1E3-5A0F635B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C5943-56B7-4401-878C-1E6B1AE7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5E98D-6D23-4C84-8668-B2387E5D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A9EE4-F998-424E-81C3-B6504DBA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F7473-AD2A-4701-B8BD-EDD1EA50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9E26D-0C9E-4D71-8707-F7304A47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92F72-F34B-4B34-9C8A-B7E7E08B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BB9A-7D2F-4782-9F86-2159D379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E58F8-88DB-443E-BC6C-43E7819D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4DC5C-236C-4FD0-984C-76EDCD65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701CE-A2F6-4E0B-BD5C-1E3F13F4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6A680-E5C3-4D50-A21B-83696623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956A1-FE98-4A39-88AE-154F266A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D1297-19DA-4AE1-8171-22C9E489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F559D-1303-4C7C-894C-7C441C2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1B2AD-11C2-4305-A51A-A3CEE5CD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70264-EA03-4891-BDF0-008A468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66F54-D795-45FB-8CE1-9086AFF8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B36DB-E7E5-43B9-AE64-D3EB02C2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249CF-CA7D-4D05-80EE-6798E59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F6449-1DD2-4B89-9792-80D43D5F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A6405-3D9D-4F41-9179-F48280A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DFF31-3595-49A7-BBB6-F2476F7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48920-C309-4A62-AB89-DDD9E399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75852-FBA3-4E6C-9767-098F885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4CCB5-8947-406D-B4A5-63FA45FB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589FBB-FBBB-41F6-8767-32B63A52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675EE-9C40-40E4-8453-611A0252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2B9A2-BEA4-4209-8CB4-5358C2F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6ED202C2-267B-48EC-831C-F98AADE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464077-11AB-4FB9-B96C-F4A36AD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4416C-FCA7-4EC1-90DE-3D1A6DD0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349AAD-DE46-4DFF-A371-BF63F129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072987-EE4D-4B40-8A38-F08E5B3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416E31-3A56-4AC3-9F0D-873DAED6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00430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A0028-EA7B-48B2-B3E7-93A424A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46E84-91AF-4156-BA34-F3416A0C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CE126-DE36-4338-A614-419596C6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1713D-88AB-4CAE-BD41-92CA277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12DC0-B281-407D-A6C8-E8091779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6FE5D-7C59-4A9C-9DF2-313721EE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163EC-6C85-452C-97F4-A1413B9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BDA66-38E2-4484-A957-53294E29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248BA-D958-4A03-833E-DBE8BD35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E2F33-C071-4AC6-87FC-238394F4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F0236-AF27-4CCA-95DB-F1FB021D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9F114-2CF0-4BC8-8A33-5CACAA1A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B8E5B-BEF8-45D9-A0DC-65525BE5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50E0D-BD3C-447E-A8AF-3557F11A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955BA-8F61-4AD1-B69A-9BCEC2E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813A9-9E91-4A6E-ADB4-FF126325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9ED44-31A0-46FC-9F63-7B8D862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C4EDC-696D-42EB-A7B2-B6BE6C13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E932A-8E2A-410C-8BDE-93FD3A4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CAAE4-6F5F-440B-A3F8-FDA3AEE1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37CFF-6419-46D1-A5F5-4C1C0BBD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F71CF-09B3-44E1-B4F7-6198A340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4F09D-FE35-4E52-880F-3A9D3E60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FC909A13-39D2-489D-83E1-0B0DD9D8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97347-D9FA-4918-99B2-875D0B69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52D1A-221B-44C7-9460-F2BE41F5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43BCD-3CF2-4014-B502-70135CB6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140D1-CDAF-436B-9DAE-C5D5C632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5E08B3-F472-485E-BD96-75FF5C5D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73593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2026-06-15T08:50:47.4600000Z</dcterms:created>
  <dcterms:modified xsi:type="dcterms:W3CDTF">2026-06-15T08:50:47.4600000Z</dcterms:modified>
</coreProperties>
</file>