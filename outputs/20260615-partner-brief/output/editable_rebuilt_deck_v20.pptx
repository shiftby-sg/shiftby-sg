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0936b224a94b5b" /><Relationship Type="http://schemas.openxmlformats.org/officeDocument/2006/relationships/extended-properties" Target="/docProps/app.xml" Id="R0b9c142280fe4a5d" /><Relationship Type="http://schemas.openxmlformats.org/officeDocument/2006/relationships/officeDocument" Target="/ppt/presentation.xml" Id="R0586136ab0ca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72e14611f94f76"/>
  </p:sldMasterIdLst>
  <p:notesMasterIdLst>
    <p:notesMasterId xmlns:r="http://schemas.openxmlformats.org/officeDocument/2006/relationships" r:id="Re7ea622b021d4e0e"/>
  </p:notesMasterIdLst>
  <p:sldIdLst>
    <p:sldId xmlns:r="http://schemas.openxmlformats.org/officeDocument/2006/relationships" id="256" r:id="Rea0fad587b34423e"/>
    <p:sldId xmlns:r="http://schemas.openxmlformats.org/officeDocument/2006/relationships" id="257" r:id="R28ff9d8dd7af4174"/>
    <p:sldId xmlns:r="http://schemas.openxmlformats.org/officeDocument/2006/relationships" id="258" r:id="R5a5522d5f3054564"/>
    <p:sldId xmlns:r="http://schemas.openxmlformats.org/officeDocument/2006/relationships" id="259" r:id="R9754400da9464f5b"/>
    <p:sldId xmlns:r="http://schemas.openxmlformats.org/officeDocument/2006/relationships" id="260" r:id="R335287f1f3224a39"/>
    <p:sldId xmlns:r="http://schemas.openxmlformats.org/officeDocument/2006/relationships" id="261" r:id="R630c54f92baa478b"/>
    <p:sldId xmlns:r="http://schemas.openxmlformats.org/officeDocument/2006/relationships" id="262" r:id="R334ba05270b846da"/>
    <p:sldId xmlns:r="http://schemas.openxmlformats.org/officeDocument/2006/relationships" id="263" r:id="R729bdf7373064ef5"/>
    <p:sldId xmlns:r="http://schemas.openxmlformats.org/officeDocument/2006/relationships" id="264" r:id="R30b0c5d72d864819"/>
    <p:sldId xmlns:r="http://schemas.openxmlformats.org/officeDocument/2006/relationships" id="265" r:id="R51c938fa01694783"/>
    <p:sldId xmlns:r="http://schemas.openxmlformats.org/officeDocument/2006/relationships" id="266" r:id="R4481920f17034123"/>
    <p:sldId xmlns:r="http://schemas.openxmlformats.org/officeDocument/2006/relationships" id="267" r:id="Rd9ad75c74bf84de5"/>
    <p:sldId xmlns:r="http://schemas.openxmlformats.org/officeDocument/2006/relationships" id="268" r:id="R9a33ec79d2344ad6"/>
    <p:sldId xmlns:r="http://schemas.openxmlformats.org/officeDocument/2006/relationships" id="269" r:id="R1d89a88273854032"/>
    <p:sldId xmlns:r="http://schemas.openxmlformats.org/officeDocument/2006/relationships" id="270" r:id="R621ee6c21dc24ac8"/>
    <p:sldId xmlns:r="http://schemas.openxmlformats.org/officeDocument/2006/relationships" id="271" r:id="R4e0389f18f334a00"/>
    <p:sldId xmlns:r="http://schemas.openxmlformats.org/officeDocument/2006/relationships" id="272" r:id="R8093040ac953465e"/>
    <p:sldId xmlns:r="http://schemas.openxmlformats.org/officeDocument/2006/relationships" id="273" r:id="R3236a3a7955340b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be4333b97a444c" /><Relationship Type="http://schemas.openxmlformats.org/officeDocument/2006/relationships/slideMaster" Target="/ppt/slideMasters/slideMaster1.xml" Id="Rc572e14611f94f76" /><Relationship Type="http://schemas.openxmlformats.org/officeDocument/2006/relationships/notesMaster" Target="/ppt/notesMasters/notesMaster1.xml" Id="Re7ea622b021d4e0e" /><Relationship Type="http://schemas.openxmlformats.org/officeDocument/2006/relationships/presProps" Target="/ppt/presProps.xml" Id="R9e2d6d9c6cde4a5b" /><Relationship Type="http://schemas.openxmlformats.org/officeDocument/2006/relationships/tableStyles" Target="/ppt/tableStyles.xml" Id="R12fba32ce21f4499" /><Relationship Type="http://schemas.openxmlformats.org/officeDocument/2006/relationships/slide" Target="/ppt/slides/slide1.xml" Id="Rea0fad587b34423e" /><Relationship Type="http://schemas.openxmlformats.org/officeDocument/2006/relationships/slide" Target="/ppt/slides/slide2.xml" Id="R28ff9d8dd7af4174" /><Relationship Type="http://schemas.openxmlformats.org/officeDocument/2006/relationships/slide" Target="/ppt/slides/slide3.xml" Id="R5a5522d5f3054564" /><Relationship Type="http://schemas.openxmlformats.org/officeDocument/2006/relationships/slide" Target="/ppt/slides/slide4.xml" Id="R9754400da9464f5b" /><Relationship Type="http://schemas.openxmlformats.org/officeDocument/2006/relationships/slide" Target="/ppt/slides/slide5.xml" Id="R335287f1f3224a39" /><Relationship Type="http://schemas.openxmlformats.org/officeDocument/2006/relationships/slide" Target="/ppt/slides/slide6.xml" Id="R630c54f92baa478b" /><Relationship Type="http://schemas.openxmlformats.org/officeDocument/2006/relationships/slide" Target="/ppt/slides/slide7.xml" Id="R334ba05270b846da" /><Relationship Type="http://schemas.openxmlformats.org/officeDocument/2006/relationships/slide" Target="/ppt/slides/slide8.xml" Id="R729bdf7373064ef5" /><Relationship Type="http://schemas.openxmlformats.org/officeDocument/2006/relationships/slide" Target="/ppt/slides/slide9.xml" Id="R30b0c5d72d864819" /><Relationship Type="http://schemas.openxmlformats.org/officeDocument/2006/relationships/slide" Target="/ppt/slides/slide10.xml" Id="R51c938fa01694783" /><Relationship Type="http://schemas.openxmlformats.org/officeDocument/2006/relationships/slide" Target="/ppt/slides/slide11.xml" Id="R4481920f17034123" /><Relationship Type="http://schemas.openxmlformats.org/officeDocument/2006/relationships/slide" Target="/ppt/slides/slide12.xml" Id="Rd9ad75c74bf84de5" /><Relationship Type="http://schemas.openxmlformats.org/officeDocument/2006/relationships/slide" Target="/ppt/slides/slide13.xml" Id="R9a33ec79d2344ad6" /><Relationship Type="http://schemas.openxmlformats.org/officeDocument/2006/relationships/slide" Target="/ppt/slides/slide14.xml" Id="R1d89a88273854032" /><Relationship Type="http://schemas.openxmlformats.org/officeDocument/2006/relationships/slide" Target="/ppt/slides/slide15.xml" Id="R621ee6c21dc24ac8" /><Relationship Type="http://schemas.openxmlformats.org/officeDocument/2006/relationships/slide" Target="/ppt/slides/slide16.xml" Id="R4e0389f18f334a00" /><Relationship Type="http://schemas.openxmlformats.org/officeDocument/2006/relationships/slide" Target="/ppt/slides/slide17.xml" Id="R8093040ac953465e" /><Relationship Type="http://schemas.openxmlformats.org/officeDocument/2006/relationships/slide" Target="/ppt/slides/slide18.xml" Id="R3236a3a7955340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f68cbe12bc46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e1df54fa564e19" /><Relationship Type="http://schemas.openxmlformats.org/officeDocument/2006/relationships/notesMaster" Target="/ppt/notesMasters/notesMaster1.xml" Id="R6d3b70121feb4b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3e681e2c4b4bef" /><Relationship Type="http://schemas.openxmlformats.org/officeDocument/2006/relationships/notesMaster" Target="/ppt/notesMasters/notesMaster1.xml" Id="Rfaca3a066c684d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df234e8eca41d8" /><Relationship Type="http://schemas.openxmlformats.org/officeDocument/2006/relationships/notesMaster" Target="/ppt/notesMasters/notesMaster1.xml" Id="R9da78701a7f045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d5e51f2c34a63" /><Relationship Type="http://schemas.openxmlformats.org/officeDocument/2006/relationships/notesMaster" Target="/ppt/notesMasters/notesMaster1.xml" Id="Rdaa7765c9c0e42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8eb3ccdb644575" /><Relationship Type="http://schemas.openxmlformats.org/officeDocument/2006/relationships/notesMaster" Target="/ppt/notesMasters/notesMaster1.xml" Id="Rebc12f4794f24c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958c4e4ab4f89" /><Relationship Type="http://schemas.openxmlformats.org/officeDocument/2006/relationships/notesMaster" Target="/ppt/notesMasters/notesMaster1.xml" Id="R7e98785ceb8f4a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0e01322bd14eb2" /><Relationship Type="http://schemas.openxmlformats.org/officeDocument/2006/relationships/notesMaster" Target="/ppt/notesMasters/notesMaster1.xml" Id="Rf3c59c0813d94e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04c92980fb42f6" /><Relationship Type="http://schemas.openxmlformats.org/officeDocument/2006/relationships/notesMaster" Target="/ppt/notesMasters/notesMaster1.xml" Id="R902cd0ab1aa248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3b764da6464b73" /><Relationship Type="http://schemas.openxmlformats.org/officeDocument/2006/relationships/notesMaster" Target="/ppt/notesMasters/notesMaster1.xml" Id="Rb4dbaf29e3d749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4edbb75bef4ef6" /><Relationship Type="http://schemas.openxmlformats.org/officeDocument/2006/relationships/notesMaster" Target="/ppt/notesMasters/notesMaster1.xml" Id="R14c599cf08364e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6c2267d150480d" /><Relationship Type="http://schemas.openxmlformats.org/officeDocument/2006/relationships/notesMaster" Target="/ppt/notesMasters/notesMaster1.xml" Id="R640d1ebad8674f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18a980587948eb" /><Relationship Type="http://schemas.openxmlformats.org/officeDocument/2006/relationships/notesMaster" Target="/ppt/notesMasters/notesMaster1.xml" Id="Ra02c6a45e17748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dbec24ad314b8f" /><Relationship Type="http://schemas.openxmlformats.org/officeDocument/2006/relationships/notesMaster" Target="/ppt/notesMasters/notesMaster1.xml" Id="Rd244b4f7b8ce49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1a6f2db53f43eb" /><Relationship Type="http://schemas.openxmlformats.org/officeDocument/2006/relationships/notesMaster" Target="/ppt/notesMasters/notesMaster1.xml" Id="R165c6c5a8f8244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0fd721031d4ee5" /><Relationship Type="http://schemas.openxmlformats.org/officeDocument/2006/relationships/notesMaster" Target="/ppt/notesMasters/notesMaster1.xml" Id="Re0290fd60c4948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a23fc874f946bd" /><Relationship Type="http://schemas.openxmlformats.org/officeDocument/2006/relationships/notesMaster" Target="/ppt/notesMasters/notesMaster1.xml" Id="R59eb7566243b41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ac7d1e295248be" /><Relationship Type="http://schemas.openxmlformats.org/officeDocument/2006/relationships/notesMaster" Target="/ppt/notesMasters/notesMaster1.xml" Id="Rf5dddb01875c44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e6a3f2e64a4dd9" /><Relationship Type="http://schemas.openxmlformats.org/officeDocument/2006/relationships/notesMaster" Target="/ppt/notesMasters/notesMaster1.xml" Id="R159f6db4efec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1f421590443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24ce9d24e45a0" /><Relationship Type="http://schemas.openxmlformats.org/officeDocument/2006/relationships/slideLayout" Target="/ppt/slideLayouts/slideLayout1.xml" Id="Raf50c00321cd4b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50c00321cd4b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f55e921a84db4" /><Relationship Type="http://schemas.openxmlformats.org/officeDocument/2006/relationships/notesSlide" Target="/ppt/notesSlides/notesSlide1.xml" Id="Ra65833c0e2d34e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27071ead46f0" /><Relationship Type="http://schemas.openxmlformats.org/officeDocument/2006/relationships/notesSlide" Target="/ppt/notesSlides/notesSlide2.xml" Id="R81a572e8f525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cb84688dc4330" /><Relationship Type="http://schemas.openxmlformats.org/officeDocument/2006/relationships/notesSlide" Target="/ppt/notesSlides/notesSlide3.xml" Id="R5139f93b7e4a46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1913ded8e4945" /><Relationship Type="http://schemas.openxmlformats.org/officeDocument/2006/relationships/notesSlide" Target="/ppt/notesSlides/notesSlide4.xml" Id="R502c24aa9dbc40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839635ee24737" /><Relationship Type="http://schemas.openxmlformats.org/officeDocument/2006/relationships/notesSlide" Target="/ppt/notesSlides/notesSlide5.xml" Id="R6b75ffd5ec9a49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15301e51e4eda" /><Relationship Type="http://schemas.openxmlformats.org/officeDocument/2006/relationships/notesSlide" Target="/ppt/notesSlides/notesSlide6.xml" Id="Ra35af3e3903a4c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c75b516624dd3" /><Relationship Type="http://schemas.openxmlformats.org/officeDocument/2006/relationships/notesSlide" Target="/ppt/notesSlides/notesSlide7.xml" Id="Rcd94ed8d1c2d41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f38eec9a54491" /><Relationship Type="http://schemas.openxmlformats.org/officeDocument/2006/relationships/notesSlide" Target="/ppt/notesSlides/notesSlide8.xml" Id="R2a3724aab80643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fc9d9382c49f3" /><Relationship Type="http://schemas.openxmlformats.org/officeDocument/2006/relationships/notesSlide" Target="/ppt/notesSlides/notesSlide9.xml" Id="R14472ae9110846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d88a93a1f4c63" /><Relationship Type="http://schemas.openxmlformats.org/officeDocument/2006/relationships/notesSlide" Target="/ppt/notesSlides/notesSlide10.xml" Id="R519054c393bc4b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ea245b7914119" /><Relationship Type="http://schemas.openxmlformats.org/officeDocument/2006/relationships/notesSlide" Target="/ppt/notesSlides/notesSlide11.xml" Id="R2b273f7c927a4e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48b4d90c642d6" /><Relationship Type="http://schemas.openxmlformats.org/officeDocument/2006/relationships/notesSlide" Target="/ppt/notesSlides/notesSlide12.xml" Id="R4cbd7414847646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5c22aa8364bf8" /><Relationship Type="http://schemas.openxmlformats.org/officeDocument/2006/relationships/notesSlide" Target="/ppt/notesSlides/notesSlide13.xml" Id="Rf18b3b41099042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a39ee829a44c5" /><Relationship Type="http://schemas.openxmlformats.org/officeDocument/2006/relationships/notesSlide" Target="/ppt/notesSlides/notesSlide14.xml" Id="Rc191de0ec66a4a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e8c5fd27746c6" /><Relationship Type="http://schemas.openxmlformats.org/officeDocument/2006/relationships/notesSlide" Target="/ppt/notesSlides/notesSlide15.xml" Id="Rb4ff43040e044c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700e601d74dec" /><Relationship Type="http://schemas.openxmlformats.org/officeDocument/2006/relationships/notesSlide" Target="/ppt/notesSlides/notesSlide16.xml" Id="R76d320785fd142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992c82b3d47ce" /><Relationship Type="http://schemas.openxmlformats.org/officeDocument/2006/relationships/notesSlide" Target="/ppt/notesSlides/notesSlide17.xml" Id="R19079d42f07d49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9d321b46c4463" /><Relationship Type="http://schemas.openxmlformats.org/officeDocument/2006/relationships/notesSlide" Target="/ppt/notesSlides/notesSlide18.xml" Id="R695fa8112d3741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E016CC-7E56-43C7-ACEF-92227ABD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222CB-EF1D-4FBC-9D7F-27B65264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8BFB9-1837-4754-A301-7B58DA1E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FCBEF-E9E4-4AB0-8A3E-38E9F0A5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0351B-2A71-481C-87E8-FBDF76B3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65C94-DCA7-47DE-8D2F-FB0A4BDB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C839B-4544-42DE-A2B0-99C28F54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22EB5-F3A9-4ABC-A5BB-7C5B01AD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FC80C-B09E-4C36-BF60-0E62B7D8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FD7AF-2C53-449F-9A6E-649B7251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D1362-A1DD-4B81-B8FA-4B1D192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A3304-BBA6-4FC1-BBD1-1E23D9DA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33DFA-DF70-4966-A25D-60B119D5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D64D7-46C9-4264-BE8B-B3789C85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AD93EBA2-FF86-4C0F-8585-F2DB8628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E4B5A-6C1C-45C7-838E-8BFEBF92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06632-B39D-413D-9BC7-A6172FF7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4E915-9602-4BA1-9C53-FEBD7B97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6DEA3-E12C-4BCC-B996-DA32157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45043-4A6E-459A-BFEF-41AEEC5B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48567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78995-6B56-4288-B78B-03D4D96F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D97E9-7046-4F40-970C-9D97CFE4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EAB0C-64F4-4C40-A83E-A293783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6906C-30CC-40E6-A8CD-2C7377E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05A04-40D9-4382-8325-02FBC1D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CD568-09AF-45E9-A608-27D2093B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B9ADB-C670-464E-B572-5D85EEE4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B5BC4-03D5-4179-B968-77C3270A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8CCC4-706F-4FC1-BD9B-9C43470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86532-2F1C-4EEA-9EF4-F1EDDE6C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E0FF2-02FD-4279-B425-C069C4A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BC204-D34D-462E-93BB-4A4B4833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E8064-0C97-439F-86E0-6EF3DFEC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79DEE-FB49-4177-8ED9-92A21D6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F626E-BD13-48D1-810E-7B9C4A78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B988D-FB07-4C17-9765-57AD54C7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1C4A3-B9A8-4BF7-8AC6-2483C0FC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60101-640B-4E91-B64A-C622FBDF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B6C05-5FF4-4C4C-9901-EDDF3D9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7B770-30D3-4B66-B6CF-36FE787A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D3EBB-B4C5-4D44-9284-1C881622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53D95-F387-47C2-AA85-95A09F41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C2872E2D-E25D-45D8-BD63-C413E6AE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9EB8F-DE52-4B58-A0EF-16EF5725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CB3C7-9843-425A-8BEC-4463A0B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66A85-116F-4CA7-9568-50F01DD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03794-1701-4D88-A88E-2BECB390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818FD-E6DF-4A8A-9713-47AB899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9289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2A6F5-AF8A-41C4-8F5F-BE10B860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AE914-1AF2-4C81-A47F-3E83977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5C86D-8FD3-4FCA-9B07-367414FB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E07F2-7C36-4776-B604-5E162364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67AD4-22C7-4E66-8AA8-93B7B3F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48B31-4826-4060-9651-0966CBD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08982-8176-492B-9ACF-0DF1E49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A09C6-A943-4421-8B84-27603770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2A3BF-B8B4-45DD-A6CA-1D1C5AE9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CFD50-27E2-475D-B1A4-FCC5B71D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1BDDA-E27F-45B4-ACB5-378C1369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D2FCB-1780-4E1D-85BE-C629D847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8E69B-C89F-4CFB-B590-AD8F412B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9F5EE-E7BA-4839-8369-513980A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1EC26-2B2C-4308-AF98-BE2AEAF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DB70F-C7CB-4DB4-8A8D-C1E644B3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06DC2-84B6-48A2-8E64-15E87718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8E2FE-2978-4A83-8754-CB3040E7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41772-2C33-464A-B2B1-33C22695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F054B-F2D0-4743-91AA-3285F8E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EFCDF-244A-47FF-9DAA-F669814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C4839-259C-4A54-905A-0A74C61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11984-7C02-4ECC-BEC6-AAAADBF9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E9C66-0470-4F2D-BF05-183F89D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E43BD-E39A-4B56-B757-E7B5E695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09CF2-2C00-4EB7-B633-A9F5EB1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6140F-F13B-4896-BEF6-8F404797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CB7F4-081C-404F-AD47-7BC6B153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BA80B-CCFA-46AD-B03D-05967DD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2E64F-4957-4677-998F-08DB61C1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BD417-9443-4820-AAE7-25DA9959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BBCE5-70B5-49AE-AF64-C9E1F530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722F2E-5A0C-4F43-AFED-13D961D4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6C761-F03A-4FD8-B09E-3B117BD3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F4E7EF57-C13D-46F2-B027-95758051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2045D5-0A5D-4FDB-94C2-152D81CA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FA95E0-2DD2-4DF7-B18C-89E5192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4681F7-E70C-4AE9-8511-B0D26185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444267-E25B-42A7-8D3A-91F6D7E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A6E704-5BB0-4636-B99A-FE5A24F9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19272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ADE78-0D56-44C6-A268-38FFF61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C3BFD-997C-478E-8B36-F5FAE807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C6FB9-AF05-4BAD-A320-FDD0469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B86BE-ADAD-46DE-9DE5-CA8788BC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01616-64FB-45A6-8DA3-D2386020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2CF5B-9D9B-40F7-BEBC-FB99406C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F8E84-1179-4CB9-A8E6-65D953D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AFF99-2B50-434F-B0A9-7B144CE8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B9378-F6F4-4E2B-9C75-B084C78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FDBB7-FFCA-49D0-A020-782C8E32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1E09E-D1A7-4F82-910F-6138B186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04EDF-B6BE-4029-A820-094FCA9C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595BC-B4F0-4188-8E95-83B5A44C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63A2D-107D-4221-B804-BE5149E1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5DD5D-F795-47C6-9746-FE5D3CF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2D6B3-9F07-4D00-A18F-9F477768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E026C-3717-4826-89A1-3855500E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7D873-3695-4D78-ACEB-74BAF7E1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60F14-F6FE-42CB-8C35-6CAEC2B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E8755-DB2F-4CB4-95FB-30BCBD98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2554C-5343-4C02-A638-EDCC330E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DD3CD-42DD-4DA2-91A6-8B5655A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7CD35-08DE-47A6-94D7-738DE923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C62F4-CD25-4B6F-A000-8BFC12E8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F7299-1D7C-4FCA-B30D-BA8C4A17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86825-273B-489A-9DA2-FDC4F75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49863C-294F-4CDD-8906-C12EC120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48B9731A-EA12-4C35-8561-74C9B64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B0F218-BCD4-4001-8F23-21088063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5287B8-9EF6-42FF-AC96-744B2B64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2D73B6-5338-41D0-BCB0-1A765A1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12DFF-1DE6-4721-9EC7-789C4BFC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163045-5827-4A49-918F-FFF86CF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89437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3A173-CC84-434A-9AE0-AC217D60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EBD40-F975-4678-A12F-4833BC6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8867B-AAA5-4EF8-A390-00FD008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73AA9-4C7A-4D0E-AC5A-6CF78FFD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14556-BA38-425D-88F7-8D496331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94A60-BA5C-4CE1-B05D-25C46ABA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A23AA-EC48-46CF-B091-1A1A0D88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1B7BD-9A6E-4079-B294-0B124E16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D2A2B-FBEB-4AFB-88EE-2198A8AC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82E0-204C-4053-A94A-02E069CE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65124-F365-497E-A118-A594575D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1FFA-0DD9-4BAB-AC15-14D67ADF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FC652-48E8-4559-BBCB-BA8496F1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28546-EDC0-45E7-9086-C1C9BD4F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20ACF-44CC-4B70-9AF5-184FF07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ABCA5-BC5A-4B5F-A540-ED8D4847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FC3CC-9F9E-48E9-89DB-FCED78E7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6E6E1-0CD8-442A-A75D-335FFDD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055C1-B4AE-4E2C-AB1E-4AAFA003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130E9-FA4D-4FDE-BEEC-D1A8944F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80D90-A7C6-4FBA-803E-F40D77E9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74EB6-7902-40C7-9E51-80ADCC83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B9832-5886-4B5A-BE0E-8F554752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4E830-82A0-4F3E-ABA2-C250E32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F38CD-563B-4468-9764-4D75E98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38EFD-4449-42C6-B206-0B56C649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10AD9-C58A-4B27-8883-54F1900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35719-1B76-4C87-BE4D-1DAF45B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33CDD-A22C-4E77-A3C8-0AC6B447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6B9D4-C0D1-4996-9090-2EC51BE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778039-A624-4B76-A3D8-F594B33F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E76230-4A03-4A90-968F-D004149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F0FBCD-B8EA-41E7-BE28-DB5018F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790979-705B-4DFC-B278-556E023A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7EAAB8-F69E-426A-AF63-77B5102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9C9CAF-43E9-4688-8A55-8F627806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2FC250-AC5A-474F-9F2F-BFC6C32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337B916B-9EC7-4A9D-A242-9EC5D43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6C2D84-5F62-40D6-B095-446B24E3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7F7909-5CE2-4DBF-B170-A19010F7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AADBE-CAB3-44BB-AC15-D022BC48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DA1B7C-3E90-41A1-859A-1B3A3677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37A907-8106-4691-A5DE-9DEF5F04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16994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C8AF65-18C1-4E97-AE48-24DA43F9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DB395-4300-4F00-A482-B548399C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8C039-F75C-4D34-92F3-F186B905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941C1-A5B5-4CDB-B720-CD7A3A83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82A29-72C2-479E-9F9E-02BE2D87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60139-0BF1-4A7C-918E-C95A5FCB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F7A01-D32F-4E33-AC5F-F353A933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21EA6-E71B-47F3-A02B-D228E66E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26402-7461-4634-86CA-367B851E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 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A0E2D-941C-43E8-B3FB-8ABE4671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35212-A146-4D7E-AEF0-1F84D94E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019A2-50D5-43A0-ABC1-FC7FF22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1A655-1952-425F-89F2-D0623AC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423B9-5C29-4016-9AEE-48403C82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188CE-E8DC-4EF2-9BDB-33FD5B38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3490D-2DDE-4B80-A9CA-410BEBB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D65FF-CF0C-45C8-A82D-29EBD86B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ABA48-EFEC-4989-BF0E-1FD82BEE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88E61-31FA-4593-835A-723DE2A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02FF3-B82E-45AF-B1A4-A9436F0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A27CB-0E04-4BA0-8BD9-4CB5C144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4DB9D-9E3C-43AB-99BD-9F89C76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FE0E9-7C04-4B9E-8E20-4B752E4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92E27-AF86-4D19-86B1-AF9375A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82441-460D-4D49-ABE9-04649439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21391-98C6-46AE-9F7E-3FB68D62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6E4EB3FF-3137-49DE-860D-735C93C9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75466-5F82-4790-8304-2FCFCE5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B2BAC-6B22-475A-B5A3-7AE98977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2150B2-49FC-4BC8-A726-17687E7B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390250-5AEC-456E-8FFE-FE8521F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A1F32-045B-4573-98F2-6AA49A8F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34664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7EB5B-E3EE-4223-B476-5B041532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D0E3D-072D-43BF-A5A6-F57E985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3CFCA-C4A9-4527-97DE-6A1C7ABC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F1641-04F7-4B58-8B8B-88383BDB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D1899-5E13-457A-9969-638234EB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72065-77BF-4343-B5A2-A645819E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931D8-03DD-4A59-87F8-8032B0F2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81D82-241A-4004-BCFB-603F4AFB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9FF9C-CAC0-4508-A043-785DDD89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9BCBC-00C2-4A27-B85B-AFA6803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A9246-36C8-47B4-8DD5-1ACB54F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6AE26-ADD3-4623-BAD2-FFD2999F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2D762-F967-4C2B-94F7-A16F3236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A72D8-D05D-4E20-93FF-DBE80B9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EF7DA-8835-4DF6-96B4-B9521A9B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F8C9C-F63C-4BDC-BBE8-5453E33A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BDC38-3D83-406D-9552-A763086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DC66B-17C6-45EC-BBDA-36DED85F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F8222-8C40-4F3C-ADE4-C293A430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D507D-E25B-4836-AE7A-C9290D8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12971-0179-4E64-8643-79C1E808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5B01E-0808-4F99-A696-0F88FFC2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39A2D-EF21-49D8-A10D-85205EAB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5E0FF-66E6-4B82-9FE9-A6FD70D3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840D7B-BC39-48D9-9B2B-78802B94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0367D-4C4C-49F0-AFCC-1D6A22D7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56049-C53F-4BF9-B37D-E1DE25F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B09DE-A990-445B-96F7-B18D222F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623798-9AFB-40D3-99FC-CB92E55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8CE74553-C286-45B6-A680-6C4B81C6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3D13C8-93D3-416A-B643-D3DD6482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7D8C80-F681-4C9B-A0A7-1292CA8B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0362E-0B9A-4502-B4DE-F124223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0E2742-552A-4C97-A12D-C5EE26E3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8AE3B7-50A7-4752-841A-7264A2E1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83080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5C425-719A-4899-89D1-A029532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91D4D-57D2-496E-BBF8-257BF6E8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6AEB3-2239-4583-A767-69968595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B4BA1-A13E-45E8-BEE8-1B6A313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1BCCF-EAE6-4CFC-933C-94AE28ED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9814A-7F2E-489A-996D-28A208B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057EB-F5AF-459A-BB43-66D11C6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F00FF-2716-4261-AED3-4A5F8B86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B3F8B-BF4D-4C3F-84F5-A5782E1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2259B-3B19-419C-A4BB-F93252F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CEF13-3938-455A-8C57-97E5A6D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77F68-01F6-4D1F-82ED-50D84746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5D818-171E-46EF-BA88-4C648EB1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CB920-62B4-4C56-806B-573B3FF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F5C99-46B3-4E7E-9708-A0BB9096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72A92-A235-4B86-BEC9-C07BD591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05091-2A3B-4794-AFDA-7FCD986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89724-6BDC-488F-A9CF-C8DAF69D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64D33-0EEB-4BC0-BC94-05255461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DC895-5FAD-48AF-934F-D3F21300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0AD6D-D9B8-4790-B41B-F686C5C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25AF3-5113-4955-A63F-E8C6E02D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64973-7FE9-48A6-AED4-0616600C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2BC6F-9981-46B2-94A6-B47134FF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3C054-EAE0-4254-ACAD-05A0C5B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380D5C-A913-4660-9D7B-743DD43B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AE843AD5-C860-42E7-A2C8-42638909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FB490-9D2F-4981-BAD6-1F64129B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161A61-281B-493A-8881-B5381E8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C1316-49A1-4ABA-95FB-F55E145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47C01-D674-4D23-90FB-0B7AFF30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EC8820-34C1-455E-A155-691C6FC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245367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AB26E-6CA2-4DB5-8F82-E04D162C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75B43-430D-461B-9B56-B4F6CB7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16376-A386-43DF-97BE-6692A08B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F54BF-523E-42B7-AC76-8AB5EC1F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A657C-B677-4F8D-88CC-7DCD8980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743AA-2B35-41E0-90B7-4E16241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916C4-71F5-4024-88E7-A22B112C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E49DE-1295-4A15-BB98-31BC3F12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2A5E5-3FA2-4C52-8469-D2B5A9C3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603A1-B12E-4B2E-A4B1-2808C828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70A44-A900-4B22-8699-EAAD4706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E9528-893E-49A4-9767-556AF985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79050-0F6E-48C0-A833-72DC3C36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0BB72-D3F1-4E3C-A716-0BD13AD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FD11D-13D1-4206-88F2-2A596B00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42A6F-EB69-4976-AB79-57EF633E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081FA-1D03-4A8B-9934-A259917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17BBA-2A0A-4F94-8A30-5BE84B69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92D9C-EFB5-40D3-9955-E153BB50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CA3CA-B098-46EB-A6BE-533D12B6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B701D-335A-4A5E-8DB0-66CBE02B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75696-9613-4C6F-A07E-3233BE83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BA88B-2795-4F1F-B259-0CBE2F72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B1E3B-C716-4B51-8810-438A1F77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8CBB9-C3F4-40F6-A683-2FE8BF2D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79611-BA98-45E0-A680-ABEAE769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0F7C2-C1C9-4B91-83B7-56CA1759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E78DA-AB0E-4F8C-9407-E571AD57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DEADE-0BBD-4B1A-B1B3-219063C4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8AF76-7CAE-43ED-9BD6-ED9C131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2D577-C1D5-4DD7-9F61-1C355254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0E64B-082E-4BDF-A1D4-EF0C0671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3B01AB-CDD6-4B53-8F33-0ECFCB22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09F1C-A0F6-464D-9299-7FB42E6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BF7210-F8EC-45AE-9F87-0EA456D3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09EE4213-B41B-4A6E-9D64-5344130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28C351-DA48-4545-97DB-9C01B1E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B5E2C-B301-46E1-ABE1-3470E3D2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36ADB8-987C-47A3-8BFE-35A4F150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827362-CCE2-42F3-82C6-E425004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3F2868-4F52-46DD-AE09-F470305A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145909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87C75-23FE-4D4F-A132-2D29E0C1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2508B-1641-4906-B5BC-85D7E70B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A190-B2E6-4CD8-A049-DDA0EE5A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B6308-11A7-4C57-A250-BD1D82C9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D349C-4FC6-4F17-9D81-A27653D3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00BC4-BBD2-4D06-9961-F75CE577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FF0C5-D8A4-4BB8-BCC3-4508E486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B656E-7071-4C66-B851-C3B1DD6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CF6C3-20BF-420B-A34A-9D9F141B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8F9B7-092C-4468-AF0B-6CA3AD74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593DC-049C-49B6-B08A-C128A89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07BCB-8098-4E6E-8590-9C3FD8BB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0955B-862F-4CF3-95D5-E09C5411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67F70-9722-4BA7-934A-AD852788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598FD-5387-44C1-B357-B137006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8A9C6-BA48-4148-AAE9-EE54FB49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03AE1-5993-43AC-A799-B34A43A5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04D65-AF93-4571-91D5-F6F0E81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09697-0A64-4A32-A567-AD1B917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B85FE-B015-4117-9C1A-7AC51AF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C4E65-C3F1-4B00-908C-C7F1F207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31B61-F7BD-45F9-AC27-AA497EC4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94278-7F78-415A-B380-C519F42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2C1D2-CB88-4B78-B519-776D78C7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17F19-2AAF-437A-90A0-54C42406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BDA89-FF01-4CA8-9D4F-74A03F80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2EFDB-EB6C-4C85-826F-73CA2F6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913079F-B8B9-4F85-89C6-5233483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5A7A59-10F9-4A7E-914E-94F5B322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2BEF0-2042-4F8C-B03F-C4CD6BD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588EDC-33B7-41FB-B973-0F6ED40B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34E92-9E5F-4763-A2BF-DD3A0AC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F0F957-9C29-4E13-9A92-83F403CE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264387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08F763-B701-4F28-B6F3-D96422E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7B85D-38F0-4AC4-93A1-4DC0AA79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56522-E34B-4661-862F-9D2B3E9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07CB8-4A65-4CEF-9F61-B58CC164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CF18E-40C9-4F0F-BCD2-FC9DD89B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4085E-D3AE-41F4-AB84-CE63EFEB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3C278-47EB-46E9-82C3-82FFE6B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C19D2-F568-4A85-A346-F7D9E70E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87F81-05EF-4732-916B-1110C05F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8B19B-DC31-4EF1-8E52-3FEC042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BADC3-89D5-40A4-964F-5A5608A6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0DF17-74CB-436D-878C-F871AC7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34F23-238F-4F6F-B598-DFFD9F12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FCBBB-F1EF-4196-8660-05D9AC60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307C5-4AB2-413D-9380-380345D3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F2D96-67CA-48CA-9395-37E9C989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 Marri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52AFD-D4FF-4906-8791-902B74A6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85EDE-B422-462B-84C2-FE7C15A0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43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Founder, ShiftBy | IAPP Certified AI Governance Professional (AIGP)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E0EAB-8815-432F-B763-F1F4A2B6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0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54059-DDEC-433A-B9C6-E73D8562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3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8EEB0-F121-46DC-9BB6-1BCA5BE6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791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4F069-92E6-4410-B1B9-762C89C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4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B6097-49FF-4CE4-912C-5049E73E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82735-D621-4419-A9A5-02ED6D2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7440F7CD-4396-402D-BF32-480BE4C8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1478E-B52D-4F54-9431-C3E84DDA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1B16D-252F-4DF1-95D8-9792E8C3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BFE439-D434-4727-A503-3390505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35814-6AFF-4D87-8F08-E0F32E4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5AA3B-0066-4B09-BAE1-C65546BA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2935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33B18-0987-414D-91CF-CCC745E3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CF114-2573-4749-BBB2-5EB7405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4580A-21C1-4FBC-A23A-496D1DD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CD50D-72DC-409A-8C1F-98FFE08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B468B-34BB-4B2E-AE8B-62492F34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B7306-A952-476E-A0D8-7DAC822E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BC5D5-BA0C-4E54-9E93-2FB81C5C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81277-1B07-4168-876E-86F8ABE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7BDD6-0CCD-46DA-B9FB-D6C25307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9E621-8E3A-420F-A897-F036378C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E4718-434F-4575-AE8A-D607BC2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2F9C9-DC31-4C28-8D37-A17ECAF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E4610-B74B-4F50-8EA0-03E90B24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68526-01B7-4AD2-8A80-D1B3962A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54941-B287-4198-B6F6-8BD2454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23E87-8763-4339-807E-C7FAD07A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4EF84-5451-4713-A70E-86C8292F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5F116-646B-46D8-8040-99BD7285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E9F63-178D-400D-B04C-AE72D06C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EFFAD-402D-46DB-B4D1-118E8DC0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89867-7117-40C8-BC2E-B00D7FC2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7D175-125E-4AEE-89A4-34895E2F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75C33-7B2C-4D55-BEC3-7741EA9E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EE5FDA52-006A-4572-AD4B-96BF8561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71F4A-BFFF-4620-9A40-978CB0B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C5D2D-E5E6-4DDE-B180-F9FBBCB3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C5E62-3788-4F01-BB74-CFF1C151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22F30-67A7-4FA7-A37F-8066D0D8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2D2A5-D7A8-4476-A61A-EDE70E9E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36974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FCE31-3CF4-4176-9A44-7E6A3E93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77480-A9D8-45C7-A41D-02327A7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3AD2F-13CF-4FC2-B2BE-85460B3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16695-8E7B-4982-AB7F-EF54BF0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B0C13-E676-4F92-AECE-D82F0E5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5BB0C-47D1-4F50-8BDB-0CD2C1C3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B6440-26D0-4525-A8A0-F804991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3D4B5-8A19-4177-A29E-3A70CCD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A477F-0CEA-4FBE-8651-A2743667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05029-05B2-4092-A1F3-68E613E9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A9957-A33F-4988-9725-353076C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6A9E7-7AFE-4653-9EF3-6288175F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595E5-4786-4B47-AB60-FC2A5E4A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DCDB6-E7C6-4BFF-BC72-5DC6BFC5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99D69-6620-4D81-BC44-E100C1C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B67E2-46DA-4871-A06D-BBAE2738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477F0-976A-4CEC-988F-A7B0A0EB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101E3-26EB-4CFE-A1DC-36F1AE4C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C4140-06DF-4E73-B4D3-549D2E1A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D9B6D-0BA6-4749-AC3E-C947C34B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F7FB9-032A-4861-B751-E3CFC97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A9F52-4B25-4029-AC9D-BB293B9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B9273-59E5-4A18-9A2E-4C1C658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EFD01-6EC8-43BD-97BD-7E7C1777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F7C4C-0BE8-4F31-B3AE-690AC4C1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543C7-E4C0-4A9E-93BA-C027BC01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4A9E5-A06E-4AB8-9196-12370491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BFBEB-FA4B-4F0B-A336-C797CFD2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9D0E6-6D2D-49F9-B3F9-6ED7B91F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B1310C69-7C14-446B-893B-BDD4D35B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5027F1-62B8-4682-8D33-6843B58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35EEA7-BA6C-461C-939D-689B4FA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762B8F-0A53-4888-A459-45749C11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A874E-A623-43F6-A8E9-50F8DE38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B624ED-29EB-433E-999A-DD4E77E8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94039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FF402-754E-46B1-B3A0-04B9042E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59BFC-EF36-4231-9B18-21FB9A5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E683F-0237-45CA-8ED3-2BCB563C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ABFF6-3828-4E42-A6D4-6C88874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98EFA-ED27-4011-98C0-8EADB319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B56B0-8D4C-46DB-A41B-8060768F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0F803-F552-4E4C-B3D3-23B1F957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47BB3-4E30-4C6D-ADF9-62DEDBD1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2153D-4569-455A-8D6B-9E6FCC0D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E984D-EF3D-4FE2-A09F-05868CB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4E772-5302-4B3D-BE6A-42D9BE74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0AED4-3D83-44A8-83BC-3ECD7C2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60EAE-2E6A-4FD9-B3CA-91D3522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0D5F7-27AB-439B-A845-952E43E7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E2669-E549-4847-9348-23130CA7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8B923-7E9F-4FA3-B054-D1E7A253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CAB61-4C68-4B6B-9796-FB774F11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56F16-3130-4A82-97D4-1F41F94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C4011-E074-41BF-BFA3-53745C72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9D8A6-175B-4C74-A68A-485CCE61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F6AB4-9965-405F-AAB6-970CA134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C021F-63BF-49FC-9F1E-F936828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691BF-525E-41B8-B188-5FACAD79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6E8136AD-097A-49D6-8D1C-3D8E87B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1E9D0-CAB6-4344-9B8B-BD762417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CB6CE-83FC-4FBF-83A5-4C5330CF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B8406D-23D2-4567-ADFC-E5BA5D5F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BCFEB-95E1-47EF-81C6-973BC14E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A1FA43-83DE-40D4-8BFE-4A336FFA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88400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2DA73-6634-473C-BD71-BF7F7A7F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D9271-8C01-47B7-AD9D-A0D39AFF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834E1-BD48-4573-994C-34BE7F2B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47759-400E-487B-8174-7A74124D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50054-0E78-4207-892C-C10C8CFD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8B5C0-7F5F-43BE-9FED-78D00D4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C373-D64B-405C-A54A-6B90EA5F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74047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E3F35-33E6-448D-8373-B7293EC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20E0F-D304-4087-B051-47368AE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153D7-5788-4383-A420-98CFCC3B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70CD4-6FFE-424E-AB23-A335ABD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08CBC-4003-4B76-9FE6-FC6673F0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8B009-BB07-4DC5-8C01-F39A1018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2C5B7-2C1A-473F-9534-E28871ED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9989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FF04CB-EA41-4142-840B-04C8A79D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D72FA-5797-419B-BCCC-76676A4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26556-7D34-470F-927A-E670C5CC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EE3B6-C9FB-4326-A59C-331AA689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F23BD-43CA-4769-8055-CE91CC8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8F6AA-69C3-4E51-AADD-E5A1D368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180B5-E38E-4091-A493-6E6D5133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402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7E545-204E-4BDD-8AA8-164D9B61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80EFA-4DB3-4D29-932C-AA3BD191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19985-ABA5-4B6E-97D4-35548D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AA58-112E-4599-80C4-A02BFD85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283DA-8A24-40AE-99B1-42D410A9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7E8FD-0053-4D2C-860A-127C5C96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5013D-D923-4A3A-B35F-BEDF37B6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7202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2026-06-15T06:34:10.8830000Z</dcterms:created>
  <dcterms:modified xsi:type="dcterms:W3CDTF">2026-06-15T06:34:10.8830000Z</dcterms:modified>
</coreProperties>
</file>