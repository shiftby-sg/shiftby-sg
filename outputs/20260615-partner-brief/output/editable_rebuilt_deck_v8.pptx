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47ca48ab5c4711" /><Relationship Type="http://schemas.openxmlformats.org/officeDocument/2006/relationships/extended-properties" Target="/docProps/app.xml" Id="Ra7b01b1fd5c54e4c" /><Relationship Type="http://schemas.openxmlformats.org/officeDocument/2006/relationships/officeDocument" Target="/ppt/presentation.xml" Id="R0da44c2c8d0747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01efa5082d47d5"/>
  </p:sldMasterIdLst>
  <p:notesMasterIdLst>
    <p:notesMasterId xmlns:r="http://schemas.openxmlformats.org/officeDocument/2006/relationships" r:id="R245baaf36af046b4"/>
  </p:notesMasterIdLst>
  <p:sldIdLst>
    <p:sldId xmlns:r="http://schemas.openxmlformats.org/officeDocument/2006/relationships" id="256" r:id="Rf533ff7cf35f4b43"/>
    <p:sldId xmlns:r="http://schemas.openxmlformats.org/officeDocument/2006/relationships" id="257" r:id="R32e8f343615c4ebb"/>
    <p:sldId xmlns:r="http://schemas.openxmlformats.org/officeDocument/2006/relationships" id="258" r:id="R7054b4b94c514a0d"/>
    <p:sldId xmlns:r="http://schemas.openxmlformats.org/officeDocument/2006/relationships" id="259" r:id="Rd5c7ac35b3e54e21"/>
    <p:sldId xmlns:r="http://schemas.openxmlformats.org/officeDocument/2006/relationships" id="260" r:id="R711e62cfed5c4d9b"/>
    <p:sldId xmlns:r="http://schemas.openxmlformats.org/officeDocument/2006/relationships" id="261" r:id="Rb813391663814de0"/>
    <p:sldId xmlns:r="http://schemas.openxmlformats.org/officeDocument/2006/relationships" id="262" r:id="R4803ca09d9684005"/>
    <p:sldId xmlns:r="http://schemas.openxmlformats.org/officeDocument/2006/relationships" id="263" r:id="R1d6082c5917c4420"/>
    <p:sldId xmlns:r="http://schemas.openxmlformats.org/officeDocument/2006/relationships" id="264" r:id="R37d2040e9fd34f53"/>
    <p:sldId xmlns:r="http://schemas.openxmlformats.org/officeDocument/2006/relationships" id="265" r:id="R21e815970de14a09"/>
    <p:sldId xmlns:r="http://schemas.openxmlformats.org/officeDocument/2006/relationships" id="266" r:id="R0f72373c7ff64b20"/>
    <p:sldId xmlns:r="http://schemas.openxmlformats.org/officeDocument/2006/relationships" id="267" r:id="Refffc5188deb4c42"/>
    <p:sldId xmlns:r="http://schemas.openxmlformats.org/officeDocument/2006/relationships" id="268" r:id="Re8c9fc2e34724c20"/>
    <p:sldId xmlns:r="http://schemas.openxmlformats.org/officeDocument/2006/relationships" id="269" r:id="Rdf42a3b9ddfb4c7c"/>
    <p:sldId xmlns:r="http://schemas.openxmlformats.org/officeDocument/2006/relationships" id="270" r:id="R70cf3dae1229472d"/>
    <p:sldId xmlns:r="http://schemas.openxmlformats.org/officeDocument/2006/relationships" id="271" r:id="R3927b52246c94bd3"/>
    <p:sldId xmlns:r="http://schemas.openxmlformats.org/officeDocument/2006/relationships" id="272" r:id="Redd575b40720418f"/>
    <p:sldId xmlns:r="http://schemas.openxmlformats.org/officeDocument/2006/relationships" id="273" r:id="Rd77aedbf94724d5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97a46899ef4171" /><Relationship Type="http://schemas.openxmlformats.org/officeDocument/2006/relationships/slideMaster" Target="/ppt/slideMasters/slideMaster1.xml" Id="R1b01efa5082d47d5" /><Relationship Type="http://schemas.openxmlformats.org/officeDocument/2006/relationships/notesMaster" Target="/ppt/notesMasters/notesMaster1.xml" Id="R245baaf36af046b4" /><Relationship Type="http://schemas.openxmlformats.org/officeDocument/2006/relationships/presProps" Target="/ppt/presProps.xml" Id="R0be8eaf66c654cf1" /><Relationship Type="http://schemas.openxmlformats.org/officeDocument/2006/relationships/tableStyles" Target="/ppt/tableStyles.xml" Id="R82f08b8703b748c8" /><Relationship Type="http://schemas.openxmlformats.org/officeDocument/2006/relationships/slide" Target="/ppt/slides/slide1.xml" Id="Rf533ff7cf35f4b43" /><Relationship Type="http://schemas.openxmlformats.org/officeDocument/2006/relationships/slide" Target="/ppt/slides/slide2.xml" Id="R32e8f343615c4ebb" /><Relationship Type="http://schemas.openxmlformats.org/officeDocument/2006/relationships/slide" Target="/ppt/slides/slide3.xml" Id="R7054b4b94c514a0d" /><Relationship Type="http://schemas.openxmlformats.org/officeDocument/2006/relationships/slide" Target="/ppt/slides/slide4.xml" Id="Rd5c7ac35b3e54e21" /><Relationship Type="http://schemas.openxmlformats.org/officeDocument/2006/relationships/slide" Target="/ppt/slides/slide5.xml" Id="R711e62cfed5c4d9b" /><Relationship Type="http://schemas.openxmlformats.org/officeDocument/2006/relationships/slide" Target="/ppt/slides/slide6.xml" Id="Rb813391663814de0" /><Relationship Type="http://schemas.openxmlformats.org/officeDocument/2006/relationships/slide" Target="/ppt/slides/slide7.xml" Id="R4803ca09d9684005" /><Relationship Type="http://schemas.openxmlformats.org/officeDocument/2006/relationships/slide" Target="/ppt/slides/slide8.xml" Id="R1d6082c5917c4420" /><Relationship Type="http://schemas.openxmlformats.org/officeDocument/2006/relationships/slide" Target="/ppt/slides/slide9.xml" Id="R37d2040e9fd34f53" /><Relationship Type="http://schemas.openxmlformats.org/officeDocument/2006/relationships/slide" Target="/ppt/slides/slide10.xml" Id="R21e815970de14a09" /><Relationship Type="http://schemas.openxmlformats.org/officeDocument/2006/relationships/slide" Target="/ppt/slides/slide11.xml" Id="R0f72373c7ff64b20" /><Relationship Type="http://schemas.openxmlformats.org/officeDocument/2006/relationships/slide" Target="/ppt/slides/slide12.xml" Id="Refffc5188deb4c42" /><Relationship Type="http://schemas.openxmlformats.org/officeDocument/2006/relationships/slide" Target="/ppt/slides/slide13.xml" Id="Re8c9fc2e34724c20" /><Relationship Type="http://schemas.openxmlformats.org/officeDocument/2006/relationships/slide" Target="/ppt/slides/slide14.xml" Id="Rdf42a3b9ddfb4c7c" /><Relationship Type="http://schemas.openxmlformats.org/officeDocument/2006/relationships/slide" Target="/ppt/slides/slide15.xml" Id="R70cf3dae1229472d" /><Relationship Type="http://schemas.openxmlformats.org/officeDocument/2006/relationships/slide" Target="/ppt/slides/slide16.xml" Id="R3927b52246c94bd3" /><Relationship Type="http://schemas.openxmlformats.org/officeDocument/2006/relationships/slide" Target="/ppt/slides/slide17.xml" Id="Redd575b40720418f" /><Relationship Type="http://schemas.openxmlformats.org/officeDocument/2006/relationships/slide" Target="/ppt/slides/slide18.xml" Id="Rd77aedbf94724d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d3aa4c71fc45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187d516ec44e2a" /><Relationship Type="http://schemas.openxmlformats.org/officeDocument/2006/relationships/notesMaster" Target="/ppt/notesMasters/notesMaster1.xml" Id="Rd0d9b80738484a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e269a0c8004f76" /><Relationship Type="http://schemas.openxmlformats.org/officeDocument/2006/relationships/notesMaster" Target="/ppt/notesMasters/notesMaster1.xml" Id="Rd7fcb25da7144c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be54fde1724366" /><Relationship Type="http://schemas.openxmlformats.org/officeDocument/2006/relationships/notesMaster" Target="/ppt/notesMasters/notesMaster1.xml" Id="R0ac6e5ed674748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2eaa0d40ee4f3f" /><Relationship Type="http://schemas.openxmlformats.org/officeDocument/2006/relationships/notesMaster" Target="/ppt/notesMasters/notesMaster1.xml" Id="R9abf95c6728c4b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13addd92ab403b" /><Relationship Type="http://schemas.openxmlformats.org/officeDocument/2006/relationships/notesMaster" Target="/ppt/notesMasters/notesMaster1.xml" Id="R25e377ee8bec42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b2b630bc9a4d4e" /><Relationship Type="http://schemas.openxmlformats.org/officeDocument/2006/relationships/notesMaster" Target="/ppt/notesMasters/notesMaster1.xml" Id="Rde45588f1e5046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dfa39902c84442" /><Relationship Type="http://schemas.openxmlformats.org/officeDocument/2006/relationships/notesMaster" Target="/ppt/notesMasters/notesMaster1.xml" Id="R8008471a3beb4d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ef1a7be9544f33" /><Relationship Type="http://schemas.openxmlformats.org/officeDocument/2006/relationships/notesMaster" Target="/ppt/notesMasters/notesMaster1.xml" Id="R28f38b460bdb49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f62da8feef41f6" /><Relationship Type="http://schemas.openxmlformats.org/officeDocument/2006/relationships/notesMaster" Target="/ppt/notesMasters/notesMaster1.xml" Id="R24feec66489b42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25cb92b74c4905" /><Relationship Type="http://schemas.openxmlformats.org/officeDocument/2006/relationships/notesMaster" Target="/ppt/notesMasters/notesMaster1.xml" Id="Rae91fc57499c44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6cddd36620442b" /><Relationship Type="http://schemas.openxmlformats.org/officeDocument/2006/relationships/notesMaster" Target="/ppt/notesMasters/notesMaster1.xml" Id="R8d37c0f8408e47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ce1950733a4c53" /><Relationship Type="http://schemas.openxmlformats.org/officeDocument/2006/relationships/notesMaster" Target="/ppt/notesMasters/notesMaster1.xml" Id="R988830bed0314e8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654e9b50a0402b" /><Relationship Type="http://schemas.openxmlformats.org/officeDocument/2006/relationships/notesMaster" Target="/ppt/notesMasters/notesMaster1.xml" Id="R70a81b93856c4a2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23b29f6ae543a0" /><Relationship Type="http://schemas.openxmlformats.org/officeDocument/2006/relationships/notesMaster" Target="/ppt/notesMasters/notesMaster1.xml" Id="Rb84d0dc78b764f7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e753eedade9451a" /><Relationship Type="http://schemas.openxmlformats.org/officeDocument/2006/relationships/notesMaster" Target="/ppt/notesMasters/notesMaster1.xml" Id="R06548350ed4f4a0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13ffb6c90314f67" /><Relationship Type="http://schemas.openxmlformats.org/officeDocument/2006/relationships/notesMaster" Target="/ppt/notesMasters/notesMaster1.xml" Id="Re6353061bf5a4ce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de9c4e17235443c" /><Relationship Type="http://schemas.openxmlformats.org/officeDocument/2006/relationships/notesMaster" Target="/ppt/notesMasters/notesMaster1.xml" Id="R7508b88f71af450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b3a747bb1874f37" /><Relationship Type="http://schemas.openxmlformats.org/officeDocument/2006/relationships/notesMaster" Target="/ppt/notesMasters/notesMaster1.xml" Id="R423e144d94bf4c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667c996a84e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ddc04779a54d9c" /><Relationship Type="http://schemas.openxmlformats.org/officeDocument/2006/relationships/slideLayout" Target="/ppt/slideLayouts/slideLayout1.xml" Id="R2c9e4764194e42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9e4764194e42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09f2be2e34fbb" /><Relationship Type="http://schemas.openxmlformats.org/officeDocument/2006/relationships/notesSlide" Target="/ppt/notesSlides/notesSlide1.xml" Id="Rf598996b27e94a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4946278274172" /><Relationship Type="http://schemas.openxmlformats.org/officeDocument/2006/relationships/notesSlide" Target="/ppt/notesSlides/notesSlide2.xml" Id="R364e00049ed24f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9b02e6b244873" /><Relationship Type="http://schemas.openxmlformats.org/officeDocument/2006/relationships/notesSlide" Target="/ppt/notesSlides/notesSlide3.xml" Id="R8b12afab82cc4a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b95da05c3487e" /><Relationship Type="http://schemas.openxmlformats.org/officeDocument/2006/relationships/notesSlide" Target="/ppt/notesSlides/notesSlide4.xml" Id="R7860c6fe409e42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28e9527294e3b" /><Relationship Type="http://schemas.openxmlformats.org/officeDocument/2006/relationships/notesSlide" Target="/ppt/notesSlides/notesSlide5.xml" Id="Re758656612d54f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ebecc9ef04b96" /><Relationship Type="http://schemas.openxmlformats.org/officeDocument/2006/relationships/notesSlide" Target="/ppt/notesSlides/notesSlide6.xml" Id="Rcdbb53d8231f47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1bebfda43439e" /><Relationship Type="http://schemas.openxmlformats.org/officeDocument/2006/relationships/notesSlide" Target="/ppt/notesSlides/notesSlide7.xml" Id="R8cbf3e7c15794b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89ed0877349b0" /><Relationship Type="http://schemas.openxmlformats.org/officeDocument/2006/relationships/notesSlide" Target="/ppt/notesSlides/notesSlide8.xml" Id="Rea69c53f9c664e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d234d211542fe" /><Relationship Type="http://schemas.openxmlformats.org/officeDocument/2006/relationships/notesSlide" Target="/ppt/notesSlides/notesSlide9.xml" Id="R73f33adcda4040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480cbb6b34dc5" /><Relationship Type="http://schemas.openxmlformats.org/officeDocument/2006/relationships/notesSlide" Target="/ppt/notesSlides/notesSlide10.xml" Id="Rdb7d9018cddd4f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274c5978443f1" /><Relationship Type="http://schemas.openxmlformats.org/officeDocument/2006/relationships/notesSlide" Target="/ppt/notesSlides/notesSlide11.xml" Id="R96db371924d740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4846716b54002" /><Relationship Type="http://schemas.openxmlformats.org/officeDocument/2006/relationships/notesSlide" Target="/ppt/notesSlides/notesSlide12.xml" Id="Rb24a73082cda45d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2044b1bce4dc3" /><Relationship Type="http://schemas.openxmlformats.org/officeDocument/2006/relationships/notesSlide" Target="/ppt/notesSlides/notesSlide13.xml" Id="Ra13389bb0a3b49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4d56e31b84fbf" /><Relationship Type="http://schemas.openxmlformats.org/officeDocument/2006/relationships/notesSlide" Target="/ppt/notesSlides/notesSlide14.xml" Id="R11d02116bd8c46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874577cc24522" /><Relationship Type="http://schemas.openxmlformats.org/officeDocument/2006/relationships/notesSlide" Target="/ppt/notesSlides/notesSlide15.xml" Id="R350ed633b0fa456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ee597ae124c7a" /><Relationship Type="http://schemas.openxmlformats.org/officeDocument/2006/relationships/notesSlide" Target="/ppt/notesSlides/notesSlide16.xml" Id="Ra47f58bf87144ad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f8f0079e349ab" /><Relationship Type="http://schemas.openxmlformats.org/officeDocument/2006/relationships/notesSlide" Target="/ppt/notesSlides/notesSlide17.xml" Id="R69c32e4ae3484e7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f04a9cc0f4683" /><Relationship Type="http://schemas.openxmlformats.org/officeDocument/2006/relationships/notesSlide" Target="/ppt/notesSlides/notesSlide18.xml" Id="R73010e24fbee44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DB846A-A64E-40B7-9821-40A442F3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D60D3-D91C-4312-A223-D662E788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D27CD-52BD-4E14-8E9A-5367F4EC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20EB2-9FA1-47BE-B8E6-6B46B4C2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71FA9-0E6D-43B6-AB6A-34ED8AB7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28AD5-119E-43ED-8B6A-C5CD7706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C28AA-1F70-41FF-A395-3D5C164D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75FAA-AED6-4EC6-9C71-42FFF6A0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44510-61B3-4755-B307-035208D1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5D67A-D774-4228-814C-B076913B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2AD07-99D6-4B50-AED2-4D620C49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2A29A-CAF7-41DA-9C53-6BCEF270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BBC0E-F5AC-4D47-97ED-72F272AC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90565-6136-4BED-8D55-995417F3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trusted partner's guide to when ShiftBy can help.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CD32E846-C4BA-4A3D-A0C3-5247F4B7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D9CB32-46C5-4638-AB33-BC605FCC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3EA6FD-7452-45B2-A193-1252E609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013DE-04C8-48E7-9CDC-03B26177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89584A-E74B-4FA4-8FEE-C6086FDD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8E83C3-9350-4081-9ABB-37C09B37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383639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46FAE9-EA35-443E-8D7A-316516A0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F4402-D735-40C9-89A1-2E308607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A4F99-67D1-471F-B0BF-1D7E6ED7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B2964-3203-48FD-9B14-10D2BC96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87A54-4CFA-44F3-82BA-5F35580D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C45EB-0A57-47AF-B1A2-4E10FAEB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B72DA-4F4A-48D8-9AE3-C02B4054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774DB-FC0A-4557-9710-615FB6D1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76D8D-87CC-4836-AD13-F9199CDC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4762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artifacts.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28FB2-14D0-4F39-B148-70C33EBE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305550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Organizations struggle to</a:t>
            </a:r>
          </a:p>
          <a:p xmlns:a="http://schemas.openxmlformats.org/drawingml/2006/main">
            <a:pPr algn="l">
              <a:defRPr sz="24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understanding.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F8183-1EAD-4BC0-92FA-115CE4D8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77887-36DF-4635-BAA1-642FCD42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7ABCAA-F1BE-41B7-BAF2-06684FD6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95865-A639-4125-8902-D5FA8F2D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B1A70-1C90-49DF-91A6-0D22B024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E21067-A0C0-4F06-AB53-65257CCB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A2090-E15E-4206-B49B-C1B01AF6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558305-AADD-45A2-B9B1-173BFCA6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1AD8BA-8E66-4487-940F-8CCB0183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8AC562-BE2E-4E74-B81C-1CFFCD1A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B4BA9A-9297-49AE-844B-B5EF0A08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C9B3BF-C4C9-4343-86D6-86EE7D8D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exists to help understanding remain available when execution changes.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D267D89D-C926-40A2-B2F5-064F6747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E3CCC4-2EA1-4CA4-9AB0-38FEC19E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4CD0EC-173C-4D4C-97C9-FD9103BF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47077F-94C7-4B22-88B3-73491EF1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7B5BCE-BED6-45CC-878D-A55DA68F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40D243-8E1F-4ECC-B399-2FB7CFD5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782468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70FD10-3640-4882-A43E-4789DA6C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ADAA2-0D82-4FDC-9BF6-13C3016B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FF20D-10F2-4E44-B9DA-CBDAAE40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82CA2-8FF1-4B67-AF96-F6657300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2AE20-2A76-4859-9EF1-126B03E6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CE23D-8760-4657-9DCE-DE0447E4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483B0-21C5-4E68-B1D1-CF099BA9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C2406-B8B7-4BF8-A733-7139153F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2FD0B-3395-408E-AD17-7F1A155E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762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433B6-C890-409A-AF43-D3587A36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42A53-B645-49DD-9176-96F325CF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3FD94-7B73-4459-A92C-CEA762A2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05586-9298-4F52-8FE5-1A967838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37A43-AEF1-4A57-A3FD-A7D7BDE5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EAF14-EBB3-428F-87B4-CAE9996C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CFDF6-9F24-458C-8234-09BE50DC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2D1CEA-BC43-49CB-8E2B-6959D1B0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61260C-EFB7-41D3-81AA-C332BDF3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433B3A-5AB7-4511-83B6-786EC1E2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D5A88-0A9E-4399-B280-2B309063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B44775-E530-436A-89C3-444F9FC0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8D7EC6-2739-4ACD-B836-9135D0B9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9F18E5-001D-4154-8315-64AE395F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1CDEA6-C042-49FF-8B5B-6A178086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D94584-FE1D-4381-A97C-1DE9800E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4641F6-2AB8-4AA3-B42E-14A1DDF9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D410D7-52A6-4CB4-B926-E73D72FD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457434-EA99-47EB-A2F0-38A8D736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79C314-C3E6-4081-9EC8-D56AB410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8F344A-AE65-4577-8788-0A9AE9E4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90D255-E017-41C5-837F-1F16EFF9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C8A7BE-48C6-47B2-8D66-8D2878F2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9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AF31EA-5FE9-4263-946F-45F40963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176BAB-6F9A-42C0-9A85-28A8AC0D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partner should be able to connect ShiftBy to value creation, risk reduction, and trust preservation.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5CCA42B2-972B-42C3-A8D3-5A00658E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8E89F5-101B-428E-976C-5E520FB2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8CD97B-7B7A-44AF-92A4-9CFAF8FE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24828A-4E1A-4BDE-9975-4137D263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4E6E43-762A-4877-90AE-841E0CC8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63A7A6-8A3B-4C07-8A4B-AB937109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2305347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40AC38-41ED-488F-A1F0-03948692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38506-04C8-4D7C-873F-A358D1C7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54A43-A56A-4906-84DE-8CA91E00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6D768-E674-4E66-9893-E501224B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2430C-0806-40AA-A359-93A8B7F0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9A8A4-B6E2-4B57-928D-50E91665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A66A3-116C-4172-B010-E7CEF951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C9182-7AFE-4841-9767-42C12CEE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D717E-BE7C-42A3-9BAA-19EFA6EC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 Similar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challenges around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6B282-EC2C-4723-8C63-F2D680AA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ABCA4-F704-4567-94B1-52A0C5E2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F2B39-8C32-4CA3-AC59-D20CCC8F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FFECA-6522-4E01-9CE0-D309EB1B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7BEA0-DD8A-40C1-8751-789FB7E7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36BD6-61EF-4E68-A465-2ED1BD9E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B68DA-F2DF-4175-BB12-C7F52662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33448F-E852-4EAB-8D70-8EE6C5C9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0A253-6BE7-4AA6-B884-ADDC7103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7B12E4-F2A7-423F-A574-03ED98B7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E0CACA-7674-4481-B689-3D41A09D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25FDD0-7D35-4397-8331-5CC2B65D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2467FD-7FE1-4EF1-87CF-B0BF77F9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FE6DCB-08F0-4BA0-96D0-5906E022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2B436E-6AD1-4600-BF3D-00FD49CB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4D6092-F516-43DF-978D-3F7E85E7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challenges around change, knowledge,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91275B-0966-4024-A231-94F8F094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AE4AF3-686A-4F67-8540-F299FC95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Use this slide to help partners recognize familiar industry contexts.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23AB95C1-4954-4535-8612-6DCF3444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68A9F3-F196-4C2A-9032-9EDDDA8B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E566BE-BBC1-48AC-B799-7F41F1A0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A33D4B-F8EB-4594-9180-FF5C50D2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1A90D3-7C58-4E40-A728-495E240A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E42686-A224-4DDB-B731-553154EC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8879273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2BB9FF-E7FC-454E-82E0-EEC15D81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14C3A-0D79-49AF-A28D-45D81AC4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90A67-3B74-4719-A333-4141C003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0C7E6-A458-4F4C-8565-18AD5B4A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5FD95-BD2F-4747-8A17-4D5AECDF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2E492-D3FA-4615-9258-A1EC8A19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ORGANIZATIONAL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74C88-67F9-4778-8CFF-85FDCE42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634A5-99D9-4B01-A83F-17F7642D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9A6ED-23DA-4FCD-9079-29E29A64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judgment, change,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accountability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69904-9A49-4B63-A149-5BBE94D4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DCBCE-A0B4-4E86-BF15-567401B1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D54D0-0F57-48D9-83C7-115886E6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D460D-7EF6-4E4E-88ED-D91E7AED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AF9175-5846-4F62-99B2-B71BC860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AAC91-AC6B-4C70-A699-6CBDF0D4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5AE7A6-6C6F-42C2-AB2E-FC3E9B99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E97844-684F-4CE5-B9A1-3524B8B4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CC8AEF-E448-42B5-ACF0-B656E3A1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F7F54-7ADE-41B0-ACDF-38170A03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A0C549-EFF9-467A-B822-12EBEC56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97972E-D19D-4847-B167-B1447EB6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DA6BC-02B7-4ECF-A895-CBE6DFAE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32750B-BF8B-4C94-9EFA-E44E6092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7826B8-44A1-41E5-8E6C-FD66BBB3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AF8978-E66A-4DE7-97B8-D5833032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AE7A15-694A-406A-AED6-8DF87F5A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44AD85-5AA2-4A13-9F94-810E87A6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81E359-4217-412A-B169-905A08AA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AF2DDD-76CF-4407-A7F0-99299CE6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5B2E57-062C-4EAF-9DE8-255B2BD4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64AFD3-BDDD-46F4-97E9-4BAC948E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D6799C-75BD-41A2-9B72-C6EFA416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6DD91F-DEBF-4075-9D4E-E62BBB5F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A1B9B9-9F54-4C4D-92EC-ADB75F53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B62B5E-A38E-4409-9E26-DC071133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058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Not every function owns AI. Many functions inherit the</a:t>
            </a:r>
          </a:p>
          <a:p xmlns:a="http://schemas.openxmlformats.org/drawingml/2006/main">
            <a:pPr algn="l">
              <a:defRPr sz="36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consequences of AI-enabled change.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7AAD1E-F7EE-4BD7-B6C3-09F9AB95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64AF1D-67FF-438D-B2F6-D948C1A7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Not every function owns AI. Many functions inherit the consequences of AI-enabled change.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BEF58461-3236-47EC-B51E-8CF8B61C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0F0E4A-3019-4B28-8566-ACBF0933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02110F-BF65-4A19-B0B0-8DD2F333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1ABC26-1DE6-404B-A423-8443C274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018053-3FAF-485A-8D13-A3010A1A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785CBC-CE1D-4297-80EA-24A72C01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765042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775638-67CB-4D7B-A3FF-1C1CDA52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5ACC7-76C0-4365-8DA6-67EE7C4C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FE232-ED88-4BC2-8F7C-AAE03192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0DC6D-0DFC-40DC-8664-6DEBAEE5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0F157-A9C4-4E94-8E18-AEF4FDF3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5325A-3079-4698-98CD-18100402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0ADF3-D8B4-46F6-815D-D9D88F5F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0C204-9CB9-40F0-9BEC-4AFED2C9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1E223-96F6-4900-969B-C730B4E8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47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When you hear this,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there may be a ShiftBy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conversation.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B744E-9AAE-4D79-B5C5-F33B83DF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43886-59D2-4971-8B43-F255078C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38905-75E9-4DAC-ABD1-9EA47776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but do not know where to 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1F636-DF43-4A92-9953-C9B92ED1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BA455-6A63-49FD-8882-68F544AA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2F451-F3FB-49EE-A896-8A1823C5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many AI ideas but cannot prioritize.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AB568-FD97-4AE8-8F5F-63A8CA85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975CF2-7929-4B82-A321-2AF6C8D9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2D1FA7-8D76-441E-962D-D0801D69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governance, audit readiness, and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AA962F-2861-4FD9-9A89-F18C150C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B25A3B-1856-41CB-82F4-527DDFE2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EB13F1-8C63-4AF5-8463-528E0A85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operational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546FEB-C1AB-4DF4-AFB6-60C54561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F5B9F7-C725-4A7D-B7FC-A5650119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87AB69-0A7D-4365-852F-C3B8E914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concerned about losing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AA0F45-0076-4FF8-81E5-D50F1C67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FA72CE-D4E7-41AF-98EC-8AC56999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This is the partner's recognition slide: listen for uncertainty, prioritization, trust, operations, and knowledge loss.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33B4CE6B-7A8B-42D5-B2A5-F02860AC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D357FD-8FF9-42FB-A8C7-81F5E3A9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8173EC-5ABD-4C62-A584-B17A7CE1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F91D37-25F9-40F8-97B2-527A92ED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20DFB6-EAA8-4F9B-BF29-6669FF26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E1CAB6-FE4F-42FF-B240-D2C971DE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084237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A4A6DA-CC01-4DB4-AA5A-B2120995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27F28-1493-4BC8-BA68-E563E200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C9987-6F4A-4940-8D9A-E76D82A8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F8C6F-CA2B-4FFA-B60B-130FD826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CF203-B0A6-4C00-9EDE-7AA66AA1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1DAC5-0615-41A5-B361-4EA04D29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CONVERSATION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B4273-DB8A-4154-9BA5-59994964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81E2E-F681-404D-B877-B46B93E1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DC8A7-6D7C-4321-AFB3-BBE715C8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D0F8E-F766-449C-9926-11C104DE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02256-AA6F-4AF2-9C00-3DC44E07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CCD2E-A7C0-4761-8B17-E712BA5A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76C85-D727-4601-97FB-A50A8E1E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60016A-7C65-47C5-93FC-16289092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C7BD7-4F33-4574-AFE2-218C4BDE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68E28-023D-4878-9438-D7F345C1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C3BD31-0EF8-4258-9D6E-F074A349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81041-49DD-4290-8CD4-A3BA16D6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2710EB-A855-4B58-91B1-45A4A858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EBDDDD-952E-431D-B986-0BEF66B3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D1252-D1AF-445A-B540-6C921EB5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C568D0-ACF1-4212-A8A2-87AF2BEC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97F82A-B7E6-464C-A42A-3FC5F367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7C68CF-68CE-469E-8237-1CDC0ADE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F35A44-51D3-4B34-BA45-01EEDE89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C5030D-715B-4B13-ABBA-6175B0EB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C5BD8A-CAFB-496E-935E-D77FFDE3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04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harder question is whether their data, knowledge,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people, governance, and operating model are ready.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C4F8DB-206C-4E03-8671-8B670293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B34F21-9FF0-4B4F-9D0E-EF0EF704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Map situations to conversation domain.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7FCAE39A-D190-4300-8250-42D8961E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76DE69-43FE-491B-BD28-0FC11608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A73FB3-E962-46AB-B074-F7F8FD09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174890-4229-402D-96E3-EF187A95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9D006F-74E1-41A5-9C80-4DD8A19C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3C3212-125C-4FA9-8E25-7AECB068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844785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39E5ED-98EE-406D-819B-51BCB404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E0AA0-CBF8-46E5-8265-7D4BE0D9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26C76-C95F-4A83-B3C9-6BFC6BC8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AD1BC-F5DA-4794-8227-5A9CF4DF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D2F63-611A-487E-912B-7C7791B3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BC72F-4C69-4E61-BA8E-AAF400EE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BUSINESS VALUE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A5052-4D00-4B06-AFE6-9BF3C521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75650-D214-4F9F-8028-5D9E8D29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8105A-E4BE-4D13-87CA-686C3D0E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D485F-E79C-4018-9634-D2292C98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CC9BD-F90A-407C-97DF-6615C67C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7EECD-7B92-408D-B0CB-0790FDBE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2532D-CD6E-430D-9F03-6A089D54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1DC72-3572-414E-8415-9EE970B1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49CEB-F927-4FC1-A969-0520F47E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A1FB25-4C84-45D5-ABE4-6867EF84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4C4979-FECE-46CC-8A00-BBA3F054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1512AC-3B55-4F38-8A45-7B2053AA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75FCC6-08D8-49C0-B72C-52886E93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5CB76D-3870-4E0A-8CE0-0CE21F96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A7F91C-C7E5-48C2-9481-87A1EDDF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A73868-64B2-4C2E-8D7D-7979683A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CDB460-105F-427B-BAC5-94D8FC58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17ACC9-2FEC-4CCC-9928-41AA85C5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15150"/>
            <a:ext cx="7429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16807A-F163-436A-AC77-906841E1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6B04D4-FBE5-40C4-9370-061B6637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Organizations often have more AI ideas than they can realistically pursue.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EBBF0AFC-C963-4DE8-B35A-4AF680A6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CD04C0-DBA2-43CA-AE3C-3963441B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024928-A0C6-4AC9-B281-F69DD80F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44082E-6C88-4BF9-B64D-B89AF030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DC50CB-9D60-441E-B3BB-86A5607B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AD5EEC-74CB-4EA0-8012-06B2E99B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044358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9362BB-F57C-41A6-9856-C2E41B63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12FFB-1F85-4565-8DBA-CEB49BDA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D2C81-9DD7-4460-B208-72E303C2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83776-9828-421A-9CAB-2662F3C7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8A8E4-DBAE-4CB1-B0FA-544D02E8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E06F8-386C-411A-A69D-07A05BD7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AND OVERSIGHT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6A0C6-FD65-4643-BED2-9F8FE093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52706-8677-4C42-A826-2AFE4E57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7061D-DB6B-41CE-AF1D-C8C2029A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E97A1-6884-48EE-BA70-13B3AA81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5EF2F-ACEF-4141-BB77-3410217B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REDUCING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A6BD5-FA7F-4405-A35A-F73DB250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AEC0AC-42A1-4ABB-AD52-0F365EFF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027AD-30F0-4424-B4B7-B37F061E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4ED28-4A89-4EE3-A764-39BF6885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FA25F0-00AF-4DA1-85E3-0913C686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D26EB-BA25-4294-8ECC-50CF44D2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A618F-AE20-4328-8F8C-E8DD4DDC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C492AA-7C56-4B1D-B0DF-C271E998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82913F-7452-4E40-BD75-D509A9AC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B80EEF-DD8E-4FDD-B2C0-1176FDA5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544405-16DF-41BE-BD16-166FD82A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ADFAA5-D5F2-431A-8D95-A09B8C50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F4117C-E548-4286-93F7-678DA22B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75C829-A601-48A6-AA31-6E3E1D41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59F9DA-E9D8-4765-9354-9E521E9D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669DEB-360D-495D-A573-D05B81E3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F01372-2EC9-41D7-9534-B01C2D25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FFA5C0-E6BB-40E0-B597-A8345A5A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09C176-00CA-4F89-9AC8-0AFCBC7F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385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032975-A18C-4E9C-826F-8970D774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BE18F2-C8BD-4E07-B43B-6D10C885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E42152-E9A1-49FB-992F-A6E76A79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255DEF-B891-4189-A24E-DC794CDF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FD2D2F-C0A5-4900-B6AF-380CB601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Trust and oversight conversation.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EDCAD794-1F90-49D2-86A5-85000EF4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C84006-9511-469A-B1C1-5E8E2B06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29BF7A-4595-45E6-9257-091A95D3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2DB4A3-0B14-411B-A167-94C0CE0C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5F7085-62A2-4547-9FFC-B1D34359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FF63FF-DCCB-495E-958A-B62FA911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300282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34799C-0C45-4E24-9506-39857E85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F774C-F1E0-4E86-83D8-30C7E159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0361E-B89F-4D14-A62A-AC73590A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BBC2D-F37B-4E38-A667-7E82A1F8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3618E-C02E-4BF8-B120-A4290F4B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72648-F3CE-450D-8DA0-50F6775D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FUTURE-STATE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E008E-C28F-4E18-94B7-C547B4E8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B9BA4-0CF9-4DAC-A34C-39CCBD1E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56F92-0ACB-42E1-BBAC-F30149C9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E8D0C-42A1-47F0-A1A6-2FF3A14A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86435-6C58-4FEB-A560-C1369004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WITHOUT LOSING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OR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2C9C8-CF19-4C99-9BCF-1EF31554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8C7AD-42F0-4603-8065-3CD84AAB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C7E02C-8FCA-4598-8DC3-E0AAA121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6BDC4-7D16-46DA-9686-2398426C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3C46BC-B2F6-4DCA-A0EF-50BD9414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EAD0D-78E1-4C44-950D-5DCDE892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A72A3B-E8C3-48F9-9CE4-8F13B8B7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E653B9-E148-4A42-8F59-235192AB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AF6829-5E38-4801-A49A-BC863C5A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32805B-DAAA-4E55-8E15-B1DBFF03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41AB8E-215C-450A-A087-1069C3AC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4193D7-B04B-4083-AE45-C06C9BFE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artifact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E76234-7B84-43BE-BA48-21779C19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B9C741-B222-4436-8819-9FEF8D79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visible.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B4E216-84FF-4AAF-B57C-CE194A2E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E4DCC3-8941-4123-9FEC-0D01D65D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Future-state operational conversation.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F6029346-9F21-4C10-BF00-31FDE7E8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669A7E-2720-4DF2-AA06-A9620F70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2F08C8-9088-4029-BE3E-4FC71A22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1B5DDC-9FE2-47CD-B9F9-CA2FC28B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EE8466-712A-4FD9-B421-C03785CF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54D002-16E1-4DEB-89E3-4624BABF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325674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51A7DA-33B4-4C7A-951D-98D37CF6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EBE6E-0B89-418A-8674-D2E61F11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C0AD2-AA21-44FC-86BC-C2BB39BF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6AFC2-6328-4BDF-9620-5DB45C65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232E2-1CB5-4DB2-9A75-ECB02113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CF6BC-A86B-4F2C-9B34-62C0D37F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179F1-23A7-4E10-896E-666753F4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E6FB8B-01F5-4D23-ACFF-EEE420E3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CE31D-AD33-433C-A0F5-7EB9CE40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F6E80-C6E1-4CB4-A966-2862576C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2E63B-7C78-4C2F-B9ED-38BEA6F1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face</a:t>
            </a:r>
          </a:p>
          <a:p xmlns:a="http://schemas.openxmlformats.org/drawingml/2006/main">
            <a:pPr algn="l">
              <a:defRPr sz="5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technology shortage.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9001A-913A-451A-9939-45F55F9E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76875"/>
            <a:ext cx="933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30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F7F53E-01FC-44DC-B0E3-664DA139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understanding as execution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4E09E-DDBF-4148-8314-36E1E751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E9C51-D0C9-423C-844E-03441596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E6DBF9-77B8-40DD-B3E4-A6426B73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72125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33030C-5488-4F9D-903A-CE21EB59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2863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0832BD-DA89-483C-9BE8-B9BF59FE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24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64629D-D3BF-455D-8727-8C87092E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743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3372F4-D35F-47EC-BC30-71733D4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27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44667E-9271-4832-BD22-E44A350C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8295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2B9CA7-4166-43E7-ADA9-4410F49A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8382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014E24-2398-405F-8661-F3B43205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609659-95D3-401F-AA04-DD148F57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Differentiation.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EAADDF20-9464-44EE-B5F8-E5003ED9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0B0FD9-6C8C-4F1E-B84C-CE4B1345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E0106C-04E7-487D-B7C5-EACE5752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A21464-7061-46C5-A482-73E43391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50C47D-3D14-4C30-B119-74E45E16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B3A48F-B9B8-4BBD-A616-FF758B46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25118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C555CE-34A3-4A5B-B7E5-26C3F0C6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56B7F-03CB-4BBF-835E-A6E90C16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91A5B-B3AC-4C00-A93B-C22A65FC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6C9AD-FB03-4D57-B042-60A5091D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D6606-F8D0-4D1B-A386-AD1CDC16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C8F5B-023E-45EA-B2E6-0A2D96FE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8F52A-C2E9-4F95-9A96-011838D1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48666-1D68-46E7-8B9B-8C74AA77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9694A-F0D4-47AD-839D-BC430041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0EB4A-2519-47F7-8B08-F69C5FFA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ADC32-A2A3-42D4-9FD1-4C13BC4E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C7C62-861D-4616-A60A-4F268758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73F7A-0381-4698-91A8-DC0498A7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485CD0-6CBC-4ADC-969D-402A02C9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554D4-0B1C-43ED-A174-CFED133E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14715-A4A6-4C9A-B48F-D2E1C142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79B7A-0448-4B16-95D2-EAD7ECB2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14C32-5FC5-4736-8858-47170B0D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5FF029-B10E-4226-AF69-39F17AB4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A6E6C9-B521-4788-AADF-A9919090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AA0948-E62E-49F3-B3CD-8AA1C008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2D3B52-6B15-4146-BC86-3B7ABDE6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F784FE-A065-4FDA-B473-30AC80F4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Reveal underlying capability architecture. No deep dive.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2B0E064E-152F-44C2-8AA4-E123C893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554305-98D9-405E-AE0B-2335753E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D317CC-95AC-44B0-9AD5-BC9C9CD0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213796-83F2-4766-9EAA-DDDAA2A4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018F97-33A0-47A3-957F-AC500D4F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E6E0C7-4E3D-4447-B853-2F057971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292268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EBB7C2-F7D1-4B73-8534-EB6C04C1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A5F10-0222-4646-9B2E-524E3242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622D4-E0D3-457D-BA1D-38BD55A6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C52D1-6F5E-46F4-84A6-6C258002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F8D68-4253-4CEF-9026-079EA9AF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5B073-69C8-4289-AE37-887F0C0E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AB989-FCC7-47A5-A0F4-67C9A8DA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A3194-8355-441D-B351-71D70054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1044A-1010-4460-B573-4C7AB5E5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F1DFC-3231-4FC9-8692-2E462A79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D3EEF5-CBBF-4246-8CB4-22E2D6E9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0218C-32CD-4B58-918B-23FCD79E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8F8771-9703-43CB-B9FB-0CF62C29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461908-CD5B-4461-980E-3A97C4C8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067E0A-41DC-40C9-920F-EA6EB290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is adopting AI.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1A389F-79D1-4619-AD4B-A7B1E9C7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D00AD-FD9C-46BE-BE5A-593EB100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88CCA-8139-429B-972A-652EBE24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is undergoing significant change.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568B0F-A833-4179-82F4-978D405A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639A71-5066-462A-B613-51A71F12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0A5E39-5B80-446F-B3CF-1DACAF4E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is losing critical knowledge.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CA798E-0FEF-4F78-8F85-5F4B93A6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46A9FF-46DE-4A2D-88DA-D16F4A01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BD8B42-0696-40C5-A545-496FFF2D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needs stronger governance and accountability.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8A2CC-93A3-48F6-A496-0EA4BC6D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DFA9DB-6D41-4563-9CE3-7EBC9D91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459323-CE10-400A-9088-4F4B4914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wants confidence that can be explained, reviewed, and defended.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843091-FD43-4B4A-B68C-1A3BCD82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1343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B1E83F-2938-4DFB-8605-B6783E6E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25FA54-452C-4BE0-B6E7-92AF0AFA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Most important referral slide.</a:t>
            </a:r>
          </a:p>
        </p:txBody>
      </p:sp>
      <p:sp>
        <p:nvSpPr>
          <p:cNvPr id="31" name="pager-pill">
            <a:extLst xmlns:a="http://schemas.openxmlformats.org/drawingml/2006/main">
              <a:ext uri="{FF2B5EF4-FFF2-40B4-BE49-F238E27FC236}">
                <a16:creationId xmlns:a16="http://schemas.microsoft.com/office/drawing/2014/main" id="{4CFF9058-E6A8-40C1-B3D3-3B12A885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B3CED8-EDF7-4B65-AE92-3A708DDB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81F3AB-29B9-4124-A140-6156F345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B76B3C-78DA-4F1C-B4BE-829CF894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D1BD45-2FAE-4B5A-AAE2-819A4B14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55C40F-6E4B-4944-B63B-4733F3C0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098601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2171F0-2D2D-46C6-94EB-305F1E17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82E89-11CF-4AD9-B471-A1B9894D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38A5D-F8B4-4065-A3F1-CA0D0287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FC6F5-8116-4A78-8144-8342E810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5E6AA-F94F-41D8-AC71-1F113E62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EF433-6C7B-4F35-8618-31D508BB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ECF1B-6141-433E-998D-EAF15C0C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E89DF-BA4B-48D2-809B-B143C4B8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EE57E-1565-49B1-A89F-46062F4D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0CFA1-005B-4FA4-96C3-A0CCB8CD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5EE2A-06DF-4202-B6B5-3E4E82CA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E5DB4-B3A4-4ECC-9D4A-D091F57D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4D196-5DA2-4D3A-A8CE-28E98C30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92381-3F11-40BE-A428-43D71516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030EE-5478-4A91-83C6-38A4490E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3DDE30-D5F5-4F53-990F-473F5FA1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052E6-F4DA-4DF3-9A1E-0DA738A4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B223-6757-448A-AA58-196889EB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D600CF-D610-4DE6-8654-2A30835F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8E97BD-0DBA-427E-8C1E-BB2694C7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CD1617-0322-450E-8401-C34C454E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F1FDB-D1F0-47E5-85B0-2F80BAEF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8C1708-AA58-424E-A3F1-5A22A8A5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SHIFTBY_PARTNER_BRIEF_V1A_OPENDESIGN_IMPLEMENTATION_PASS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D69E0AEA-AE19-424C-9607-B17D8FE7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81E1DE-4FEC-4478-A876-89A8723C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5A90C8-B977-4F51-8304-D443DB09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3CBB0D-15E9-4926-89D4-A8E21697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617590-720C-4EDE-89EF-1FCDE9DA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6C924D-AFEB-4EE1-BF6B-9FB9604B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2609407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117594-0887-4FC6-9F45-4D550A55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39D7A-F5CD-4146-B7B2-CD199C15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4F693-8692-46F6-B2E3-9248EEE6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568DB-7CC0-4CD7-8C47-BBB68F13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328C4-E5BC-4DBF-AD1F-5083EE98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4C6A8-2284-48D7-9D64-E118F2D5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AC60E-219B-445F-B2C9-5FF2295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088025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6A2ABA-AD79-4D23-A8EE-6599D86B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4DEDB-C020-4CB2-AFB9-83C3840D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BE8EB-1EF8-4C23-AEEE-7F41EAF6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8823D-7D98-4984-B8A8-DB96C7B7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8D26B-E1DC-4A07-849A-9C9B0CCF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49BB0-D525-4337-8AE8-B9BB06AD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91788-4ABB-40DB-A2B8-1F7EA40D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433587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A99160-B6F6-4ED9-B2FA-CAC765AA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D14EC-8603-4716-B5DB-9089E083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DA808-EA49-4F3B-AC6A-F3388557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625E4-8B2C-45C6-BEA6-3845505F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55966-D441-4BFB-9CD2-25E0953A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ACAC0-9530-44CD-AB09-E9788919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65C24-B092-4629-8085-8801BF8A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013163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E26D8C-0C94-4253-A25D-B80C6276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73FD2-0FF8-4A66-B196-93DF64BA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EA3F9-C331-4044-9F12-87C4C572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773FB-3187-434E-9912-95613234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F8717-8400-41DC-95C9-98C40CD9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61174-B353-4308-BDCE-8EAA8D29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945D4-2D43-43E2-B366-18FFE688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28324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2026-06-15T03:58:47.6840000Z</dcterms:created>
  <dcterms:modified xsi:type="dcterms:W3CDTF">2026-06-15T03:58:47.6850000Z</dcterms:modified>
</coreProperties>
</file>