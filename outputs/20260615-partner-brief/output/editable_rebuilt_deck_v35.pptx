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7a9ca085624280" /><Relationship Type="http://schemas.openxmlformats.org/officeDocument/2006/relationships/extended-properties" Target="/docProps/app.xml" Id="R028f571e61d34576" /><Relationship Type="http://schemas.openxmlformats.org/officeDocument/2006/relationships/officeDocument" Target="/ppt/presentation.xml" Id="R7cbce4b637ee46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8ae63015f34d6e"/>
  </p:sldMasterIdLst>
  <p:notesMasterIdLst>
    <p:notesMasterId xmlns:r="http://schemas.openxmlformats.org/officeDocument/2006/relationships" r:id="R8c5596123a8e4b40"/>
  </p:notesMasterIdLst>
  <p:sldIdLst>
    <p:sldId xmlns:r="http://schemas.openxmlformats.org/officeDocument/2006/relationships" id="256" r:id="Rc5c1f9a6c2d44e1e"/>
    <p:sldId xmlns:r="http://schemas.openxmlformats.org/officeDocument/2006/relationships" id="257" r:id="Rdac6a417fa354bf9"/>
    <p:sldId xmlns:r="http://schemas.openxmlformats.org/officeDocument/2006/relationships" id="258" r:id="R12f31e08e2344d2e"/>
    <p:sldId xmlns:r="http://schemas.openxmlformats.org/officeDocument/2006/relationships" id="259" r:id="R5d24483870704113"/>
    <p:sldId xmlns:r="http://schemas.openxmlformats.org/officeDocument/2006/relationships" id="260" r:id="Rc2aae35a0c484ed4"/>
    <p:sldId xmlns:r="http://schemas.openxmlformats.org/officeDocument/2006/relationships" id="261" r:id="R24811fa7a29b4877"/>
    <p:sldId xmlns:r="http://schemas.openxmlformats.org/officeDocument/2006/relationships" id="262" r:id="Ree737a3cf9614f66"/>
    <p:sldId xmlns:r="http://schemas.openxmlformats.org/officeDocument/2006/relationships" id="263" r:id="R77da868e319a4f19"/>
    <p:sldId xmlns:r="http://schemas.openxmlformats.org/officeDocument/2006/relationships" id="264" r:id="R14dcc8c263474b9b"/>
    <p:sldId xmlns:r="http://schemas.openxmlformats.org/officeDocument/2006/relationships" id="265" r:id="R632ba406d1054c40"/>
    <p:sldId xmlns:r="http://schemas.openxmlformats.org/officeDocument/2006/relationships" id="266" r:id="Rf0f199e40ff94e70"/>
    <p:sldId xmlns:r="http://schemas.openxmlformats.org/officeDocument/2006/relationships" id="267" r:id="R4eabb7cc6d5245cc"/>
    <p:sldId xmlns:r="http://schemas.openxmlformats.org/officeDocument/2006/relationships" id="268" r:id="Rf8bba713f53144eb"/>
    <p:sldId xmlns:r="http://schemas.openxmlformats.org/officeDocument/2006/relationships" id="269" r:id="Rebd18dd56808460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ad14e2e5fd48df" /><Relationship Type="http://schemas.openxmlformats.org/officeDocument/2006/relationships/slideMaster" Target="/ppt/slideMasters/slideMaster1.xml" Id="Rbd8ae63015f34d6e" /><Relationship Type="http://schemas.openxmlformats.org/officeDocument/2006/relationships/notesMaster" Target="/ppt/notesMasters/notesMaster1.xml" Id="R8c5596123a8e4b40" /><Relationship Type="http://schemas.openxmlformats.org/officeDocument/2006/relationships/presProps" Target="/ppt/presProps.xml" Id="R2c94c8137079470e" /><Relationship Type="http://schemas.openxmlformats.org/officeDocument/2006/relationships/tableStyles" Target="/ppt/tableStyles.xml" Id="Rbd4ffc4b620b46db" /><Relationship Type="http://schemas.openxmlformats.org/officeDocument/2006/relationships/slide" Target="/ppt/slides/slide1.xml" Id="Rc5c1f9a6c2d44e1e" /><Relationship Type="http://schemas.openxmlformats.org/officeDocument/2006/relationships/slide" Target="/ppt/slides/slide2.xml" Id="Rdac6a417fa354bf9" /><Relationship Type="http://schemas.openxmlformats.org/officeDocument/2006/relationships/slide" Target="/ppt/slides/slide3.xml" Id="R12f31e08e2344d2e" /><Relationship Type="http://schemas.openxmlformats.org/officeDocument/2006/relationships/slide" Target="/ppt/slides/slide4.xml" Id="R5d24483870704113" /><Relationship Type="http://schemas.openxmlformats.org/officeDocument/2006/relationships/slide" Target="/ppt/slides/slide5.xml" Id="Rc2aae35a0c484ed4" /><Relationship Type="http://schemas.openxmlformats.org/officeDocument/2006/relationships/slide" Target="/ppt/slides/slide6.xml" Id="R24811fa7a29b4877" /><Relationship Type="http://schemas.openxmlformats.org/officeDocument/2006/relationships/slide" Target="/ppt/slides/slide7.xml" Id="Ree737a3cf9614f66" /><Relationship Type="http://schemas.openxmlformats.org/officeDocument/2006/relationships/slide" Target="/ppt/slides/slide8.xml" Id="R77da868e319a4f19" /><Relationship Type="http://schemas.openxmlformats.org/officeDocument/2006/relationships/slide" Target="/ppt/slides/slide9.xml" Id="R14dcc8c263474b9b" /><Relationship Type="http://schemas.openxmlformats.org/officeDocument/2006/relationships/slide" Target="/ppt/slides/slide10.xml" Id="R632ba406d1054c40" /><Relationship Type="http://schemas.openxmlformats.org/officeDocument/2006/relationships/slide" Target="/ppt/slides/slide11.xml" Id="Rf0f199e40ff94e70" /><Relationship Type="http://schemas.openxmlformats.org/officeDocument/2006/relationships/slide" Target="/ppt/slides/slide12.xml" Id="R4eabb7cc6d5245cc" /><Relationship Type="http://schemas.openxmlformats.org/officeDocument/2006/relationships/slide" Target="/ppt/slides/slide13.xml" Id="Rf8bba713f53144eb" /><Relationship Type="http://schemas.openxmlformats.org/officeDocument/2006/relationships/slide" Target="/ppt/slides/slide14.xml" Id="Rebd18dd5680846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d300da39024b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bb17cf9f954c60" /><Relationship Type="http://schemas.openxmlformats.org/officeDocument/2006/relationships/notesMaster" Target="/ppt/notesMasters/notesMaster1.xml" Id="R642534161db641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e6024edc2d4fec" /><Relationship Type="http://schemas.openxmlformats.org/officeDocument/2006/relationships/notesMaster" Target="/ppt/notesMasters/notesMaster1.xml" Id="Rea484463a9c84d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4ace845f39435f" /><Relationship Type="http://schemas.openxmlformats.org/officeDocument/2006/relationships/notesMaster" Target="/ppt/notesMasters/notesMaster1.xml" Id="R0ad467b93c8849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6bce8b3ba7423b" /><Relationship Type="http://schemas.openxmlformats.org/officeDocument/2006/relationships/notesMaster" Target="/ppt/notesMasters/notesMaster1.xml" Id="R33ed8a7b1eba4d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e5791197cb41f9" /><Relationship Type="http://schemas.openxmlformats.org/officeDocument/2006/relationships/notesMaster" Target="/ppt/notesMasters/notesMaster1.xml" Id="R7615e3b2ac914f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06ade78ae24091" /><Relationship Type="http://schemas.openxmlformats.org/officeDocument/2006/relationships/notesMaster" Target="/ppt/notesMasters/notesMaster1.xml" Id="R15ccaf4b224040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0b8dbff63741ca" /><Relationship Type="http://schemas.openxmlformats.org/officeDocument/2006/relationships/notesMaster" Target="/ppt/notesMasters/notesMaster1.xml" Id="R853aaa18132045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0a40075ec540db" /><Relationship Type="http://schemas.openxmlformats.org/officeDocument/2006/relationships/notesMaster" Target="/ppt/notesMasters/notesMaster1.xml" Id="R77cd28a9bdba4e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a9514c56db46d1" /><Relationship Type="http://schemas.openxmlformats.org/officeDocument/2006/relationships/notesMaster" Target="/ppt/notesMasters/notesMaster1.xml" Id="R8e586cac57f54b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9eb4509f054018" /><Relationship Type="http://schemas.openxmlformats.org/officeDocument/2006/relationships/notesMaster" Target="/ppt/notesMasters/notesMaster1.xml" Id="R64b1feb057d346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9e6d5a57564028" /><Relationship Type="http://schemas.openxmlformats.org/officeDocument/2006/relationships/notesMaster" Target="/ppt/notesMasters/notesMaster1.xml" Id="R3ec06eb72a444a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ecfeb72093409a" /><Relationship Type="http://schemas.openxmlformats.org/officeDocument/2006/relationships/notesMaster" Target="/ppt/notesMasters/notesMaster1.xml" Id="Rdc36f28676cc4d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d5cc59c88d474e" /><Relationship Type="http://schemas.openxmlformats.org/officeDocument/2006/relationships/notesMaster" Target="/ppt/notesMasters/notesMaster1.xml" Id="Ra82d43932c534c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ebc3a47070468f" /><Relationship Type="http://schemas.openxmlformats.org/officeDocument/2006/relationships/notesMaster" Target="/ppt/notesMasters/notesMaster1.xml" Id="R1c2e92bb63de40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c42bf073143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41715ea5d447c7" /><Relationship Type="http://schemas.openxmlformats.org/officeDocument/2006/relationships/slideLayout" Target="/ppt/slideLayouts/slideLayout1.xml" Id="Rae22472e6e6d4b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22472e6e6d4b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f861a0ed34e14" /><Relationship Type="http://schemas.openxmlformats.org/officeDocument/2006/relationships/image" Target="/ppt/media/image.png" Id="R78ebb29c866c497e" /><Relationship Type="http://schemas.openxmlformats.org/officeDocument/2006/relationships/image" Target="/ppt/media/image2.png" Id="R66f592de98124498" /><Relationship Type="http://schemas.openxmlformats.org/officeDocument/2006/relationships/notesSlide" Target="/ppt/notesSlides/notesSlide1.xml" Id="R0e733dceb7bf46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f92af514840d2" /><Relationship Type="http://schemas.openxmlformats.org/officeDocument/2006/relationships/image" Target="/ppt/media/image3.png" Id="R2d9afca084e74fff" /><Relationship Type="http://schemas.openxmlformats.org/officeDocument/2006/relationships/notesSlide" Target="/ppt/notesSlides/notesSlide2.xml" Id="R1b0191f718f94c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db3dc12474cc9" /><Relationship Type="http://schemas.openxmlformats.org/officeDocument/2006/relationships/image" Target="/ppt/media/image4.png" Id="R434ce3c66b0c4386" /><Relationship Type="http://schemas.openxmlformats.org/officeDocument/2006/relationships/notesSlide" Target="/ppt/notesSlides/notesSlide3.xml" Id="Rd3b876e924474a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d9ae30bf04772" /><Relationship Type="http://schemas.openxmlformats.org/officeDocument/2006/relationships/image" Target="/ppt/media/image5.png" Id="R05084ea87bcb45c0" /><Relationship Type="http://schemas.openxmlformats.org/officeDocument/2006/relationships/notesSlide" Target="/ppt/notesSlides/notesSlide4.xml" Id="R769e21f9d41d4e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b120db9d44709" /><Relationship Type="http://schemas.openxmlformats.org/officeDocument/2006/relationships/image" Target="/ppt/media/image6.png" Id="R7e294e278ad74f9d" /><Relationship Type="http://schemas.openxmlformats.org/officeDocument/2006/relationships/notesSlide" Target="/ppt/notesSlides/notesSlide5.xml" Id="Rd85f7262e37b4e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13c72b17c4cd5" /><Relationship Type="http://schemas.openxmlformats.org/officeDocument/2006/relationships/image" Target="/ppt/media/image7.png" Id="Ra0560d8ab3a2493f" /><Relationship Type="http://schemas.openxmlformats.org/officeDocument/2006/relationships/notesSlide" Target="/ppt/notesSlides/notesSlide6.xml" Id="R3a6509e649cf47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6a3a1ab664e3c" /><Relationship Type="http://schemas.openxmlformats.org/officeDocument/2006/relationships/image" Target="/ppt/media/image8.png" Id="Re6f1b3023ba24e5f" /><Relationship Type="http://schemas.openxmlformats.org/officeDocument/2006/relationships/image" Target="/ppt/media/image9.png" Id="R10cc0638d81746d1" /><Relationship Type="http://schemas.openxmlformats.org/officeDocument/2006/relationships/notesSlide" Target="/ppt/notesSlides/notesSlide7.xml" Id="Rae8ee828b05549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df63ae7814fb8" /><Relationship Type="http://schemas.openxmlformats.org/officeDocument/2006/relationships/image" Target="/ppt/media/image10.png" Id="Rd105b9aa61ad483c" /><Relationship Type="http://schemas.openxmlformats.org/officeDocument/2006/relationships/image" Target="/ppt/media/image11.png" Id="R0e4e3a4a7fab4c22" /><Relationship Type="http://schemas.openxmlformats.org/officeDocument/2006/relationships/notesSlide" Target="/ppt/notesSlides/notesSlide8.xml" Id="R00fbf4a0428640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c59d0456843e6" /><Relationship Type="http://schemas.openxmlformats.org/officeDocument/2006/relationships/image" Target="/ppt/media/image12.png" Id="R604fc21ca89045c8" /><Relationship Type="http://schemas.openxmlformats.org/officeDocument/2006/relationships/image" Target="/ppt/media/image13.png" Id="Rc91b09447faa4de0" /><Relationship Type="http://schemas.openxmlformats.org/officeDocument/2006/relationships/notesSlide" Target="/ppt/notesSlides/notesSlide9.xml" Id="R92288ee5b9b041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3430c566444cb" /><Relationship Type="http://schemas.openxmlformats.org/officeDocument/2006/relationships/image" Target="/ppt/media/image14.png" Id="R6ed17d7e8dff4f07" /><Relationship Type="http://schemas.openxmlformats.org/officeDocument/2006/relationships/image" Target="/ppt/media/image15.png" Id="Rc86201dcfae841dd" /><Relationship Type="http://schemas.openxmlformats.org/officeDocument/2006/relationships/notesSlide" Target="/ppt/notesSlides/notesSlide10.xml" Id="R5d49c1019e2641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17614ce124f01" /><Relationship Type="http://schemas.openxmlformats.org/officeDocument/2006/relationships/image" Target="/ppt/media/image16.png" Id="R266bb40f69534f75" /><Relationship Type="http://schemas.openxmlformats.org/officeDocument/2006/relationships/notesSlide" Target="/ppt/notesSlides/notesSlide11.xml" Id="R1d94112327c843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0b5b68e814fc9" /><Relationship Type="http://schemas.openxmlformats.org/officeDocument/2006/relationships/image" Target="/ppt/media/image17.png" Id="R271dae3be45a4e61" /><Relationship Type="http://schemas.openxmlformats.org/officeDocument/2006/relationships/notesSlide" Target="/ppt/notesSlides/notesSlide12.xml" Id="Re455f9d8c28148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2e3525ad542a9" /><Relationship Type="http://schemas.openxmlformats.org/officeDocument/2006/relationships/image" Target="/ppt/media/image18.png" Id="R0109fc6dacfb4299" /><Relationship Type="http://schemas.openxmlformats.org/officeDocument/2006/relationships/notesSlide" Target="/ppt/notesSlides/notesSlide13.xml" Id="Rf4d207fc37db41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2ffb45229402c" /><Relationship Type="http://schemas.openxmlformats.org/officeDocument/2006/relationships/image" Target="/ppt/media/image19.png" Id="R119362956b3249e2" /><Relationship Type="http://schemas.openxmlformats.org/officeDocument/2006/relationships/notesSlide" Target="/ppt/notesSlides/notesSlide14.xml" Id="R3cf712a1337049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9C0911-9F9A-4B5D-B189-26CA30B6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3C598-5105-450E-BE79-15753A1E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bb29c866c497e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F8370-475E-4E9E-AC27-4B7A61E6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2EBB6-78F5-4718-81F0-F78AA2D5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D66C9-7AC9-46A6-9975-7C1BDEF1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8F5AA-5256-4644-B600-A8F58431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A237A-D332-4C49-ACAA-16CD0B0D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592de98124498"/>
          <a:stretch xmlns:a="http://schemas.openxmlformats.org/drawingml/2006/main"/>
        </p:blipFill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A9420-EAB8-4D76-8011-A8E7AE0C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41089-3BB3-49AF-9CFD-8A14BE7B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2" name="pager-pill">
            <a:extLst xmlns:a="http://schemas.openxmlformats.org/drawingml/2006/main">
              <a:ext uri="{FF2B5EF4-FFF2-40B4-BE49-F238E27FC236}">
                <a16:creationId xmlns:a16="http://schemas.microsoft.com/office/drawing/2014/main" id="{C83F98C5-2AC0-4C1C-B8F2-CAA50F8E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33848-7974-4205-9249-F4506C6A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E4E7B-04A2-4703-A884-3336B324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41612-B891-4AC8-90B4-86F0949F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5537C-9CF6-49ED-BBF0-B6AE1401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565A2-0C60-443F-A390-CE9BF1D7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38763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38639E-0D33-4B7C-9DE4-370DD1CF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7A9F0-393B-49EF-85EB-C6772F78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afca084e74fff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ED846-BD29-4E98-A01B-07E15326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B9A23-A0FC-412F-B5B8-8597D499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6AA4E-F08E-47A0-B604-06EA359F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9DAD8-FE63-4543-B700-DB1446DB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E9830-3D43-4FEB-A351-37C34F99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353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understanding as execution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A281B-01D3-4F39-ACD3-CBE7D61B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67B5E-41F8-4D82-8C6B-0FA2C527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1D071-2671-48C9-BCC6-FC0ECA9E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543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3F5D7-8659-4685-A703-CDF86916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5EFFC-C0C6-4934-AA81-8B4BBE2F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24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C864C-1FB1-41C6-A671-B653F771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924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9A851-FAD2-4592-91FE-311B1BE7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76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DE274-6F8E-48B3-A4D7-010A7665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05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B8EF48-C27D-4C76-9E61-69866FDD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305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1A795-CD57-46F3-8DCA-9ABBA5A4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58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77DD41-CB6A-45DC-BD45-239B167A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8DFE07-045A-4DBE-A0EF-0F60E6F9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1" name="pager-pill">
            <a:extLst xmlns:a="http://schemas.openxmlformats.org/drawingml/2006/main">
              <a:ext uri="{FF2B5EF4-FFF2-40B4-BE49-F238E27FC236}">
                <a16:creationId xmlns:a16="http://schemas.microsoft.com/office/drawing/2014/main" id="{497A3CBB-338E-44A7-8FC8-F6022C20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16B9C7-DB2E-4756-BB8E-98927777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238CA9-C4DB-4391-A8DA-53B540DB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CD899B-BF91-4675-95CD-9FCE84C6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F07022-6685-4DA3-A95E-20D06A4E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2F729D-9990-4938-A2EA-01C53753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71397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809A4B-17EF-4B5F-A34E-EAEC5F42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B583E-AD4B-4F7D-974F-FCFA7268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ce3c66b0c4386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5E8AA-8A87-45A5-B5F7-B8BE2240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16068-C1CB-4AC3-8083-D649E663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AE35C-A0D5-4E92-B3C6-05ED92D3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EB308-EB61-4E00-8EDC-2B32FF1E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21A7F-D456-4F03-B918-EFB7CA7A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62D92-33A6-4ECF-B28B-7FFA0737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D2713-3F00-427B-8072-5CD53570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B012D-4EFB-4664-A589-2C54F8B4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7F478-0F41-42F3-950C-F95F6982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FBC9C-B254-4F39-A3AF-32AF4E90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F977B-C69E-4AC7-A52E-EFF280D1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3B7F6-7F12-48EC-8509-850FEC70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43B8D-0101-4B4D-B1F5-9A82AE7C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05FCEC-FD23-4742-9220-FC2A52E5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77555-F2A1-46BB-9283-F0ADACB5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29723-7516-4F8D-9103-FCADA3C5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7681CB-6A3D-4210-9B4A-1385E036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4CC88B-A286-44A5-BB97-32C0647E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1C3D8-5AE0-4639-863D-F227A42F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9FBBA8-3361-4E39-97CB-DD39A42F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34FBD8-FD9B-4391-831C-AF1C0E74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32F0CF-45E2-46F4-844B-714EED9A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FE3AC8-6348-48DA-AC0E-9B09E875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D7AD74-F298-439D-B7DC-F8C9E3BA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956E83-BC89-428C-BB64-B41008D9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33428D-367E-436B-A547-AABE0B71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178255-0103-4086-A4F9-02567B32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BAC01E-3330-4CDB-A08E-0ACE5E0A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AF156D-EEE6-4DC7-9BC2-1A10284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3" name="pager-pill">
            <a:extLst xmlns:a="http://schemas.openxmlformats.org/drawingml/2006/main">
              <a:ext uri="{FF2B5EF4-FFF2-40B4-BE49-F238E27FC236}">
                <a16:creationId xmlns:a16="http://schemas.microsoft.com/office/drawing/2014/main" id="{A3677238-3139-4436-BCDB-62BEE038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6C17F9-5694-44A8-9F23-C7E34AE1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B685F4-E4C7-46ED-B270-5B5BBA62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BAFB17-CA2F-4857-81AC-4F029461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55BB43-A510-474C-BE8F-E66BD0E2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6E2F78-4C5C-4E4B-997C-88728691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8977143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91938C-92C8-48C0-A16B-E18718A4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709D7-C6B6-4DC5-8150-52CE82B3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84ea87bcb45c0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6CEAF-F4AE-48EF-95AB-B1C93FCE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B67E5-82A0-4A60-B984-2F7A1A9B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78AED-461B-4FE3-B84A-8D0C280D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51B91-5115-489B-B1D4-D4003AF8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15F18-BAB7-4E5F-A921-A6A65EE2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414F8-7C2B-4C52-A1FB-FD680265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ABB6A-61C2-4E1B-B459-E32C6751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061E9-F4EB-4E40-8DDD-0D43B24D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300D1-E84D-43F0-8B46-DCA45053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0AF81-2551-4379-9A72-9211B8FB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B8A1D-053A-43D3-9C6B-493134B2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2B36A-F80B-4BCD-9176-22A1F172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7EE9E-A67B-4097-982E-9515E094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CA0D3-35C3-4B10-B434-89C1E10E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66E0F-C3F6-4219-9D76-FA66EAAD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7D7800-8135-4828-BDAF-8D851150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203127-9AEB-481B-8720-79607AD1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5F2E5-0FC1-4CB6-8208-25DAE61F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2EF25-8B37-4B09-ADAD-2DB95C9D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52A6AD-1DB3-4844-B97B-895684A5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86600"/>
            <a:ext cx="12001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Across sectors, the same questions recur around</a:t>
            </a:r>
          </a:p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knowledge, accountability, and</a:t>
            </a:r>
          </a:p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942F84-7383-42C0-817F-BE550BBD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3C5829-81A7-407E-B07B-95874C70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6" name="pager-pill">
            <a:extLst xmlns:a="http://schemas.openxmlformats.org/drawingml/2006/main">
              <a:ext uri="{FF2B5EF4-FFF2-40B4-BE49-F238E27FC236}">
                <a16:creationId xmlns:a16="http://schemas.microsoft.com/office/drawing/2014/main" id="{3B2F4FC0-C367-44FB-8835-FC43B9BA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12E6CD-C453-40AC-8A7F-6A484869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2D2CBD-9ACC-475D-9162-75F7D959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ED3E2C-1CFD-4EB7-9748-79720244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52C9FE-D734-4A8A-8000-7E676189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282555-7DBB-4E13-A824-9D12C386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822545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C5971D-2E77-4DF9-8ADE-096D8078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5E439-41FD-4177-8625-1874C94A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94e278ad74f9d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D761E-9CC0-4860-9155-E219A583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FUNCTIONAL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33172-21BC-4EC0-B2CB-7C993CF8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893FF-A5B2-455D-BE14-5DDF5D7C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A6DE7-B5A7-411F-B2B7-A0E10B4E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FF7D0-90D9-42D7-B408-F7478B75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57EEA-77FA-4F52-96EC-75C59132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7CE60-BF81-4593-A75A-19F3E49C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21086-D47E-4B33-BC59-E83D9800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FAC99-EFB2-4A6D-AAA8-7E7F453A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27E2D-101F-4ED7-B3FD-8E3F05DC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FA6F0-B962-4712-BE2C-9841680D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89FE1-1AAC-451A-B1EA-87747779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61C63-62B2-4303-94F1-3515D718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70987-0D5B-4F0A-9555-A51D6424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62ADD-4E28-48CE-BA92-4065F18B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95E0E-FF57-4D6E-9050-1CB15E30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4428D3-DF6E-44CA-8C14-81EF5649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E3DE0-3999-4A22-A55B-534F957E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163E4B-7AD9-4E5E-91E2-3D3D5326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05DFA-9619-4397-ADA0-DE8ED59C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2878D6-C5EB-4E14-A0CA-9ECAE1E8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12DAFE-9221-453C-AFC6-3908518F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1700E5-6C95-4C8C-BED4-70D0826B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D49A5C-A00E-4AB3-BEA9-A3172B59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60987D-5ABC-42C1-B883-429EBC12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2E881F-A019-4FBD-84CE-4F3C8DF1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A6F78A-C0D7-4A1A-BEA0-2EF1F430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588FA6-9937-4BFB-95BC-84A09A20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A9E39F-8FA0-4A76-91B1-852AF174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CA8528-3E1F-42FE-A90F-27EA417F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E2018E-3599-4B27-B9C5-C3328EC0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99F7B7-929C-46E7-934C-1F857650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4A53AE7A-C9D8-412F-8CC8-A6741E71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10B825-100B-4331-BB03-E8896EE4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728910-107F-41F1-8DA6-008F00D6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10F8CD-9AF5-46F2-B2BF-B8A73DDB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03EED0-A8DA-474D-9F46-1C4C595F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2EC9AD-0051-4E3C-906D-803DF2BE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134574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2C1CE9-F089-48A6-B406-4EBB887D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EBA76-3D58-4AC6-99D0-76F57B73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60d8ab3a2493f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29FE1-E11F-4815-B93C-20BE101B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86DDC-AD35-4469-8CFF-CB265E95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06989-B6AC-42C2-B008-B2E85EE6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8CEBD-BC0E-44B1-A20B-5CB0D1D5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may be relevant.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1DB0B-3141-4355-AC39-CFE743E4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BF83F-9972-41AB-8529-22C69D2A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DD277-5F14-4145-993A-8C07C7EF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and need a starting point.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B9F02-A6C0-40FC-BE52-F14B11E0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8F57D-B2C3-4887-9080-610951CE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37734-B62C-4F89-BD15-A5167650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AI ideas and need priorities.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EAA75-8524-4625-A6F0-4421FCA8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EA089-5B0D-43E2-8DC5-DF66A44E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E1BF3-9866-4752-AA61-E5E69D01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 and audit readiness.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734F31-7E3E-43F9-A9E8-44F1B86D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1ACBD9-3A25-485D-9AE9-94CDA63C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A52A74-C2A5-476A-8893-9516C6AE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workflows.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A59B6-0BB6-4951-B0DA-7044289D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172D2E-614A-4C4F-B916-F6E087F0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D90F1E-F821-4C50-B347-750CD329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want to preserve critical knowledge.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297E77-0529-4C57-A4EC-2B823322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5FC487-1ADD-4730-A06C-17BCA831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AE39A513-D1DE-4911-A34B-AB15DE38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44B7EF-0609-4B8A-B651-25805152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6FF3F2-563E-4CF1-A157-BC054069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CA6D7D-DA23-423D-AAC3-90D822B0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60EA55-9D1A-45C1-891E-3EB38155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6979B8-9038-4447-835F-5EC3EAF6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735285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513AC3-1592-4312-9AD5-F2BCA71B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943D2-7536-4D04-93C8-A328E7FF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1b3023ba24e5f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B309A-C496-41F7-AFF8-072508D1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READINESS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D186D-7D05-4B45-BBE6-E516C892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C53DC-29F4-471F-873D-DF3B5259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0F21E-8E27-45F0-9C26-B3F07819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CD3F6-AEFF-4D17-A62F-9845B40C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3EC7B-1167-45B4-9AB7-EE07EF84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MOVES.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c0638d81746d1"/>
          <a:stretch xmlns:a="http://schemas.openxmlformats.org/drawingml/2006/main"/>
        </p:blipFill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36B1A-0825-4D48-AD07-8DCD3515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B46E5-5382-4625-99AE-27DD3567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83EC0-23EA-4E4D-8619-FF429F1F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1CB3B-C0F2-484F-B292-A7D8E17E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63D50-764C-457C-8731-22ADDF1D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27F61-31B2-4926-881B-79A2C832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BD1567-D9FE-4231-A4AC-772E7265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2568D-7AAD-4D79-9E67-E6F0E9A1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B961A-9415-4D87-8F9E-00AA31F0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688B79-A829-4B8D-B80E-2DAC4C91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A2D15-FD04-4F63-8DB2-990A7369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9F9BB-C337-47C4-8082-EBCE4769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9C7CA-F94E-4043-952E-9943A032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6136A4-71E8-4950-9A6F-DDD43E1E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800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question is whether data, knowledge,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operating model can support change.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97ACF1-5EA1-4DDD-AFA8-9C7858EB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966A18-29FB-41A1-BE8B-7C001707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B8C94AB6-57E3-4566-8676-59FCB6A6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43E66-6AA2-4F07-9B0F-FE030493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AC8C86-971F-4A3E-A348-005DC24A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260C93-C175-4302-AE26-64931A1A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75EB05-D116-4447-B2C1-BC2A3932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61C8B-AE27-4399-82C4-D51CAEFB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872200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2D5B39-FB38-49FF-A4AA-E75EAFD7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6F352-9E59-48DB-8824-7F90BEC7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5b9aa61ad483c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CB603-561A-4291-9D95-0613DE60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VALUE PRIORITIES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9DD33-8021-4FE9-8D86-41CC215E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24E6E-B601-489E-A378-22678CE9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40A0F-F850-4ED5-90D4-9F1C32FE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E9AB0-231B-43CC-BF3A-5D75C9DF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C7B35-F0C9-497C-9C2E-612219D1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e3a4a7fab4c22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3E522-3961-4813-A917-F58556AA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A9A06-EE0E-46EA-BDC0-68F683E1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95D1A-730F-42F1-AC34-99A8972B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02553-5BE9-4D47-BACB-C421E22E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517D5-5A43-4649-A602-41CBF886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71F3D-31D6-49B6-995E-D0DE6571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D1EF1A-EAE6-415F-96E4-2022108D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C37A7-89C2-4B40-AB89-9F5DDC73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B410C-25C8-4CE2-8114-C2B3CF98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0E7A79-A1C0-49F6-8802-33F96608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A90A5B-01FA-45D9-A2BA-60D9CFF2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3A5F1E-B9F5-4409-8F4B-B6D09566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B8BF4B8F-B976-478B-AA2C-A9C6FA3D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20351C-229B-4BA2-B237-2979886D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944E4A-CAA5-4C1B-B229-DF09284E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D8B454-FEE6-46CC-88D7-A7449721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40EA17-AD1C-462A-BA87-8FEFD72E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F3CFE0-DD84-420B-B306-1A735002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39230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9234ED-38CE-4B67-B213-90B0EE6F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57578-54D7-4D86-BD74-C31EE363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fc21ca89045c8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89B26-6913-46DC-9441-373B639B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&amp; OVERSIGHT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AD35A-52DF-4FB2-8618-5CB88380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C6481-4248-4F9E-880C-4019A58A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DCA5C-DAD1-4806-A371-DFF769F3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EC327-C2B6-49B1-B675-407CFE84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C16D7-9CA6-484E-B593-31CA129A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b09447faa4de0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02ECE-1C70-4C2E-98C7-C0CF2B69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56BDB-BB7C-4D47-A502-3BF84735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5546F-5BF4-47A8-9320-DCE318B4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223E3-2260-4B69-B32B-F3092AD1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87597-49C3-4398-92F0-00A995B8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10EBD-ACB9-48AC-9A14-3CB18E39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803B5-48DC-476C-BA9B-201B8D80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D2B38-BCA3-42B5-8F09-CAFE3133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35D5E-8D0F-4877-9D77-D67EEC61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817197-FE16-4A5E-AD1D-AC2A387F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F45D3-1D40-4EC6-BBC3-E1FC7410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F9B7C-CFD8-470C-B548-981F3B44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411DE7-389C-44B2-AEF1-8BB0B098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275AC9-49F0-4ECB-B55B-F227A927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252F5A-A679-4E1D-A0FA-ECA82911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493D7E-0D2A-4B1A-AB6F-3B96F444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B12D2D-8809-42F5-8522-616A9AC1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781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D733C7-10A8-42C1-9C05-9F379310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CE7BAA-5450-44B8-B4ED-E5CCAD86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92F03D-A4C7-440A-ADEE-C390DB36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8996BA-3169-43E0-A15E-D92F0D88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A5DC7D-3227-4FEB-B848-7E23E037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33" name="pager-pill">
            <a:extLst xmlns:a="http://schemas.openxmlformats.org/drawingml/2006/main">
              <a:ext uri="{FF2B5EF4-FFF2-40B4-BE49-F238E27FC236}">
                <a16:creationId xmlns:a16="http://schemas.microsoft.com/office/drawing/2014/main" id="{08958B04-F866-4F5D-A009-4C723903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F7AC7D-41BD-414C-8C65-89146BEE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EABFAD-21AB-416C-A4C8-ED72A95F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4365C2-7808-49E0-B3FE-9C4EFCE6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BD9B99-422D-41D7-9012-31CA45CE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151BEA-9693-465F-8F8E-BF100BDB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882795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522361-AFFD-4FCC-87B5-64B92902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299CC-7E12-4D54-A3FE-975901DE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17d7e8dff4f07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5A9C5-C54A-40A6-A31D-350EB918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8D64E-9E93-4FFF-BA34-93E4FEB5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F8CDA-FF9D-4743-B883-A472973C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C2012-4163-4A9A-802D-2FF2687F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90D17-9BF1-40F6-B4DF-051154B2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F8C72-86E9-4813-97A6-5AB7253F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IN PLACE.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201dcfae841dd"/>
          <a:stretch xmlns:a="http://schemas.openxmlformats.org/drawingml/2006/main"/>
        </p:blipFill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1AE1E-7AD0-4F6F-831B-94A50C5C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C855B-A426-46B0-8414-8C6677BB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2130D-621D-4B61-A4E2-0FBAC3DC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16B82-0C1A-46BE-944A-8BB2D55A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FC566-7598-4F7A-9FCF-72BCBE3B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D8D51-2DCE-4E65-A49B-978AD890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AD0F5-8996-46C7-B2CD-5E3FF7C5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750A1-4BB3-475E-816E-C0CA98AB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3609C-A681-4988-8CDF-F5ABDF80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781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2793F-6915-4B0B-8B25-3073E816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731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6EB81C-A419-4CB3-8A49-28A560D4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DBE5F-7383-4AC6-9F27-F3E6C28D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in place.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33E4AE-5995-4F11-8403-977152D3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9D625C-B617-4E8C-B89B-9D3FEF9D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C1D06856-FA5C-4E02-BA97-59660083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47589-B054-4204-8A19-02DC24CF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1704C5-8DA1-463C-BEAD-8C05AD8A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9B1B0B-DFF8-4D8E-841C-41BF4EDA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7410D6-2077-4AB6-A80F-9FA041AC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61FDFB-66BA-4464-9574-C6574B4A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649971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BFAB3C-FFA4-4675-B76C-6DE9B8B5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EAE68-78E6-471E-8F24-803D5DD8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2E08E-5C27-4A78-B087-41BC89F9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9FFC3-351C-42AA-B4E6-BD052D96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bb40f69534f75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9258E-96C8-42A6-B40B-B7092A34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3CFAE-2453-4B73-B241-6B17127F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E3660-A9E3-414E-A6B7-E3DD6083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8841E-B9BB-4AAF-B363-BC38DA70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FCF83-78A3-4D16-A10D-954762C4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F4388-19DB-4BF5-A89B-6D38A5B1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the rationale behind execution as change accelerates.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CFF7B-9667-44CB-99C1-814520CD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D8CB4-C482-4CD6-90DF-0F3870E6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D46EA-52B1-4EB9-B14A-66A1FFB4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2F328-5671-4A1A-B2A4-F2D4C05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16" name="pager-pill">
            <a:extLst xmlns:a="http://schemas.openxmlformats.org/drawingml/2006/main">
              <a:ext uri="{FF2B5EF4-FFF2-40B4-BE49-F238E27FC236}">
                <a16:creationId xmlns:a16="http://schemas.microsoft.com/office/drawing/2014/main" id="{7F8F669F-83A7-4733-A9E1-C0DB6F49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7CF5E-A7F1-4988-BFCE-00CBFAF4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BA49A-63A1-442F-8D69-53F73FEC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0F011-F332-4BC1-9E05-7E5A6FB2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55FB1-08EC-473B-88AA-14BBABB2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86526-948C-4777-882E-3CFC46E9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261045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E2AAF6-3945-457D-8070-7D0B7DA0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B33FD-F96A-4DE4-BE60-BBBB0171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dae3be45a4e61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3A2F8-8604-43F9-9C64-760C9357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148AD-2CFE-42E2-857D-8DD5919C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2D5E3-DCD8-404C-81D4-831A75BA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8F40C-8872-4728-91CE-4C026C70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3273D-9C6F-41EE-930E-0696B664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39191-7681-473A-9C27-80C15AA8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07FDA-E9C2-4010-A80B-B6D5B61D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7680A-7158-45C3-9BD8-EBA6AA97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79792-F9F9-408D-958B-D247323F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6BB0D-D0F2-4531-B91D-2FDD8E76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44426-9900-4492-BFF8-9D1BC233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31215-97B6-47B8-8D62-1BD1A73F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FBE25-BDD7-47A5-83A7-2564B1DD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CB05F5-853E-4539-A0EF-FFDA85B6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554385-A8AD-408E-B9D1-EAEF38FC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32CBF-E8D1-488B-AC07-9D03E6ED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044C16-C24E-412E-BC60-C7CECDB3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A5BAA2-B176-4FF8-B946-8AB1B7E5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2" name="pager-pill">
            <a:extLst xmlns:a="http://schemas.openxmlformats.org/drawingml/2006/main">
              <a:ext uri="{FF2B5EF4-FFF2-40B4-BE49-F238E27FC236}">
                <a16:creationId xmlns:a16="http://schemas.microsoft.com/office/drawing/2014/main" id="{F3D7528A-D930-47CD-A393-3920AD39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2AF35C-80C6-402A-9F12-907401EC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553DDD-BE2A-4304-BC85-EE1FE1DF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B44810-3C63-4194-B211-DA7B3480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9B1D12-E21C-4314-90D4-6B7E1A6D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C129DB-EF74-4A78-A89A-71365F48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11190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F632C3-5F20-4785-A3E7-4241AEEE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E66FA-EBE8-499A-837A-58F2B330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9fc6dacfb4299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B4EDC-EEEF-482C-BA9D-619B8D38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2F139-7B7E-4A86-8DA4-BCB87E0F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8638E-6D22-4CBF-9B56-2B29BEFA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6667500" cy="841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09B47-7548-43BA-A359-A3F4770B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7AD73-275F-404E-A818-D5237FE3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2FB7E-B495-4D00-A67E-3038D424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593AE-35E1-43E0-865E-C9727ABC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E9859-7CF4-4267-B74D-B6E3CDD1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61FFB-BC5D-476E-B6D6-F55EE357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5C89B-E657-40A4-AF1D-765B2087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54FBD-CB51-4A56-AD1C-FB013F81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AD53D-9DC9-4026-8ACF-8857FAAB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BB611-1B5A-40E2-9392-4EA9AF77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69987A-703F-4E58-8F64-42C87BA9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8E298-F969-4918-AFCB-BB9917B6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ED680-D67B-4733-B2C7-110CCCF5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D2237F-748D-41A9-8A66-970F535C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22F50-FC3F-41B4-A8D1-EF301E65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2E3C50-B308-4547-9FF6-EF7A35C4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D77676-A44D-4DD3-8910-058B0570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0244E8-3951-4728-AC80-865E5F3D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E1E849-E20A-4472-BA08-393B2EDC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5E362E-4302-437E-9D0A-A0D7C3BE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D192A5-6851-4028-BC77-086540B7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0AC330F9-7A77-4E88-87D4-E981824B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B4577A-9EFD-45DC-9B32-44D81C6E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DDC76C-32D8-41C3-997F-F6076C42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22CFA6-C938-4DF5-A5E4-B0E0CB19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B5C7A6-B820-43E7-A0A6-13C70860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AC5736-1686-46F8-A770-85C6F8E7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523238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0F7F6B-3F16-4973-9839-B544E15F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02B93-3A74-489C-B94C-02B72A0D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362956b3249e2"/>
          <a:stretch xmlns:a="http://schemas.openxmlformats.org/drawingml/2006/main"/>
        </p:blipFill>
        <p:spPr>
          <a:xfrm xmlns:a="http://schemas.openxmlformats.org/drawingml/2006/main">
            <a:off x="876300" y="4381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3029D-1A62-4E3A-B370-79B83346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143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5F007-C335-49E9-A2C4-9913F108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CF56F-A05F-48EF-81CF-C2DB2AFD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F7062-1FB7-495C-A3AD-A17D1C94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BDAAB-4D88-4234-A0A7-D7A40B9F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5EF52-238D-4ED8-A071-49C1C9A3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F5C8C-A9D2-48CB-B4FF-B6E75B71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A0BBA-B79E-4E83-A600-86D5E196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E625D-EC11-4779-A118-5AAD622B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14D56-59F5-40F3-999B-F004CB63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51084-003C-4AD7-A63E-8B1A5FB7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BA2FA1-C0BE-4AC2-92D5-65B7E6FE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34F0D-1CAA-4D0A-988D-596E4E2B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622C9-1034-44D7-A966-70246518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83F62-F69F-4CB0-BC46-4BA18912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03C4AE-6402-471C-B47B-339C62E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A4E549-1706-4C07-9DD0-7A960A06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E48363-04F5-425C-8F24-86E52C52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| A guide to when ShiftBy can help</a:t>
            </a:r>
          </a:p>
        </p:txBody>
      </p:sp>
      <p:sp>
        <p:nvSpPr>
          <p:cNvPr id="22" name="pager-pill">
            <a:extLst xmlns:a="http://schemas.openxmlformats.org/drawingml/2006/main">
              <a:ext uri="{FF2B5EF4-FFF2-40B4-BE49-F238E27FC236}">
                <a16:creationId xmlns:a16="http://schemas.microsoft.com/office/drawing/2014/main" id="{78E2BD9C-760C-4F75-A1B8-DDA16231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2FB1FD-E139-419E-A31E-07FDE58E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334311-CF4D-4CA0-8591-F968ED8B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7DC9C1-4FDF-4AE6-9F1D-06F003EE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2B3105-DF98-4266-B007-4F9D4055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1C3130-B702-4575-BA4F-A56FF227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399028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2026-06-15T09:48:56.8000000Z</dcterms:created>
  <dcterms:modified xsi:type="dcterms:W3CDTF">2026-06-15T09:48:56.8000000Z</dcterms:modified>
</coreProperties>
</file>